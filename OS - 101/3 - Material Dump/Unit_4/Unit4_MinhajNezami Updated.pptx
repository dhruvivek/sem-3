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8"/>
  </p:notesMasterIdLst>
  <p:handoutMasterIdLst>
    <p:handoutMasterId r:id="rId119"/>
  </p:handoutMasterIdLst>
  <p:sldIdLst>
    <p:sldId id="256" r:id="rId2"/>
    <p:sldId id="401" r:id="rId3"/>
    <p:sldId id="402" r:id="rId4"/>
    <p:sldId id="403" r:id="rId5"/>
    <p:sldId id="405" r:id="rId6"/>
    <p:sldId id="406" r:id="rId7"/>
    <p:sldId id="404" r:id="rId8"/>
    <p:sldId id="390" r:id="rId9"/>
    <p:sldId id="294" r:id="rId10"/>
    <p:sldId id="397" r:id="rId11"/>
    <p:sldId id="398" r:id="rId12"/>
    <p:sldId id="396" r:id="rId13"/>
    <p:sldId id="394" r:id="rId14"/>
    <p:sldId id="295" r:id="rId15"/>
    <p:sldId id="296" r:id="rId16"/>
    <p:sldId id="297" r:id="rId17"/>
    <p:sldId id="298" r:id="rId18"/>
    <p:sldId id="299" r:id="rId19"/>
    <p:sldId id="300" r:id="rId20"/>
    <p:sldId id="301" r:id="rId21"/>
    <p:sldId id="302" r:id="rId22"/>
    <p:sldId id="303" r:id="rId23"/>
    <p:sldId id="304" r:id="rId24"/>
    <p:sldId id="305" r:id="rId25"/>
    <p:sldId id="395" r:id="rId26"/>
    <p:sldId id="307" r:id="rId27"/>
    <p:sldId id="308" r:id="rId28"/>
    <p:sldId id="309" r:id="rId29"/>
    <p:sldId id="310" r:id="rId30"/>
    <p:sldId id="311" r:id="rId31"/>
    <p:sldId id="312" r:id="rId32"/>
    <p:sldId id="313" r:id="rId33"/>
    <p:sldId id="314" r:id="rId34"/>
    <p:sldId id="315" r:id="rId35"/>
    <p:sldId id="316" r:id="rId36"/>
    <p:sldId id="317" r:id="rId37"/>
    <p:sldId id="318" r:id="rId38"/>
    <p:sldId id="319" r:id="rId39"/>
    <p:sldId id="320" r:id="rId40"/>
    <p:sldId id="321" r:id="rId41"/>
    <p:sldId id="322" r:id="rId42"/>
    <p:sldId id="323" r:id="rId43"/>
    <p:sldId id="324" r:id="rId44"/>
    <p:sldId id="325" r:id="rId45"/>
    <p:sldId id="326" r:id="rId46"/>
    <p:sldId id="327" r:id="rId47"/>
    <p:sldId id="328" r:id="rId48"/>
    <p:sldId id="329" r:id="rId49"/>
    <p:sldId id="330" r:id="rId50"/>
    <p:sldId id="331" r:id="rId51"/>
    <p:sldId id="332" r:id="rId52"/>
    <p:sldId id="333" r:id="rId53"/>
    <p:sldId id="334" r:id="rId54"/>
    <p:sldId id="335" r:id="rId55"/>
    <p:sldId id="336" r:id="rId56"/>
    <p:sldId id="337" r:id="rId57"/>
    <p:sldId id="338" r:id="rId58"/>
    <p:sldId id="339" r:id="rId59"/>
    <p:sldId id="340" r:id="rId60"/>
    <p:sldId id="341" r:id="rId61"/>
    <p:sldId id="342" r:id="rId62"/>
    <p:sldId id="343" r:id="rId63"/>
    <p:sldId id="344" r:id="rId64"/>
    <p:sldId id="345" r:id="rId65"/>
    <p:sldId id="399" r:id="rId66"/>
    <p:sldId id="347" r:id="rId67"/>
    <p:sldId id="348" r:id="rId68"/>
    <p:sldId id="349" r:id="rId69"/>
    <p:sldId id="350" r:id="rId70"/>
    <p:sldId id="351" r:id="rId71"/>
    <p:sldId id="352" r:id="rId72"/>
    <p:sldId id="353" r:id="rId73"/>
    <p:sldId id="354" r:id="rId74"/>
    <p:sldId id="355" r:id="rId75"/>
    <p:sldId id="357" r:id="rId76"/>
    <p:sldId id="358" r:id="rId77"/>
    <p:sldId id="359" r:id="rId78"/>
    <p:sldId id="360" r:id="rId79"/>
    <p:sldId id="361" r:id="rId80"/>
    <p:sldId id="362" r:id="rId81"/>
    <p:sldId id="363" r:id="rId82"/>
    <p:sldId id="364" r:id="rId83"/>
    <p:sldId id="365" r:id="rId84"/>
    <p:sldId id="366" r:id="rId85"/>
    <p:sldId id="367" r:id="rId86"/>
    <p:sldId id="368" r:id="rId87"/>
    <p:sldId id="369" r:id="rId88"/>
    <p:sldId id="370" r:id="rId89"/>
    <p:sldId id="371" r:id="rId90"/>
    <p:sldId id="372" r:id="rId91"/>
    <p:sldId id="373" r:id="rId92"/>
    <p:sldId id="374" r:id="rId93"/>
    <p:sldId id="407" r:id="rId94"/>
    <p:sldId id="409" r:id="rId95"/>
    <p:sldId id="410" r:id="rId96"/>
    <p:sldId id="411" r:id="rId97"/>
    <p:sldId id="412" r:id="rId98"/>
    <p:sldId id="413" r:id="rId99"/>
    <p:sldId id="414" r:id="rId100"/>
    <p:sldId id="415" r:id="rId101"/>
    <p:sldId id="416" r:id="rId102"/>
    <p:sldId id="417" r:id="rId103"/>
    <p:sldId id="375" r:id="rId104"/>
    <p:sldId id="376" r:id="rId105"/>
    <p:sldId id="385" r:id="rId106"/>
    <p:sldId id="386" r:id="rId107"/>
    <p:sldId id="387" r:id="rId108"/>
    <p:sldId id="377" r:id="rId109"/>
    <p:sldId id="388" r:id="rId110"/>
    <p:sldId id="378" r:id="rId111"/>
    <p:sldId id="288" r:id="rId112"/>
    <p:sldId id="379" r:id="rId113"/>
    <p:sldId id="380" r:id="rId114"/>
    <p:sldId id="381" r:id="rId115"/>
    <p:sldId id="418" r:id="rId116"/>
    <p:sldId id="382" r:id="rId1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99" autoAdjust="0"/>
    <p:restoredTop sz="94543"/>
  </p:normalViewPr>
  <p:slideViewPr>
    <p:cSldViewPr>
      <p:cViewPr varScale="1">
        <p:scale>
          <a:sx n="77" d="100"/>
          <a:sy n="77" d="100"/>
        </p:scale>
        <p:origin x="614" y="58"/>
      </p:cViewPr>
      <p:guideLst>
        <p:guide orient="horz" pos="2160"/>
        <p:guide pos="3840"/>
      </p:guideLst>
    </p:cSldViewPr>
  </p:slideViewPr>
  <p:notesTextViewPr>
    <p:cViewPr>
      <p:scale>
        <a:sx n="100" d="100"/>
        <a:sy n="100" d="100"/>
      </p:scale>
      <p:origin x="0" y="0"/>
    </p:cViewPr>
  </p:notesTextViewPr>
  <p:notesViewPr>
    <p:cSldViewPr>
      <p:cViewPr varScale="1">
        <p:scale>
          <a:sx n="62" d="100"/>
          <a:sy n="62" d="100"/>
        </p:scale>
        <p:origin x="3182" y="4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handoutMaster" Target="handoutMasters/handoutMaster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F6AD12-F3E4-42D3-8DF8-95534270CC2D}" type="doc">
      <dgm:prSet loTypeId="urn:microsoft.com/office/officeart/2005/8/layout/hierarchy2" loCatId="hierarchy" qsTypeId="urn:microsoft.com/office/officeart/2005/8/quickstyle/simple1" qsCatId="simple" csTypeId="urn:microsoft.com/office/officeart/2005/8/colors/accent2_3" csCatId="accent2" phldr="1"/>
      <dgm:spPr/>
      <dgm:t>
        <a:bodyPr/>
        <a:lstStyle/>
        <a:p>
          <a:endParaRPr lang="en-US"/>
        </a:p>
      </dgm:t>
    </dgm:pt>
    <dgm:pt modelId="{1F6027CE-B223-454B-914C-550B4A4F5F1C}">
      <dgm:prSet custT="1"/>
      <dgm:spPr/>
      <dgm:t>
        <a:bodyPr/>
        <a:lstStyle/>
        <a:p>
          <a:pPr marL="0" algn="ctr" defTabSz="914400" rtl="0" eaLnBrk="1" latinLnBrk="0" hangingPunct="1">
            <a:spcBef>
              <a:spcPct val="0"/>
            </a:spcBef>
          </a:pPr>
          <a:r>
            <a:rPr lang="en-US" sz="2400" kern="1200" dirty="0">
              <a:latin typeface="+mn-lt"/>
              <a:ea typeface="+mn-ea"/>
              <a:cs typeface="+mn-cs"/>
            </a:rPr>
            <a:t>Memory Allocation</a:t>
          </a:r>
        </a:p>
      </dgm:t>
    </dgm:pt>
    <dgm:pt modelId="{7CA170D2-4B58-48D8-BC01-03DD6657DA5B}" type="parTrans" cxnId="{61C113A6-A95E-410E-949E-AF6A654DFF9E}">
      <dgm:prSet/>
      <dgm:spPr/>
      <dgm:t>
        <a:bodyPr/>
        <a:lstStyle/>
        <a:p>
          <a:endParaRPr lang="en-US"/>
        </a:p>
      </dgm:t>
    </dgm:pt>
    <dgm:pt modelId="{C69A3753-B097-4AA6-86F3-4CA89413293D}" type="sibTrans" cxnId="{61C113A6-A95E-410E-949E-AF6A654DFF9E}">
      <dgm:prSet/>
      <dgm:spPr/>
      <dgm:t>
        <a:bodyPr/>
        <a:lstStyle/>
        <a:p>
          <a:endParaRPr lang="en-US"/>
        </a:p>
      </dgm:t>
    </dgm:pt>
    <dgm:pt modelId="{2DF3C94F-E940-4C00-B878-7455C4AD7F0B}">
      <dgm:prSet custT="1"/>
      <dgm:spPr/>
      <dgm:t>
        <a:bodyPr/>
        <a:lstStyle/>
        <a:p>
          <a:pPr marL="0" algn="ctr" defTabSz="914400" rtl="0" eaLnBrk="1" latinLnBrk="0" hangingPunct="1">
            <a:spcBef>
              <a:spcPct val="0"/>
            </a:spcBef>
          </a:pPr>
          <a:r>
            <a:rPr lang="en-US" sz="2400" kern="1200">
              <a:latin typeface="+mn-lt"/>
              <a:ea typeface="+mn-ea"/>
              <a:cs typeface="+mn-cs"/>
            </a:rPr>
            <a:t>Contiguous</a:t>
          </a:r>
          <a:endParaRPr lang="en-US" sz="2400" kern="1200" dirty="0">
            <a:latin typeface="+mn-lt"/>
            <a:ea typeface="+mn-ea"/>
            <a:cs typeface="+mn-cs"/>
          </a:endParaRPr>
        </a:p>
      </dgm:t>
    </dgm:pt>
    <dgm:pt modelId="{3F64E617-26A6-4AB4-8C96-DEF4BBB9EE1C}" type="parTrans" cxnId="{0991F79B-873C-4437-82F2-2E8CF7ECEA8A}">
      <dgm:prSet/>
      <dgm:spPr/>
      <dgm:t>
        <a:bodyPr/>
        <a:lstStyle/>
        <a:p>
          <a:endParaRPr lang="en-US"/>
        </a:p>
      </dgm:t>
    </dgm:pt>
    <dgm:pt modelId="{F8B138E9-E0D4-491D-8B4B-B2B614DD54F4}" type="sibTrans" cxnId="{0991F79B-873C-4437-82F2-2E8CF7ECEA8A}">
      <dgm:prSet/>
      <dgm:spPr/>
      <dgm:t>
        <a:bodyPr/>
        <a:lstStyle/>
        <a:p>
          <a:endParaRPr lang="en-US"/>
        </a:p>
      </dgm:t>
    </dgm:pt>
    <dgm:pt modelId="{6A912599-937F-4347-A05C-5AB8036E9BD2}">
      <dgm:prSet custT="1"/>
      <dgm:spPr/>
      <dgm:t>
        <a:bodyPr/>
        <a:lstStyle/>
        <a:p>
          <a:pPr marL="0" algn="ctr" defTabSz="914400" rtl="0" eaLnBrk="1" latinLnBrk="0" hangingPunct="1">
            <a:spcBef>
              <a:spcPct val="0"/>
            </a:spcBef>
          </a:pPr>
          <a:r>
            <a:rPr lang="en-US" sz="2400" kern="1200">
              <a:latin typeface="+mn-lt"/>
              <a:ea typeface="+mn-ea"/>
              <a:cs typeface="+mn-cs"/>
            </a:rPr>
            <a:t>Fixed Partition</a:t>
          </a:r>
          <a:endParaRPr lang="en-US" sz="2400" kern="1200" dirty="0">
            <a:latin typeface="+mn-lt"/>
            <a:ea typeface="+mn-ea"/>
            <a:cs typeface="+mn-cs"/>
          </a:endParaRPr>
        </a:p>
      </dgm:t>
    </dgm:pt>
    <dgm:pt modelId="{59226149-3D1A-4EFA-A1CC-1A1B88069411}" type="parTrans" cxnId="{ED3A3083-5911-40BA-9821-4E4160C482DF}">
      <dgm:prSet/>
      <dgm:spPr/>
      <dgm:t>
        <a:bodyPr/>
        <a:lstStyle/>
        <a:p>
          <a:endParaRPr lang="en-US"/>
        </a:p>
      </dgm:t>
    </dgm:pt>
    <dgm:pt modelId="{1A69ACB5-BCD0-463B-8213-6D60336F5D83}" type="sibTrans" cxnId="{ED3A3083-5911-40BA-9821-4E4160C482DF}">
      <dgm:prSet/>
      <dgm:spPr/>
      <dgm:t>
        <a:bodyPr/>
        <a:lstStyle/>
        <a:p>
          <a:endParaRPr lang="en-US"/>
        </a:p>
      </dgm:t>
    </dgm:pt>
    <dgm:pt modelId="{C8981480-D97C-4DAB-8C30-C68A85E90B52}">
      <dgm:prSet custT="1"/>
      <dgm:spPr/>
      <dgm:t>
        <a:bodyPr/>
        <a:lstStyle/>
        <a:p>
          <a:pPr marL="0" algn="ctr" defTabSz="914400" rtl="0" eaLnBrk="1" latinLnBrk="0" hangingPunct="1">
            <a:spcBef>
              <a:spcPct val="0"/>
            </a:spcBef>
          </a:pPr>
          <a:r>
            <a:rPr lang="en-US" sz="2400" kern="1200">
              <a:latin typeface="+mn-lt"/>
              <a:ea typeface="+mn-ea"/>
              <a:cs typeface="+mn-cs"/>
            </a:rPr>
            <a:t>Dynamic Partition</a:t>
          </a:r>
          <a:endParaRPr lang="en-US" sz="2400" kern="1200" dirty="0">
            <a:latin typeface="+mn-lt"/>
            <a:ea typeface="+mn-ea"/>
            <a:cs typeface="+mn-cs"/>
          </a:endParaRPr>
        </a:p>
      </dgm:t>
    </dgm:pt>
    <dgm:pt modelId="{E2712365-932F-4D02-9302-0F7C61A043FD}" type="parTrans" cxnId="{600F7569-6928-4F9A-96A2-948DE1511039}">
      <dgm:prSet/>
      <dgm:spPr/>
      <dgm:t>
        <a:bodyPr/>
        <a:lstStyle/>
        <a:p>
          <a:endParaRPr lang="en-US"/>
        </a:p>
      </dgm:t>
    </dgm:pt>
    <dgm:pt modelId="{B2DD01EF-ED3B-4DEA-B06F-E723386ACCA1}" type="sibTrans" cxnId="{600F7569-6928-4F9A-96A2-948DE1511039}">
      <dgm:prSet/>
      <dgm:spPr/>
      <dgm:t>
        <a:bodyPr/>
        <a:lstStyle/>
        <a:p>
          <a:endParaRPr lang="en-US"/>
        </a:p>
      </dgm:t>
    </dgm:pt>
    <dgm:pt modelId="{3135DB75-C123-4A2D-B0E8-ADA210739591}">
      <dgm:prSet custT="1"/>
      <dgm:spPr/>
      <dgm:t>
        <a:bodyPr/>
        <a:lstStyle/>
        <a:p>
          <a:pPr marL="0" algn="ctr" defTabSz="914400" rtl="0" eaLnBrk="1" latinLnBrk="0" hangingPunct="1">
            <a:spcBef>
              <a:spcPct val="0"/>
            </a:spcBef>
          </a:pPr>
          <a:r>
            <a:rPr lang="en-US" sz="2400" kern="1200" dirty="0">
              <a:latin typeface="+mn-lt"/>
              <a:ea typeface="+mn-ea"/>
              <a:cs typeface="+mn-cs"/>
            </a:rPr>
            <a:t>Non-Contiguous</a:t>
          </a:r>
        </a:p>
      </dgm:t>
    </dgm:pt>
    <dgm:pt modelId="{18225EF1-8026-422E-BB39-3CD10EDB42EE}" type="parTrans" cxnId="{236E15C1-9463-43D3-B93B-3C58613F4305}">
      <dgm:prSet/>
      <dgm:spPr/>
      <dgm:t>
        <a:bodyPr/>
        <a:lstStyle/>
        <a:p>
          <a:endParaRPr lang="en-US"/>
        </a:p>
      </dgm:t>
    </dgm:pt>
    <dgm:pt modelId="{1C21317E-0713-40CF-90D7-B6857228FF62}" type="sibTrans" cxnId="{236E15C1-9463-43D3-B93B-3C58613F4305}">
      <dgm:prSet/>
      <dgm:spPr/>
      <dgm:t>
        <a:bodyPr/>
        <a:lstStyle/>
        <a:p>
          <a:endParaRPr lang="en-US"/>
        </a:p>
      </dgm:t>
    </dgm:pt>
    <dgm:pt modelId="{C901931E-9C5B-4108-9A26-A5A96A8C013E}">
      <dgm:prSet custT="1"/>
      <dgm:spPr/>
      <dgm:t>
        <a:bodyPr/>
        <a:lstStyle/>
        <a:p>
          <a:pPr marL="0" algn="ctr" defTabSz="914400" rtl="0" eaLnBrk="1" latinLnBrk="0" hangingPunct="1">
            <a:spcBef>
              <a:spcPct val="0"/>
            </a:spcBef>
          </a:pPr>
          <a:r>
            <a:rPr lang="en-US" sz="2400" kern="1200">
              <a:latin typeface="+mn-lt"/>
              <a:ea typeface="+mn-ea"/>
              <a:cs typeface="+mn-cs"/>
            </a:rPr>
            <a:t>Paging</a:t>
          </a:r>
          <a:endParaRPr lang="en-US" sz="2400" kern="1200" dirty="0">
            <a:latin typeface="+mn-lt"/>
            <a:ea typeface="+mn-ea"/>
            <a:cs typeface="+mn-cs"/>
          </a:endParaRPr>
        </a:p>
      </dgm:t>
    </dgm:pt>
    <dgm:pt modelId="{42C19E99-3F1D-4413-A2F4-01D5D0321CA3}" type="parTrans" cxnId="{CF498BDB-0B33-4091-B31F-36156878CAD5}">
      <dgm:prSet/>
      <dgm:spPr/>
      <dgm:t>
        <a:bodyPr/>
        <a:lstStyle/>
        <a:p>
          <a:endParaRPr lang="en-US"/>
        </a:p>
      </dgm:t>
    </dgm:pt>
    <dgm:pt modelId="{20985D25-FDEA-4E0B-8F5D-BFD44C4A1F0B}" type="sibTrans" cxnId="{CF498BDB-0B33-4091-B31F-36156878CAD5}">
      <dgm:prSet/>
      <dgm:spPr/>
      <dgm:t>
        <a:bodyPr/>
        <a:lstStyle/>
        <a:p>
          <a:endParaRPr lang="en-US"/>
        </a:p>
      </dgm:t>
    </dgm:pt>
    <dgm:pt modelId="{69353329-6BFE-478B-A87A-FDCB90DE9A54}">
      <dgm:prSet custT="1"/>
      <dgm:spPr/>
      <dgm:t>
        <a:bodyPr/>
        <a:lstStyle/>
        <a:p>
          <a:pPr marL="0" algn="ctr" defTabSz="914400" rtl="0" eaLnBrk="1" latinLnBrk="0" hangingPunct="1">
            <a:spcBef>
              <a:spcPct val="0"/>
            </a:spcBef>
          </a:pPr>
          <a:r>
            <a:rPr lang="en-US" sz="2400" kern="1200">
              <a:latin typeface="+mn-lt"/>
              <a:ea typeface="+mn-ea"/>
              <a:cs typeface="+mn-cs"/>
            </a:rPr>
            <a:t>Segmentation</a:t>
          </a:r>
          <a:endParaRPr lang="en-US" sz="2400" kern="1200" dirty="0">
            <a:latin typeface="+mn-lt"/>
            <a:ea typeface="+mn-ea"/>
            <a:cs typeface="+mn-cs"/>
          </a:endParaRPr>
        </a:p>
      </dgm:t>
    </dgm:pt>
    <dgm:pt modelId="{3662D494-12E1-40AC-84DB-6A5E8B5AFF29}" type="parTrans" cxnId="{75F4855C-5217-41C7-8955-034FAF021A3F}">
      <dgm:prSet/>
      <dgm:spPr/>
      <dgm:t>
        <a:bodyPr/>
        <a:lstStyle/>
        <a:p>
          <a:endParaRPr lang="en-US"/>
        </a:p>
      </dgm:t>
    </dgm:pt>
    <dgm:pt modelId="{03B12E7D-8417-42EC-B2BF-06468B91EB7D}" type="sibTrans" cxnId="{75F4855C-5217-41C7-8955-034FAF021A3F}">
      <dgm:prSet/>
      <dgm:spPr/>
      <dgm:t>
        <a:bodyPr/>
        <a:lstStyle/>
        <a:p>
          <a:endParaRPr lang="en-US"/>
        </a:p>
      </dgm:t>
    </dgm:pt>
    <dgm:pt modelId="{1EC6A26A-D666-4AC5-B494-24D1644AF697}">
      <dgm:prSet custT="1"/>
      <dgm:spPr/>
      <dgm:t>
        <a:bodyPr/>
        <a:lstStyle/>
        <a:p>
          <a:pPr marL="0" algn="ctr" defTabSz="914400" rtl="0" eaLnBrk="1" latinLnBrk="0" hangingPunct="1">
            <a:spcBef>
              <a:spcPct val="0"/>
            </a:spcBef>
          </a:pPr>
          <a:r>
            <a:rPr lang="en-US" sz="2400" kern="1200">
              <a:latin typeface="+mn-lt"/>
              <a:ea typeface="+mn-ea"/>
              <a:cs typeface="+mn-cs"/>
            </a:rPr>
            <a:t>Segmentation with paging</a:t>
          </a:r>
          <a:endParaRPr lang="en-US" sz="2400" kern="1200" dirty="0">
            <a:latin typeface="+mn-lt"/>
            <a:ea typeface="+mn-ea"/>
            <a:cs typeface="+mn-cs"/>
          </a:endParaRPr>
        </a:p>
      </dgm:t>
    </dgm:pt>
    <dgm:pt modelId="{6213EF84-A6A4-4D30-9030-6720D22BFE6F}" type="parTrans" cxnId="{0E1665AE-DAF2-409D-A9C5-4F18A2AF6039}">
      <dgm:prSet/>
      <dgm:spPr/>
      <dgm:t>
        <a:bodyPr/>
        <a:lstStyle/>
        <a:p>
          <a:endParaRPr lang="en-US"/>
        </a:p>
      </dgm:t>
    </dgm:pt>
    <dgm:pt modelId="{1FF9F4BB-1265-4185-8783-5A683D63EB05}" type="sibTrans" cxnId="{0E1665AE-DAF2-409D-A9C5-4F18A2AF6039}">
      <dgm:prSet/>
      <dgm:spPr/>
      <dgm:t>
        <a:bodyPr/>
        <a:lstStyle/>
        <a:p>
          <a:endParaRPr lang="en-US"/>
        </a:p>
      </dgm:t>
    </dgm:pt>
    <dgm:pt modelId="{A5FF03EC-4ECA-4D7A-B1BC-D14F30C79FCC}" type="pres">
      <dgm:prSet presAssocID="{8DF6AD12-F3E4-42D3-8DF8-95534270CC2D}" presName="diagram" presStyleCnt="0">
        <dgm:presLayoutVars>
          <dgm:chPref val="1"/>
          <dgm:dir/>
          <dgm:animOne val="branch"/>
          <dgm:animLvl val="lvl"/>
          <dgm:resizeHandles val="exact"/>
        </dgm:presLayoutVars>
      </dgm:prSet>
      <dgm:spPr/>
    </dgm:pt>
    <dgm:pt modelId="{E1627E3F-7A81-4CB9-9489-025739B76795}" type="pres">
      <dgm:prSet presAssocID="{1F6027CE-B223-454B-914C-550B4A4F5F1C}" presName="root1" presStyleCnt="0"/>
      <dgm:spPr/>
    </dgm:pt>
    <dgm:pt modelId="{C57E8E8E-282B-4EE5-B491-FE538CE58D02}" type="pres">
      <dgm:prSet presAssocID="{1F6027CE-B223-454B-914C-550B4A4F5F1C}" presName="LevelOneTextNode" presStyleLbl="node0" presStyleIdx="0" presStyleCnt="1">
        <dgm:presLayoutVars>
          <dgm:chPref val="3"/>
        </dgm:presLayoutVars>
      </dgm:prSet>
      <dgm:spPr/>
    </dgm:pt>
    <dgm:pt modelId="{11E05AE8-90B5-43F4-BFDE-22A8CFDF20D3}" type="pres">
      <dgm:prSet presAssocID="{1F6027CE-B223-454B-914C-550B4A4F5F1C}" presName="level2hierChild" presStyleCnt="0"/>
      <dgm:spPr/>
    </dgm:pt>
    <dgm:pt modelId="{4D7EA0AB-0B4D-4FA3-94AF-9DF5D118ACFE}" type="pres">
      <dgm:prSet presAssocID="{3F64E617-26A6-4AB4-8C96-DEF4BBB9EE1C}" presName="conn2-1" presStyleLbl="parChTrans1D2" presStyleIdx="0" presStyleCnt="2"/>
      <dgm:spPr/>
    </dgm:pt>
    <dgm:pt modelId="{50FD6592-F291-486D-82F3-5A9C6BAC1059}" type="pres">
      <dgm:prSet presAssocID="{3F64E617-26A6-4AB4-8C96-DEF4BBB9EE1C}" presName="connTx" presStyleLbl="parChTrans1D2" presStyleIdx="0" presStyleCnt="2"/>
      <dgm:spPr/>
    </dgm:pt>
    <dgm:pt modelId="{B108B999-6524-496C-BCC6-B92973EC3267}" type="pres">
      <dgm:prSet presAssocID="{2DF3C94F-E940-4C00-B878-7455C4AD7F0B}" presName="root2" presStyleCnt="0"/>
      <dgm:spPr/>
    </dgm:pt>
    <dgm:pt modelId="{A60BE386-9511-4ABE-AD86-6D64DDEC6ACA}" type="pres">
      <dgm:prSet presAssocID="{2DF3C94F-E940-4C00-B878-7455C4AD7F0B}" presName="LevelTwoTextNode" presStyleLbl="node2" presStyleIdx="0" presStyleCnt="2">
        <dgm:presLayoutVars>
          <dgm:chPref val="3"/>
        </dgm:presLayoutVars>
      </dgm:prSet>
      <dgm:spPr/>
    </dgm:pt>
    <dgm:pt modelId="{8A9F85CF-F080-4439-BAF8-022984AAD485}" type="pres">
      <dgm:prSet presAssocID="{2DF3C94F-E940-4C00-B878-7455C4AD7F0B}" presName="level3hierChild" presStyleCnt="0"/>
      <dgm:spPr/>
    </dgm:pt>
    <dgm:pt modelId="{B50A5BD5-C7CD-4984-BC95-0DB4C1723BBE}" type="pres">
      <dgm:prSet presAssocID="{59226149-3D1A-4EFA-A1CC-1A1B88069411}" presName="conn2-1" presStyleLbl="parChTrans1D3" presStyleIdx="0" presStyleCnt="5"/>
      <dgm:spPr/>
    </dgm:pt>
    <dgm:pt modelId="{ECB87456-FC2F-4881-98BD-4E2E01A6101A}" type="pres">
      <dgm:prSet presAssocID="{59226149-3D1A-4EFA-A1CC-1A1B88069411}" presName="connTx" presStyleLbl="parChTrans1D3" presStyleIdx="0" presStyleCnt="5"/>
      <dgm:spPr/>
    </dgm:pt>
    <dgm:pt modelId="{F7504242-31FF-470D-94D4-EFBE8031BA3A}" type="pres">
      <dgm:prSet presAssocID="{6A912599-937F-4347-A05C-5AB8036E9BD2}" presName="root2" presStyleCnt="0"/>
      <dgm:spPr/>
    </dgm:pt>
    <dgm:pt modelId="{2D71C717-5F3A-4F59-AC4A-613132D3B17D}" type="pres">
      <dgm:prSet presAssocID="{6A912599-937F-4347-A05C-5AB8036E9BD2}" presName="LevelTwoTextNode" presStyleLbl="node3" presStyleIdx="0" presStyleCnt="5" custScaleX="139739">
        <dgm:presLayoutVars>
          <dgm:chPref val="3"/>
        </dgm:presLayoutVars>
      </dgm:prSet>
      <dgm:spPr/>
    </dgm:pt>
    <dgm:pt modelId="{AC12ED65-4509-440B-A02B-66F0679FD7EF}" type="pres">
      <dgm:prSet presAssocID="{6A912599-937F-4347-A05C-5AB8036E9BD2}" presName="level3hierChild" presStyleCnt="0"/>
      <dgm:spPr/>
    </dgm:pt>
    <dgm:pt modelId="{6C73051A-0022-4D24-90DB-989262BC4F55}" type="pres">
      <dgm:prSet presAssocID="{E2712365-932F-4D02-9302-0F7C61A043FD}" presName="conn2-1" presStyleLbl="parChTrans1D3" presStyleIdx="1" presStyleCnt="5"/>
      <dgm:spPr/>
    </dgm:pt>
    <dgm:pt modelId="{48D63F00-62EB-44C7-8977-22D082F269DF}" type="pres">
      <dgm:prSet presAssocID="{E2712365-932F-4D02-9302-0F7C61A043FD}" presName="connTx" presStyleLbl="parChTrans1D3" presStyleIdx="1" presStyleCnt="5"/>
      <dgm:spPr/>
    </dgm:pt>
    <dgm:pt modelId="{28683ECB-3F04-4522-97C7-E7B342C7912C}" type="pres">
      <dgm:prSet presAssocID="{C8981480-D97C-4DAB-8C30-C68A85E90B52}" presName="root2" presStyleCnt="0"/>
      <dgm:spPr/>
    </dgm:pt>
    <dgm:pt modelId="{C2AA55C7-C71D-453D-BE57-6FF9A1399360}" type="pres">
      <dgm:prSet presAssocID="{C8981480-D97C-4DAB-8C30-C68A85E90B52}" presName="LevelTwoTextNode" presStyleLbl="node3" presStyleIdx="1" presStyleCnt="5" custScaleX="139792">
        <dgm:presLayoutVars>
          <dgm:chPref val="3"/>
        </dgm:presLayoutVars>
      </dgm:prSet>
      <dgm:spPr/>
    </dgm:pt>
    <dgm:pt modelId="{23905203-FB0F-448E-920B-B56D303468D2}" type="pres">
      <dgm:prSet presAssocID="{C8981480-D97C-4DAB-8C30-C68A85E90B52}" presName="level3hierChild" presStyleCnt="0"/>
      <dgm:spPr/>
    </dgm:pt>
    <dgm:pt modelId="{215F13CA-826A-45B1-9148-E54BF750D6C1}" type="pres">
      <dgm:prSet presAssocID="{18225EF1-8026-422E-BB39-3CD10EDB42EE}" presName="conn2-1" presStyleLbl="parChTrans1D2" presStyleIdx="1" presStyleCnt="2"/>
      <dgm:spPr/>
    </dgm:pt>
    <dgm:pt modelId="{AA57CD5B-ED26-43F5-BD66-9E5A5C8125BF}" type="pres">
      <dgm:prSet presAssocID="{18225EF1-8026-422E-BB39-3CD10EDB42EE}" presName="connTx" presStyleLbl="parChTrans1D2" presStyleIdx="1" presStyleCnt="2"/>
      <dgm:spPr/>
    </dgm:pt>
    <dgm:pt modelId="{DD59EF4C-0EBF-4AD8-A8F7-9781A1F6B118}" type="pres">
      <dgm:prSet presAssocID="{3135DB75-C123-4A2D-B0E8-ADA210739591}" presName="root2" presStyleCnt="0"/>
      <dgm:spPr/>
    </dgm:pt>
    <dgm:pt modelId="{C6BB3B36-1BC4-44DD-BA79-A1417F192F8A}" type="pres">
      <dgm:prSet presAssocID="{3135DB75-C123-4A2D-B0E8-ADA210739591}" presName="LevelTwoTextNode" presStyleLbl="node2" presStyleIdx="1" presStyleCnt="2">
        <dgm:presLayoutVars>
          <dgm:chPref val="3"/>
        </dgm:presLayoutVars>
      </dgm:prSet>
      <dgm:spPr/>
    </dgm:pt>
    <dgm:pt modelId="{84C86840-382C-416C-AB51-21DEBF443FD5}" type="pres">
      <dgm:prSet presAssocID="{3135DB75-C123-4A2D-B0E8-ADA210739591}" presName="level3hierChild" presStyleCnt="0"/>
      <dgm:spPr/>
    </dgm:pt>
    <dgm:pt modelId="{83742C9B-1831-4446-8BDD-EDCD7EB9012E}" type="pres">
      <dgm:prSet presAssocID="{42C19E99-3F1D-4413-A2F4-01D5D0321CA3}" presName="conn2-1" presStyleLbl="parChTrans1D3" presStyleIdx="2" presStyleCnt="5"/>
      <dgm:spPr/>
    </dgm:pt>
    <dgm:pt modelId="{961F4D9A-3CB7-4153-B5EB-50B1075F794B}" type="pres">
      <dgm:prSet presAssocID="{42C19E99-3F1D-4413-A2F4-01D5D0321CA3}" presName="connTx" presStyleLbl="parChTrans1D3" presStyleIdx="2" presStyleCnt="5"/>
      <dgm:spPr/>
    </dgm:pt>
    <dgm:pt modelId="{323CAC59-3D7D-466B-B8B0-2848A8D80CBC}" type="pres">
      <dgm:prSet presAssocID="{C901931E-9C5B-4108-9A26-A5A96A8C013E}" presName="root2" presStyleCnt="0"/>
      <dgm:spPr/>
    </dgm:pt>
    <dgm:pt modelId="{D52EF057-2868-4239-8E25-9B9402B58B9A}" type="pres">
      <dgm:prSet presAssocID="{C901931E-9C5B-4108-9A26-A5A96A8C013E}" presName="LevelTwoTextNode" presStyleLbl="node3" presStyleIdx="2" presStyleCnt="5" custScaleX="135763" custLinFactNeighborY="-3032">
        <dgm:presLayoutVars>
          <dgm:chPref val="3"/>
        </dgm:presLayoutVars>
      </dgm:prSet>
      <dgm:spPr/>
    </dgm:pt>
    <dgm:pt modelId="{72929047-A4FF-42A5-9DE4-1E03D4494C32}" type="pres">
      <dgm:prSet presAssocID="{C901931E-9C5B-4108-9A26-A5A96A8C013E}" presName="level3hierChild" presStyleCnt="0"/>
      <dgm:spPr/>
    </dgm:pt>
    <dgm:pt modelId="{325DBC2F-6FEE-40ED-B83F-9C44875B8459}" type="pres">
      <dgm:prSet presAssocID="{3662D494-12E1-40AC-84DB-6A5E8B5AFF29}" presName="conn2-1" presStyleLbl="parChTrans1D3" presStyleIdx="3" presStyleCnt="5"/>
      <dgm:spPr/>
    </dgm:pt>
    <dgm:pt modelId="{724FC843-001F-4B2E-9CD9-E62C25876F52}" type="pres">
      <dgm:prSet presAssocID="{3662D494-12E1-40AC-84DB-6A5E8B5AFF29}" presName="connTx" presStyleLbl="parChTrans1D3" presStyleIdx="3" presStyleCnt="5"/>
      <dgm:spPr/>
    </dgm:pt>
    <dgm:pt modelId="{FDF0A129-3490-415B-AD8C-FFF8AB661F66}" type="pres">
      <dgm:prSet presAssocID="{69353329-6BFE-478B-A87A-FDCB90DE9A54}" presName="root2" presStyleCnt="0"/>
      <dgm:spPr/>
    </dgm:pt>
    <dgm:pt modelId="{AEA16AE6-782D-4356-AF9E-F0393C325009}" type="pres">
      <dgm:prSet presAssocID="{69353329-6BFE-478B-A87A-FDCB90DE9A54}" presName="LevelTwoTextNode" presStyleLbl="node3" presStyleIdx="3" presStyleCnt="5" custScaleX="130626" custLinFactNeighborX="6831">
        <dgm:presLayoutVars>
          <dgm:chPref val="3"/>
        </dgm:presLayoutVars>
      </dgm:prSet>
      <dgm:spPr/>
    </dgm:pt>
    <dgm:pt modelId="{E26537AB-C1CA-4473-9F0B-B92BE78AAFF9}" type="pres">
      <dgm:prSet presAssocID="{69353329-6BFE-478B-A87A-FDCB90DE9A54}" presName="level3hierChild" presStyleCnt="0"/>
      <dgm:spPr/>
    </dgm:pt>
    <dgm:pt modelId="{8BACBB19-FFF2-4DC6-9D58-AA3AC1FB5F9F}" type="pres">
      <dgm:prSet presAssocID="{6213EF84-A6A4-4D30-9030-6720D22BFE6F}" presName="conn2-1" presStyleLbl="parChTrans1D3" presStyleIdx="4" presStyleCnt="5"/>
      <dgm:spPr/>
    </dgm:pt>
    <dgm:pt modelId="{7C467282-5EAE-441D-871C-118DA15BC69B}" type="pres">
      <dgm:prSet presAssocID="{6213EF84-A6A4-4D30-9030-6720D22BFE6F}" presName="connTx" presStyleLbl="parChTrans1D3" presStyleIdx="4" presStyleCnt="5"/>
      <dgm:spPr/>
    </dgm:pt>
    <dgm:pt modelId="{25B78E47-B884-4023-B91C-1437D249E2DD}" type="pres">
      <dgm:prSet presAssocID="{1EC6A26A-D666-4AC5-B494-24D1644AF697}" presName="root2" presStyleCnt="0"/>
      <dgm:spPr/>
    </dgm:pt>
    <dgm:pt modelId="{FE03F011-EC27-46AF-A19E-02428E0487F2}" type="pres">
      <dgm:prSet presAssocID="{1EC6A26A-D666-4AC5-B494-24D1644AF697}" presName="LevelTwoTextNode" presStyleLbl="node3" presStyleIdx="4" presStyleCnt="5" custScaleX="133825">
        <dgm:presLayoutVars>
          <dgm:chPref val="3"/>
        </dgm:presLayoutVars>
      </dgm:prSet>
      <dgm:spPr/>
    </dgm:pt>
    <dgm:pt modelId="{6C675E18-B4C1-401B-A963-22E59BEBDC9F}" type="pres">
      <dgm:prSet presAssocID="{1EC6A26A-D666-4AC5-B494-24D1644AF697}" presName="level3hierChild" presStyleCnt="0"/>
      <dgm:spPr/>
    </dgm:pt>
  </dgm:ptLst>
  <dgm:cxnLst>
    <dgm:cxn modelId="{065F2406-FEBF-48EB-8B89-ADCDE67A3697}" type="presOf" srcId="{E2712365-932F-4D02-9302-0F7C61A043FD}" destId="{6C73051A-0022-4D24-90DB-989262BC4F55}" srcOrd="0" destOrd="0" presId="urn:microsoft.com/office/officeart/2005/8/layout/hierarchy2"/>
    <dgm:cxn modelId="{D76A6316-6BEB-4FA5-B9EA-7CD50C00578D}" type="presOf" srcId="{3F64E617-26A6-4AB4-8C96-DEF4BBB9EE1C}" destId="{50FD6592-F291-486D-82F3-5A9C6BAC1059}" srcOrd="1" destOrd="0" presId="urn:microsoft.com/office/officeart/2005/8/layout/hierarchy2"/>
    <dgm:cxn modelId="{E5CE311F-2699-401A-9FB4-EADF5E0A21EB}" type="presOf" srcId="{C8981480-D97C-4DAB-8C30-C68A85E90B52}" destId="{C2AA55C7-C71D-453D-BE57-6FF9A1399360}" srcOrd="0" destOrd="0" presId="urn:microsoft.com/office/officeart/2005/8/layout/hierarchy2"/>
    <dgm:cxn modelId="{2F35A026-E69F-4D1C-8E2B-D047CC9F5E07}" type="presOf" srcId="{18225EF1-8026-422E-BB39-3CD10EDB42EE}" destId="{AA57CD5B-ED26-43F5-BD66-9E5A5C8125BF}" srcOrd="1" destOrd="0" presId="urn:microsoft.com/office/officeart/2005/8/layout/hierarchy2"/>
    <dgm:cxn modelId="{D0403029-DE72-4019-B379-CA3A72CB917D}" type="presOf" srcId="{6A912599-937F-4347-A05C-5AB8036E9BD2}" destId="{2D71C717-5F3A-4F59-AC4A-613132D3B17D}" srcOrd="0" destOrd="0" presId="urn:microsoft.com/office/officeart/2005/8/layout/hierarchy2"/>
    <dgm:cxn modelId="{A512FE36-862F-432B-B3E1-F8E2A13D3294}" type="presOf" srcId="{2DF3C94F-E940-4C00-B878-7455C4AD7F0B}" destId="{A60BE386-9511-4ABE-AD86-6D64DDEC6ACA}" srcOrd="0" destOrd="0" presId="urn:microsoft.com/office/officeart/2005/8/layout/hierarchy2"/>
    <dgm:cxn modelId="{2320F439-EA24-4973-82D8-DD5DCCBE36BD}" type="presOf" srcId="{59226149-3D1A-4EFA-A1CC-1A1B88069411}" destId="{ECB87456-FC2F-4881-98BD-4E2E01A6101A}" srcOrd="1" destOrd="0" presId="urn:microsoft.com/office/officeart/2005/8/layout/hierarchy2"/>
    <dgm:cxn modelId="{FA0CCF3F-69AA-4267-B236-6FE530191010}" type="presOf" srcId="{3662D494-12E1-40AC-84DB-6A5E8B5AFF29}" destId="{724FC843-001F-4B2E-9CD9-E62C25876F52}" srcOrd="1" destOrd="0" presId="urn:microsoft.com/office/officeart/2005/8/layout/hierarchy2"/>
    <dgm:cxn modelId="{CC5A555C-21ED-4D44-89D1-1A7BEFBB6075}" type="presOf" srcId="{3F64E617-26A6-4AB4-8C96-DEF4BBB9EE1C}" destId="{4D7EA0AB-0B4D-4FA3-94AF-9DF5D118ACFE}" srcOrd="0" destOrd="0" presId="urn:microsoft.com/office/officeart/2005/8/layout/hierarchy2"/>
    <dgm:cxn modelId="{75F4855C-5217-41C7-8955-034FAF021A3F}" srcId="{3135DB75-C123-4A2D-B0E8-ADA210739591}" destId="{69353329-6BFE-478B-A87A-FDCB90DE9A54}" srcOrd="1" destOrd="0" parTransId="{3662D494-12E1-40AC-84DB-6A5E8B5AFF29}" sibTransId="{03B12E7D-8417-42EC-B2BF-06468B91EB7D}"/>
    <dgm:cxn modelId="{B9080D5E-1B67-44CC-B4FE-DF22C38D00C2}" type="presOf" srcId="{1EC6A26A-D666-4AC5-B494-24D1644AF697}" destId="{FE03F011-EC27-46AF-A19E-02428E0487F2}" srcOrd="0" destOrd="0" presId="urn:microsoft.com/office/officeart/2005/8/layout/hierarchy2"/>
    <dgm:cxn modelId="{23E99F66-5C74-4A10-B5E7-16CA26CC6087}" type="presOf" srcId="{6213EF84-A6A4-4D30-9030-6720D22BFE6F}" destId="{7C467282-5EAE-441D-871C-118DA15BC69B}" srcOrd="1" destOrd="0" presId="urn:microsoft.com/office/officeart/2005/8/layout/hierarchy2"/>
    <dgm:cxn modelId="{600F7569-6928-4F9A-96A2-948DE1511039}" srcId="{2DF3C94F-E940-4C00-B878-7455C4AD7F0B}" destId="{C8981480-D97C-4DAB-8C30-C68A85E90B52}" srcOrd="1" destOrd="0" parTransId="{E2712365-932F-4D02-9302-0F7C61A043FD}" sibTransId="{B2DD01EF-ED3B-4DEA-B06F-E723386ACCA1}"/>
    <dgm:cxn modelId="{7F331A71-CB28-4CC9-A75A-6F38B95D0169}" type="presOf" srcId="{69353329-6BFE-478B-A87A-FDCB90DE9A54}" destId="{AEA16AE6-782D-4356-AF9E-F0393C325009}" srcOrd="0" destOrd="0" presId="urn:microsoft.com/office/officeart/2005/8/layout/hierarchy2"/>
    <dgm:cxn modelId="{BB8D4674-D4D6-4C23-A837-95EDB3464EF0}" type="presOf" srcId="{59226149-3D1A-4EFA-A1CC-1A1B88069411}" destId="{B50A5BD5-C7CD-4984-BC95-0DB4C1723BBE}" srcOrd="0" destOrd="0" presId="urn:microsoft.com/office/officeart/2005/8/layout/hierarchy2"/>
    <dgm:cxn modelId="{95C64079-5D39-4700-B1AA-BEC400C57DFB}" type="presOf" srcId="{E2712365-932F-4D02-9302-0F7C61A043FD}" destId="{48D63F00-62EB-44C7-8977-22D082F269DF}" srcOrd="1" destOrd="0" presId="urn:microsoft.com/office/officeart/2005/8/layout/hierarchy2"/>
    <dgm:cxn modelId="{ED3A3083-5911-40BA-9821-4E4160C482DF}" srcId="{2DF3C94F-E940-4C00-B878-7455C4AD7F0B}" destId="{6A912599-937F-4347-A05C-5AB8036E9BD2}" srcOrd="0" destOrd="0" parTransId="{59226149-3D1A-4EFA-A1CC-1A1B88069411}" sibTransId="{1A69ACB5-BCD0-463B-8213-6D60336F5D83}"/>
    <dgm:cxn modelId="{54D36C84-4089-46FC-BC8C-BEA1EAE07384}" type="presOf" srcId="{3135DB75-C123-4A2D-B0E8-ADA210739591}" destId="{C6BB3B36-1BC4-44DD-BA79-A1417F192F8A}" srcOrd="0" destOrd="0" presId="urn:microsoft.com/office/officeart/2005/8/layout/hierarchy2"/>
    <dgm:cxn modelId="{7CB3A492-E9B4-4565-A059-7A98DE9D5EB0}" type="presOf" srcId="{18225EF1-8026-422E-BB39-3CD10EDB42EE}" destId="{215F13CA-826A-45B1-9148-E54BF750D6C1}" srcOrd="0" destOrd="0" presId="urn:microsoft.com/office/officeart/2005/8/layout/hierarchy2"/>
    <dgm:cxn modelId="{0991F79B-873C-4437-82F2-2E8CF7ECEA8A}" srcId="{1F6027CE-B223-454B-914C-550B4A4F5F1C}" destId="{2DF3C94F-E940-4C00-B878-7455C4AD7F0B}" srcOrd="0" destOrd="0" parTransId="{3F64E617-26A6-4AB4-8C96-DEF4BBB9EE1C}" sibTransId="{F8B138E9-E0D4-491D-8B4B-B2B614DD54F4}"/>
    <dgm:cxn modelId="{DA59C99F-F3E3-48CC-A9E9-675BA677D07A}" type="presOf" srcId="{42C19E99-3F1D-4413-A2F4-01D5D0321CA3}" destId="{83742C9B-1831-4446-8BDD-EDCD7EB9012E}" srcOrd="0" destOrd="0" presId="urn:microsoft.com/office/officeart/2005/8/layout/hierarchy2"/>
    <dgm:cxn modelId="{61C113A6-A95E-410E-949E-AF6A654DFF9E}" srcId="{8DF6AD12-F3E4-42D3-8DF8-95534270CC2D}" destId="{1F6027CE-B223-454B-914C-550B4A4F5F1C}" srcOrd="0" destOrd="0" parTransId="{7CA170D2-4B58-48D8-BC01-03DD6657DA5B}" sibTransId="{C69A3753-B097-4AA6-86F3-4CA89413293D}"/>
    <dgm:cxn modelId="{506E63A6-3711-4A30-971B-F7D135B92428}" type="presOf" srcId="{C901931E-9C5B-4108-9A26-A5A96A8C013E}" destId="{D52EF057-2868-4239-8E25-9B9402B58B9A}" srcOrd="0" destOrd="0" presId="urn:microsoft.com/office/officeart/2005/8/layout/hierarchy2"/>
    <dgm:cxn modelId="{9BA48BAA-F5DB-4F5A-A55E-C9AE83513865}" type="presOf" srcId="{3662D494-12E1-40AC-84DB-6A5E8B5AFF29}" destId="{325DBC2F-6FEE-40ED-B83F-9C44875B8459}" srcOrd="0" destOrd="0" presId="urn:microsoft.com/office/officeart/2005/8/layout/hierarchy2"/>
    <dgm:cxn modelId="{0E1665AE-DAF2-409D-A9C5-4F18A2AF6039}" srcId="{3135DB75-C123-4A2D-B0E8-ADA210739591}" destId="{1EC6A26A-D666-4AC5-B494-24D1644AF697}" srcOrd="2" destOrd="0" parTransId="{6213EF84-A6A4-4D30-9030-6720D22BFE6F}" sibTransId="{1FF9F4BB-1265-4185-8783-5A683D63EB05}"/>
    <dgm:cxn modelId="{60E817BD-FC8C-42B8-8FFB-737D4DE947D6}" type="presOf" srcId="{42C19E99-3F1D-4413-A2F4-01D5D0321CA3}" destId="{961F4D9A-3CB7-4153-B5EB-50B1075F794B}" srcOrd="1" destOrd="0" presId="urn:microsoft.com/office/officeart/2005/8/layout/hierarchy2"/>
    <dgm:cxn modelId="{236E15C1-9463-43D3-B93B-3C58613F4305}" srcId="{1F6027CE-B223-454B-914C-550B4A4F5F1C}" destId="{3135DB75-C123-4A2D-B0E8-ADA210739591}" srcOrd="1" destOrd="0" parTransId="{18225EF1-8026-422E-BB39-3CD10EDB42EE}" sibTransId="{1C21317E-0713-40CF-90D7-B6857228FF62}"/>
    <dgm:cxn modelId="{CF498BDB-0B33-4091-B31F-36156878CAD5}" srcId="{3135DB75-C123-4A2D-B0E8-ADA210739591}" destId="{C901931E-9C5B-4108-9A26-A5A96A8C013E}" srcOrd="0" destOrd="0" parTransId="{42C19E99-3F1D-4413-A2F4-01D5D0321CA3}" sibTransId="{20985D25-FDEA-4E0B-8F5D-BFD44C4A1F0B}"/>
    <dgm:cxn modelId="{09755BE2-B2C1-401A-BB9C-FD7993A93843}" type="presOf" srcId="{6213EF84-A6A4-4D30-9030-6720D22BFE6F}" destId="{8BACBB19-FFF2-4DC6-9D58-AA3AC1FB5F9F}" srcOrd="0" destOrd="0" presId="urn:microsoft.com/office/officeart/2005/8/layout/hierarchy2"/>
    <dgm:cxn modelId="{4A56C5EB-B7E5-4CBD-907F-745DFB6CA345}" type="presOf" srcId="{8DF6AD12-F3E4-42D3-8DF8-95534270CC2D}" destId="{A5FF03EC-4ECA-4D7A-B1BC-D14F30C79FCC}" srcOrd="0" destOrd="0" presId="urn:microsoft.com/office/officeart/2005/8/layout/hierarchy2"/>
    <dgm:cxn modelId="{BCD1FFEB-94D2-479D-AB97-AE8C16A7DBCB}" type="presOf" srcId="{1F6027CE-B223-454B-914C-550B4A4F5F1C}" destId="{C57E8E8E-282B-4EE5-B491-FE538CE58D02}" srcOrd="0" destOrd="0" presId="urn:microsoft.com/office/officeart/2005/8/layout/hierarchy2"/>
    <dgm:cxn modelId="{80F3E7E9-BEC4-4968-8FFE-F4EFECAB4B2D}" type="presParOf" srcId="{A5FF03EC-4ECA-4D7A-B1BC-D14F30C79FCC}" destId="{E1627E3F-7A81-4CB9-9489-025739B76795}" srcOrd="0" destOrd="0" presId="urn:microsoft.com/office/officeart/2005/8/layout/hierarchy2"/>
    <dgm:cxn modelId="{9168CB4C-D19E-4312-81FF-EA377127B53E}" type="presParOf" srcId="{E1627E3F-7A81-4CB9-9489-025739B76795}" destId="{C57E8E8E-282B-4EE5-B491-FE538CE58D02}" srcOrd="0" destOrd="0" presId="urn:microsoft.com/office/officeart/2005/8/layout/hierarchy2"/>
    <dgm:cxn modelId="{23A11E67-B6BB-449A-89B3-3294113B8BB8}" type="presParOf" srcId="{E1627E3F-7A81-4CB9-9489-025739B76795}" destId="{11E05AE8-90B5-43F4-BFDE-22A8CFDF20D3}" srcOrd="1" destOrd="0" presId="urn:microsoft.com/office/officeart/2005/8/layout/hierarchy2"/>
    <dgm:cxn modelId="{093221E9-4B23-48FF-B1F3-813290729466}" type="presParOf" srcId="{11E05AE8-90B5-43F4-BFDE-22A8CFDF20D3}" destId="{4D7EA0AB-0B4D-4FA3-94AF-9DF5D118ACFE}" srcOrd="0" destOrd="0" presId="urn:microsoft.com/office/officeart/2005/8/layout/hierarchy2"/>
    <dgm:cxn modelId="{76DB4BAC-2F58-4624-B804-DA6588052255}" type="presParOf" srcId="{4D7EA0AB-0B4D-4FA3-94AF-9DF5D118ACFE}" destId="{50FD6592-F291-486D-82F3-5A9C6BAC1059}" srcOrd="0" destOrd="0" presId="urn:microsoft.com/office/officeart/2005/8/layout/hierarchy2"/>
    <dgm:cxn modelId="{D0A731CF-899C-4F9E-B999-FC4F7A08D1FC}" type="presParOf" srcId="{11E05AE8-90B5-43F4-BFDE-22A8CFDF20D3}" destId="{B108B999-6524-496C-BCC6-B92973EC3267}" srcOrd="1" destOrd="0" presId="urn:microsoft.com/office/officeart/2005/8/layout/hierarchy2"/>
    <dgm:cxn modelId="{2DD69A08-FCE7-4E97-8426-EFECF20ADBD3}" type="presParOf" srcId="{B108B999-6524-496C-BCC6-B92973EC3267}" destId="{A60BE386-9511-4ABE-AD86-6D64DDEC6ACA}" srcOrd="0" destOrd="0" presId="urn:microsoft.com/office/officeart/2005/8/layout/hierarchy2"/>
    <dgm:cxn modelId="{EED6C58E-71A5-440E-B278-0AEE41C79654}" type="presParOf" srcId="{B108B999-6524-496C-BCC6-B92973EC3267}" destId="{8A9F85CF-F080-4439-BAF8-022984AAD485}" srcOrd="1" destOrd="0" presId="urn:microsoft.com/office/officeart/2005/8/layout/hierarchy2"/>
    <dgm:cxn modelId="{399D21A4-7BDC-4AD7-B838-28466F95AD2A}" type="presParOf" srcId="{8A9F85CF-F080-4439-BAF8-022984AAD485}" destId="{B50A5BD5-C7CD-4984-BC95-0DB4C1723BBE}" srcOrd="0" destOrd="0" presId="urn:microsoft.com/office/officeart/2005/8/layout/hierarchy2"/>
    <dgm:cxn modelId="{DB6A6ABD-6ECD-4C77-8256-3B31BA64C414}" type="presParOf" srcId="{B50A5BD5-C7CD-4984-BC95-0DB4C1723BBE}" destId="{ECB87456-FC2F-4881-98BD-4E2E01A6101A}" srcOrd="0" destOrd="0" presId="urn:microsoft.com/office/officeart/2005/8/layout/hierarchy2"/>
    <dgm:cxn modelId="{6B4B191A-E0BA-4735-A173-2114777D0522}" type="presParOf" srcId="{8A9F85CF-F080-4439-BAF8-022984AAD485}" destId="{F7504242-31FF-470D-94D4-EFBE8031BA3A}" srcOrd="1" destOrd="0" presId="urn:microsoft.com/office/officeart/2005/8/layout/hierarchy2"/>
    <dgm:cxn modelId="{9D7BB0C3-BB39-4FFB-99A1-715DB81C6379}" type="presParOf" srcId="{F7504242-31FF-470D-94D4-EFBE8031BA3A}" destId="{2D71C717-5F3A-4F59-AC4A-613132D3B17D}" srcOrd="0" destOrd="0" presId="urn:microsoft.com/office/officeart/2005/8/layout/hierarchy2"/>
    <dgm:cxn modelId="{467D9D33-3486-446A-838E-0FA918647979}" type="presParOf" srcId="{F7504242-31FF-470D-94D4-EFBE8031BA3A}" destId="{AC12ED65-4509-440B-A02B-66F0679FD7EF}" srcOrd="1" destOrd="0" presId="urn:microsoft.com/office/officeart/2005/8/layout/hierarchy2"/>
    <dgm:cxn modelId="{04FA3361-44FB-4EA1-88C4-CFEAF0CF2557}" type="presParOf" srcId="{8A9F85CF-F080-4439-BAF8-022984AAD485}" destId="{6C73051A-0022-4D24-90DB-989262BC4F55}" srcOrd="2" destOrd="0" presId="urn:microsoft.com/office/officeart/2005/8/layout/hierarchy2"/>
    <dgm:cxn modelId="{0BB3A7C7-6360-4011-B2A9-5A6A752B989F}" type="presParOf" srcId="{6C73051A-0022-4D24-90DB-989262BC4F55}" destId="{48D63F00-62EB-44C7-8977-22D082F269DF}" srcOrd="0" destOrd="0" presId="urn:microsoft.com/office/officeart/2005/8/layout/hierarchy2"/>
    <dgm:cxn modelId="{56C064B4-6306-4141-9294-F15F2D556414}" type="presParOf" srcId="{8A9F85CF-F080-4439-BAF8-022984AAD485}" destId="{28683ECB-3F04-4522-97C7-E7B342C7912C}" srcOrd="3" destOrd="0" presId="urn:microsoft.com/office/officeart/2005/8/layout/hierarchy2"/>
    <dgm:cxn modelId="{AAA2546D-4BAC-49A8-8206-14BAC529888C}" type="presParOf" srcId="{28683ECB-3F04-4522-97C7-E7B342C7912C}" destId="{C2AA55C7-C71D-453D-BE57-6FF9A1399360}" srcOrd="0" destOrd="0" presId="urn:microsoft.com/office/officeart/2005/8/layout/hierarchy2"/>
    <dgm:cxn modelId="{E475139B-A347-4AAC-AA5C-EB16AF06CB47}" type="presParOf" srcId="{28683ECB-3F04-4522-97C7-E7B342C7912C}" destId="{23905203-FB0F-448E-920B-B56D303468D2}" srcOrd="1" destOrd="0" presId="urn:microsoft.com/office/officeart/2005/8/layout/hierarchy2"/>
    <dgm:cxn modelId="{50504126-42C8-4417-9EB7-B15637398C03}" type="presParOf" srcId="{11E05AE8-90B5-43F4-BFDE-22A8CFDF20D3}" destId="{215F13CA-826A-45B1-9148-E54BF750D6C1}" srcOrd="2" destOrd="0" presId="urn:microsoft.com/office/officeart/2005/8/layout/hierarchy2"/>
    <dgm:cxn modelId="{B9271142-40FC-4006-97B6-028044A1AE4C}" type="presParOf" srcId="{215F13CA-826A-45B1-9148-E54BF750D6C1}" destId="{AA57CD5B-ED26-43F5-BD66-9E5A5C8125BF}" srcOrd="0" destOrd="0" presId="urn:microsoft.com/office/officeart/2005/8/layout/hierarchy2"/>
    <dgm:cxn modelId="{765D0657-8D4C-4B3F-9DA2-121FA08F1493}" type="presParOf" srcId="{11E05AE8-90B5-43F4-BFDE-22A8CFDF20D3}" destId="{DD59EF4C-0EBF-4AD8-A8F7-9781A1F6B118}" srcOrd="3" destOrd="0" presId="urn:microsoft.com/office/officeart/2005/8/layout/hierarchy2"/>
    <dgm:cxn modelId="{48A284C6-EBB5-4B99-9656-DB7D5ABB0B9F}" type="presParOf" srcId="{DD59EF4C-0EBF-4AD8-A8F7-9781A1F6B118}" destId="{C6BB3B36-1BC4-44DD-BA79-A1417F192F8A}" srcOrd="0" destOrd="0" presId="urn:microsoft.com/office/officeart/2005/8/layout/hierarchy2"/>
    <dgm:cxn modelId="{1F6CEEC5-76B3-4FA4-A5D3-4AB4954847BB}" type="presParOf" srcId="{DD59EF4C-0EBF-4AD8-A8F7-9781A1F6B118}" destId="{84C86840-382C-416C-AB51-21DEBF443FD5}" srcOrd="1" destOrd="0" presId="urn:microsoft.com/office/officeart/2005/8/layout/hierarchy2"/>
    <dgm:cxn modelId="{5F60B1D2-4DB3-40B6-A620-831048047CB7}" type="presParOf" srcId="{84C86840-382C-416C-AB51-21DEBF443FD5}" destId="{83742C9B-1831-4446-8BDD-EDCD7EB9012E}" srcOrd="0" destOrd="0" presId="urn:microsoft.com/office/officeart/2005/8/layout/hierarchy2"/>
    <dgm:cxn modelId="{4473C788-4AF8-41BE-885C-960D4E85666E}" type="presParOf" srcId="{83742C9B-1831-4446-8BDD-EDCD7EB9012E}" destId="{961F4D9A-3CB7-4153-B5EB-50B1075F794B}" srcOrd="0" destOrd="0" presId="urn:microsoft.com/office/officeart/2005/8/layout/hierarchy2"/>
    <dgm:cxn modelId="{CE186140-F588-471D-8B37-405CE1B7CCB3}" type="presParOf" srcId="{84C86840-382C-416C-AB51-21DEBF443FD5}" destId="{323CAC59-3D7D-466B-B8B0-2848A8D80CBC}" srcOrd="1" destOrd="0" presId="urn:microsoft.com/office/officeart/2005/8/layout/hierarchy2"/>
    <dgm:cxn modelId="{AAA58C94-4FE7-4869-AFFC-7A0651F10960}" type="presParOf" srcId="{323CAC59-3D7D-466B-B8B0-2848A8D80CBC}" destId="{D52EF057-2868-4239-8E25-9B9402B58B9A}" srcOrd="0" destOrd="0" presId="urn:microsoft.com/office/officeart/2005/8/layout/hierarchy2"/>
    <dgm:cxn modelId="{128C38D6-F291-4B7E-9FE3-2822F71B0B43}" type="presParOf" srcId="{323CAC59-3D7D-466B-B8B0-2848A8D80CBC}" destId="{72929047-A4FF-42A5-9DE4-1E03D4494C32}" srcOrd="1" destOrd="0" presId="urn:microsoft.com/office/officeart/2005/8/layout/hierarchy2"/>
    <dgm:cxn modelId="{2307D7CF-6678-46C2-9195-37EBEF24F6BB}" type="presParOf" srcId="{84C86840-382C-416C-AB51-21DEBF443FD5}" destId="{325DBC2F-6FEE-40ED-B83F-9C44875B8459}" srcOrd="2" destOrd="0" presId="urn:microsoft.com/office/officeart/2005/8/layout/hierarchy2"/>
    <dgm:cxn modelId="{D39950E0-F242-4CF3-AEF5-913849E8DE1E}" type="presParOf" srcId="{325DBC2F-6FEE-40ED-B83F-9C44875B8459}" destId="{724FC843-001F-4B2E-9CD9-E62C25876F52}" srcOrd="0" destOrd="0" presId="urn:microsoft.com/office/officeart/2005/8/layout/hierarchy2"/>
    <dgm:cxn modelId="{D0B9AE2C-10AA-4013-B6B7-FDC4428D29D7}" type="presParOf" srcId="{84C86840-382C-416C-AB51-21DEBF443FD5}" destId="{FDF0A129-3490-415B-AD8C-FFF8AB661F66}" srcOrd="3" destOrd="0" presId="urn:microsoft.com/office/officeart/2005/8/layout/hierarchy2"/>
    <dgm:cxn modelId="{E3F6E5E4-E4C2-460B-8ED8-F398EBAC7B6F}" type="presParOf" srcId="{FDF0A129-3490-415B-AD8C-FFF8AB661F66}" destId="{AEA16AE6-782D-4356-AF9E-F0393C325009}" srcOrd="0" destOrd="0" presId="urn:microsoft.com/office/officeart/2005/8/layout/hierarchy2"/>
    <dgm:cxn modelId="{F21D19D6-E27F-4B51-ACDD-E74F54A5F35C}" type="presParOf" srcId="{FDF0A129-3490-415B-AD8C-FFF8AB661F66}" destId="{E26537AB-C1CA-4473-9F0B-B92BE78AAFF9}" srcOrd="1" destOrd="0" presId="urn:microsoft.com/office/officeart/2005/8/layout/hierarchy2"/>
    <dgm:cxn modelId="{F8AC4287-CDF5-468C-8440-A670E7BDDF3D}" type="presParOf" srcId="{84C86840-382C-416C-AB51-21DEBF443FD5}" destId="{8BACBB19-FFF2-4DC6-9D58-AA3AC1FB5F9F}" srcOrd="4" destOrd="0" presId="urn:microsoft.com/office/officeart/2005/8/layout/hierarchy2"/>
    <dgm:cxn modelId="{22F1231D-E9D0-4D77-A576-68224D05B78A}" type="presParOf" srcId="{8BACBB19-FFF2-4DC6-9D58-AA3AC1FB5F9F}" destId="{7C467282-5EAE-441D-871C-118DA15BC69B}" srcOrd="0" destOrd="0" presId="urn:microsoft.com/office/officeart/2005/8/layout/hierarchy2"/>
    <dgm:cxn modelId="{55AC41CA-045A-4318-B506-3FF617080F7C}" type="presParOf" srcId="{84C86840-382C-416C-AB51-21DEBF443FD5}" destId="{25B78E47-B884-4023-B91C-1437D249E2DD}" srcOrd="5" destOrd="0" presId="urn:microsoft.com/office/officeart/2005/8/layout/hierarchy2"/>
    <dgm:cxn modelId="{7014E52A-A030-42A4-A937-16693C42D418}" type="presParOf" srcId="{25B78E47-B884-4023-B91C-1437D249E2DD}" destId="{FE03F011-EC27-46AF-A19E-02428E0487F2}" srcOrd="0" destOrd="0" presId="urn:microsoft.com/office/officeart/2005/8/layout/hierarchy2"/>
    <dgm:cxn modelId="{33BCBA0E-CB76-45AA-AA50-6AFAD23DD963}" type="presParOf" srcId="{25B78E47-B884-4023-B91C-1437D249E2DD}" destId="{6C675E18-B4C1-401B-A963-22E59BEBDC9F}"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7E8E8E-282B-4EE5-B491-FE538CE58D02}">
      <dsp:nvSpPr>
        <dsp:cNvPr id="0" name=""/>
        <dsp:cNvSpPr/>
      </dsp:nvSpPr>
      <dsp:spPr>
        <a:xfrm>
          <a:off x="1605797" y="1754595"/>
          <a:ext cx="1739910" cy="869955"/>
        </a:xfrm>
        <a:prstGeom prst="roundRect">
          <a:avLst>
            <a:gd name="adj" fmla="val 10000"/>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914400" rtl="0" eaLnBrk="1" latinLnBrk="0" hangingPunct="1">
            <a:lnSpc>
              <a:spcPct val="90000"/>
            </a:lnSpc>
            <a:spcBef>
              <a:spcPct val="0"/>
            </a:spcBef>
            <a:spcAft>
              <a:spcPct val="35000"/>
            </a:spcAft>
            <a:buNone/>
          </a:pPr>
          <a:r>
            <a:rPr lang="en-US" sz="2400" kern="1200" dirty="0">
              <a:latin typeface="+mn-lt"/>
              <a:ea typeface="+mn-ea"/>
              <a:cs typeface="+mn-cs"/>
            </a:rPr>
            <a:t>Memory Allocation</a:t>
          </a:r>
        </a:p>
      </dsp:txBody>
      <dsp:txXfrm>
        <a:off x="1631277" y="1780075"/>
        <a:ext cx="1688950" cy="818995"/>
      </dsp:txXfrm>
    </dsp:sp>
    <dsp:sp modelId="{4D7EA0AB-0B4D-4FA3-94AF-9DF5D118ACFE}">
      <dsp:nvSpPr>
        <dsp:cNvPr id="0" name=""/>
        <dsp:cNvSpPr/>
      </dsp:nvSpPr>
      <dsp:spPr>
        <a:xfrm rot="17945813">
          <a:off x="2978101" y="1548246"/>
          <a:ext cx="1431177" cy="32092"/>
        </a:xfrm>
        <a:custGeom>
          <a:avLst/>
          <a:gdLst/>
          <a:ahLst/>
          <a:cxnLst/>
          <a:rect l="0" t="0" r="0" b="0"/>
          <a:pathLst>
            <a:path>
              <a:moveTo>
                <a:pt x="0" y="16046"/>
              </a:moveTo>
              <a:lnTo>
                <a:pt x="1431177" y="16046"/>
              </a:lnTo>
            </a:path>
          </a:pathLst>
        </a:custGeom>
        <a:noFill/>
        <a:ln w="25400" cap="flat" cmpd="sng" algn="ctr">
          <a:solidFill>
            <a:schemeClr val="accent2">
              <a:tint val="99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57910" y="1528513"/>
        <a:ext cx="71558" cy="71558"/>
      </dsp:txXfrm>
    </dsp:sp>
    <dsp:sp modelId="{A60BE386-9511-4ABE-AD86-6D64DDEC6ACA}">
      <dsp:nvSpPr>
        <dsp:cNvPr id="0" name=""/>
        <dsp:cNvSpPr/>
      </dsp:nvSpPr>
      <dsp:spPr>
        <a:xfrm>
          <a:off x="4041672" y="504034"/>
          <a:ext cx="1739910" cy="869955"/>
        </a:xfrm>
        <a:prstGeom prst="roundRect">
          <a:avLst>
            <a:gd name="adj" fmla="val 10000"/>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914400" rtl="0" eaLnBrk="1" latinLnBrk="0" hangingPunct="1">
            <a:lnSpc>
              <a:spcPct val="90000"/>
            </a:lnSpc>
            <a:spcBef>
              <a:spcPct val="0"/>
            </a:spcBef>
            <a:spcAft>
              <a:spcPct val="35000"/>
            </a:spcAft>
            <a:buNone/>
          </a:pPr>
          <a:r>
            <a:rPr lang="en-US" sz="2400" kern="1200">
              <a:latin typeface="+mn-lt"/>
              <a:ea typeface="+mn-ea"/>
              <a:cs typeface="+mn-cs"/>
            </a:rPr>
            <a:t>Contiguous</a:t>
          </a:r>
          <a:endParaRPr lang="en-US" sz="2400" kern="1200" dirty="0">
            <a:latin typeface="+mn-lt"/>
            <a:ea typeface="+mn-ea"/>
            <a:cs typeface="+mn-cs"/>
          </a:endParaRPr>
        </a:p>
      </dsp:txBody>
      <dsp:txXfrm>
        <a:off x="4067152" y="529514"/>
        <a:ext cx="1688950" cy="818995"/>
      </dsp:txXfrm>
    </dsp:sp>
    <dsp:sp modelId="{B50A5BD5-C7CD-4984-BC95-0DB4C1723BBE}">
      <dsp:nvSpPr>
        <dsp:cNvPr id="0" name=""/>
        <dsp:cNvSpPr/>
      </dsp:nvSpPr>
      <dsp:spPr>
        <a:xfrm rot="19457599">
          <a:off x="5701023" y="672854"/>
          <a:ext cx="857082" cy="32092"/>
        </a:xfrm>
        <a:custGeom>
          <a:avLst/>
          <a:gdLst/>
          <a:ahLst/>
          <a:cxnLst/>
          <a:rect l="0" t="0" r="0" b="0"/>
          <a:pathLst>
            <a:path>
              <a:moveTo>
                <a:pt x="0" y="16046"/>
              </a:moveTo>
              <a:lnTo>
                <a:pt x="857082" y="16046"/>
              </a:lnTo>
            </a:path>
          </a:pathLst>
        </a:custGeom>
        <a:noFill/>
        <a:ln w="25400" cap="flat" cmpd="sng" algn="ctr">
          <a:solidFill>
            <a:schemeClr val="accent2">
              <a:tint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108137" y="667473"/>
        <a:ext cx="42854" cy="42854"/>
      </dsp:txXfrm>
    </dsp:sp>
    <dsp:sp modelId="{2D71C717-5F3A-4F59-AC4A-613132D3B17D}">
      <dsp:nvSpPr>
        <dsp:cNvPr id="0" name=""/>
        <dsp:cNvSpPr/>
      </dsp:nvSpPr>
      <dsp:spPr>
        <a:xfrm>
          <a:off x="6477546" y="3810"/>
          <a:ext cx="2431333" cy="869955"/>
        </a:xfrm>
        <a:prstGeom prst="roundRect">
          <a:avLst>
            <a:gd name="adj" fmla="val 10000"/>
          </a:avLst>
        </a:prstGeom>
        <a:solidFill>
          <a:schemeClr val="accent2">
            <a:tint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914400" rtl="0" eaLnBrk="1" latinLnBrk="0" hangingPunct="1">
            <a:lnSpc>
              <a:spcPct val="90000"/>
            </a:lnSpc>
            <a:spcBef>
              <a:spcPct val="0"/>
            </a:spcBef>
            <a:spcAft>
              <a:spcPct val="35000"/>
            </a:spcAft>
            <a:buNone/>
          </a:pPr>
          <a:r>
            <a:rPr lang="en-US" sz="2400" kern="1200">
              <a:latin typeface="+mn-lt"/>
              <a:ea typeface="+mn-ea"/>
              <a:cs typeface="+mn-cs"/>
            </a:rPr>
            <a:t>Fixed Partition</a:t>
          </a:r>
          <a:endParaRPr lang="en-US" sz="2400" kern="1200" dirty="0">
            <a:latin typeface="+mn-lt"/>
            <a:ea typeface="+mn-ea"/>
            <a:cs typeface="+mn-cs"/>
          </a:endParaRPr>
        </a:p>
      </dsp:txBody>
      <dsp:txXfrm>
        <a:off x="6503026" y="29290"/>
        <a:ext cx="2380373" cy="818995"/>
      </dsp:txXfrm>
    </dsp:sp>
    <dsp:sp modelId="{6C73051A-0022-4D24-90DB-989262BC4F55}">
      <dsp:nvSpPr>
        <dsp:cNvPr id="0" name=""/>
        <dsp:cNvSpPr/>
      </dsp:nvSpPr>
      <dsp:spPr>
        <a:xfrm rot="2142401">
          <a:off x="5701023" y="1173078"/>
          <a:ext cx="857082" cy="32092"/>
        </a:xfrm>
        <a:custGeom>
          <a:avLst/>
          <a:gdLst/>
          <a:ahLst/>
          <a:cxnLst/>
          <a:rect l="0" t="0" r="0" b="0"/>
          <a:pathLst>
            <a:path>
              <a:moveTo>
                <a:pt x="0" y="16046"/>
              </a:moveTo>
              <a:lnTo>
                <a:pt x="857082" y="16046"/>
              </a:lnTo>
            </a:path>
          </a:pathLst>
        </a:custGeom>
        <a:noFill/>
        <a:ln w="25400" cap="flat" cmpd="sng" algn="ctr">
          <a:solidFill>
            <a:schemeClr val="accent2">
              <a:tint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108137" y="1167697"/>
        <a:ext cx="42854" cy="42854"/>
      </dsp:txXfrm>
    </dsp:sp>
    <dsp:sp modelId="{C2AA55C7-C71D-453D-BE57-6FF9A1399360}">
      <dsp:nvSpPr>
        <dsp:cNvPr id="0" name=""/>
        <dsp:cNvSpPr/>
      </dsp:nvSpPr>
      <dsp:spPr>
        <a:xfrm>
          <a:off x="6477546" y="1004259"/>
          <a:ext cx="2432255" cy="869955"/>
        </a:xfrm>
        <a:prstGeom prst="roundRect">
          <a:avLst>
            <a:gd name="adj" fmla="val 10000"/>
          </a:avLst>
        </a:prstGeom>
        <a:solidFill>
          <a:schemeClr val="accent2">
            <a:tint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914400" rtl="0" eaLnBrk="1" latinLnBrk="0" hangingPunct="1">
            <a:lnSpc>
              <a:spcPct val="90000"/>
            </a:lnSpc>
            <a:spcBef>
              <a:spcPct val="0"/>
            </a:spcBef>
            <a:spcAft>
              <a:spcPct val="35000"/>
            </a:spcAft>
            <a:buNone/>
          </a:pPr>
          <a:r>
            <a:rPr lang="en-US" sz="2400" kern="1200">
              <a:latin typeface="+mn-lt"/>
              <a:ea typeface="+mn-ea"/>
              <a:cs typeface="+mn-cs"/>
            </a:rPr>
            <a:t>Dynamic Partition</a:t>
          </a:r>
          <a:endParaRPr lang="en-US" sz="2400" kern="1200" dirty="0">
            <a:latin typeface="+mn-lt"/>
            <a:ea typeface="+mn-ea"/>
            <a:cs typeface="+mn-cs"/>
          </a:endParaRPr>
        </a:p>
      </dsp:txBody>
      <dsp:txXfrm>
        <a:off x="6503026" y="1029739"/>
        <a:ext cx="2381295" cy="818995"/>
      </dsp:txXfrm>
    </dsp:sp>
    <dsp:sp modelId="{215F13CA-826A-45B1-9148-E54BF750D6C1}">
      <dsp:nvSpPr>
        <dsp:cNvPr id="0" name=""/>
        <dsp:cNvSpPr/>
      </dsp:nvSpPr>
      <dsp:spPr>
        <a:xfrm rot="3654187">
          <a:off x="2978101" y="2798807"/>
          <a:ext cx="1431177" cy="32092"/>
        </a:xfrm>
        <a:custGeom>
          <a:avLst/>
          <a:gdLst/>
          <a:ahLst/>
          <a:cxnLst/>
          <a:rect l="0" t="0" r="0" b="0"/>
          <a:pathLst>
            <a:path>
              <a:moveTo>
                <a:pt x="0" y="16046"/>
              </a:moveTo>
              <a:lnTo>
                <a:pt x="1431177" y="16046"/>
              </a:lnTo>
            </a:path>
          </a:pathLst>
        </a:custGeom>
        <a:noFill/>
        <a:ln w="25400" cap="flat" cmpd="sng" algn="ctr">
          <a:solidFill>
            <a:schemeClr val="accent2">
              <a:tint val="99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57910" y="2779074"/>
        <a:ext cx="71558" cy="71558"/>
      </dsp:txXfrm>
    </dsp:sp>
    <dsp:sp modelId="{C6BB3B36-1BC4-44DD-BA79-A1417F192F8A}">
      <dsp:nvSpPr>
        <dsp:cNvPr id="0" name=""/>
        <dsp:cNvSpPr/>
      </dsp:nvSpPr>
      <dsp:spPr>
        <a:xfrm>
          <a:off x="4041672" y="3005156"/>
          <a:ext cx="1739910" cy="869955"/>
        </a:xfrm>
        <a:prstGeom prst="roundRect">
          <a:avLst>
            <a:gd name="adj" fmla="val 10000"/>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914400" rtl="0" eaLnBrk="1" latinLnBrk="0" hangingPunct="1">
            <a:lnSpc>
              <a:spcPct val="90000"/>
            </a:lnSpc>
            <a:spcBef>
              <a:spcPct val="0"/>
            </a:spcBef>
            <a:spcAft>
              <a:spcPct val="35000"/>
            </a:spcAft>
            <a:buNone/>
          </a:pPr>
          <a:r>
            <a:rPr lang="en-US" sz="2400" kern="1200" dirty="0">
              <a:latin typeface="+mn-lt"/>
              <a:ea typeface="+mn-ea"/>
              <a:cs typeface="+mn-cs"/>
            </a:rPr>
            <a:t>Non-Contiguous</a:t>
          </a:r>
        </a:p>
      </dsp:txBody>
      <dsp:txXfrm>
        <a:off x="4067152" y="3030636"/>
        <a:ext cx="1688950" cy="818995"/>
      </dsp:txXfrm>
    </dsp:sp>
    <dsp:sp modelId="{83742C9B-1831-4446-8BDD-EDCD7EB9012E}">
      <dsp:nvSpPr>
        <dsp:cNvPr id="0" name=""/>
        <dsp:cNvSpPr/>
      </dsp:nvSpPr>
      <dsp:spPr>
        <a:xfrm rot="18247723">
          <a:off x="5509335" y="2910674"/>
          <a:ext cx="1240458" cy="32092"/>
        </a:xfrm>
        <a:custGeom>
          <a:avLst/>
          <a:gdLst/>
          <a:ahLst/>
          <a:cxnLst/>
          <a:rect l="0" t="0" r="0" b="0"/>
          <a:pathLst>
            <a:path>
              <a:moveTo>
                <a:pt x="0" y="16046"/>
              </a:moveTo>
              <a:lnTo>
                <a:pt x="1240458" y="16046"/>
              </a:lnTo>
            </a:path>
          </a:pathLst>
        </a:custGeom>
        <a:noFill/>
        <a:ln w="25400" cap="flat" cmpd="sng" algn="ctr">
          <a:solidFill>
            <a:schemeClr val="accent2">
              <a:tint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098553" y="2895709"/>
        <a:ext cx="62022" cy="62022"/>
      </dsp:txXfrm>
    </dsp:sp>
    <dsp:sp modelId="{D52EF057-2868-4239-8E25-9B9402B58B9A}">
      <dsp:nvSpPr>
        <dsp:cNvPr id="0" name=""/>
        <dsp:cNvSpPr/>
      </dsp:nvSpPr>
      <dsp:spPr>
        <a:xfrm>
          <a:off x="6477546" y="1978330"/>
          <a:ext cx="2362154" cy="869955"/>
        </a:xfrm>
        <a:prstGeom prst="roundRect">
          <a:avLst>
            <a:gd name="adj" fmla="val 10000"/>
          </a:avLst>
        </a:prstGeom>
        <a:solidFill>
          <a:schemeClr val="accent2">
            <a:tint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914400" rtl="0" eaLnBrk="1" latinLnBrk="0" hangingPunct="1">
            <a:lnSpc>
              <a:spcPct val="90000"/>
            </a:lnSpc>
            <a:spcBef>
              <a:spcPct val="0"/>
            </a:spcBef>
            <a:spcAft>
              <a:spcPct val="35000"/>
            </a:spcAft>
            <a:buNone/>
          </a:pPr>
          <a:r>
            <a:rPr lang="en-US" sz="2400" kern="1200">
              <a:latin typeface="+mn-lt"/>
              <a:ea typeface="+mn-ea"/>
              <a:cs typeface="+mn-cs"/>
            </a:rPr>
            <a:t>Paging</a:t>
          </a:r>
          <a:endParaRPr lang="en-US" sz="2400" kern="1200" dirty="0">
            <a:latin typeface="+mn-lt"/>
            <a:ea typeface="+mn-ea"/>
            <a:cs typeface="+mn-cs"/>
          </a:endParaRPr>
        </a:p>
      </dsp:txBody>
      <dsp:txXfrm>
        <a:off x="6503026" y="2003810"/>
        <a:ext cx="2311194" cy="818995"/>
      </dsp:txXfrm>
    </dsp:sp>
    <dsp:sp modelId="{325DBC2F-6FEE-40ED-B83F-9C44875B8459}">
      <dsp:nvSpPr>
        <dsp:cNvPr id="0" name=""/>
        <dsp:cNvSpPr/>
      </dsp:nvSpPr>
      <dsp:spPr>
        <a:xfrm>
          <a:off x="5781582" y="3424087"/>
          <a:ext cx="814817" cy="32092"/>
        </a:xfrm>
        <a:custGeom>
          <a:avLst/>
          <a:gdLst/>
          <a:ahLst/>
          <a:cxnLst/>
          <a:rect l="0" t="0" r="0" b="0"/>
          <a:pathLst>
            <a:path>
              <a:moveTo>
                <a:pt x="0" y="16046"/>
              </a:moveTo>
              <a:lnTo>
                <a:pt x="814817" y="16046"/>
              </a:lnTo>
            </a:path>
          </a:pathLst>
        </a:custGeom>
        <a:noFill/>
        <a:ln w="25400" cap="flat" cmpd="sng" algn="ctr">
          <a:solidFill>
            <a:schemeClr val="accent2">
              <a:tint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168621" y="3419763"/>
        <a:ext cx="40740" cy="40740"/>
      </dsp:txXfrm>
    </dsp:sp>
    <dsp:sp modelId="{AEA16AE6-782D-4356-AF9E-F0393C325009}">
      <dsp:nvSpPr>
        <dsp:cNvPr id="0" name=""/>
        <dsp:cNvSpPr/>
      </dsp:nvSpPr>
      <dsp:spPr>
        <a:xfrm>
          <a:off x="6596400" y="3005156"/>
          <a:ext cx="2272775" cy="869955"/>
        </a:xfrm>
        <a:prstGeom prst="roundRect">
          <a:avLst>
            <a:gd name="adj" fmla="val 10000"/>
          </a:avLst>
        </a:prstGeom>
        <a:solidFill>
          <a:schemeClr val="accent2">
            <a:tint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914400" rtl="0" eaLnBrk="1" latinLnBrk="0" hangingPunct="1">
            <a:lnSpc>
              <a:spcPct val="90000"/>
            </a:lnSpc>
            <a:spcBef>
              <a:spcPct val="0"/>
            </a:spcBef>
            <a:spcAft>
              <a:spcPct val="35000"/>
            </a:spcAft>
            <a:buNone/>
          </a:pPr>
          <a:r>
            <a:rPr lang="en-US" sz="2400" kern="1200">
              <a:latin typeface="+mn-lt"/>
              <a:ea typeface="+mn-ea"/>
              <a:cs typeface="+mn-cs"/>
            </a:rPr>
            <a:t>Segmentation</a:t>
          </a:r>
          <a:endParaRPr lang="en-US" sz="2400" kern="1200" dirty="0">
            <a:latin typeface="+mn-lt"/>
            <a:ea typeface="+mn-ea"/>
            <a:cs typeface="+mn-cs"/>
          </a:endParaRPr>
        </a:p>
      </dsp:txBody>
      <dsp:txXfrm>
        <a:off x="6621880" y="3030636"/>
        <a:ext cx="2221815" cy="818995"/>
      </dsp:txXfrm>
    </dsp:sp>
    <dsp:sp modelId="{8BACBB19-FFF2-4DC6-9D58-AA3AC1FB5F9F}">
      <dsp:nvSpPr>
        <dsp:cNvPr id="0" name=""/>
        <dsp:cNvSpPr/>
      </dsp:nvSpPr>
      <dsp:spPr>
        <a:xfrm rot="3310531">
          <a:off x="5520207" y="3924312"/>
          <a:ext cx="1218713" cy="32092"/>
        </a:xfrm>
        <a:custGeom>
          <a:avLst/>
          <a:gdLst/>
          <a:ahLst/>
          <a:cxnLst/>
          <a:rect l="0" t="0" r="0" b="0"/>
          <a:pathLst>
            <a:path>
              <a:moveTo>
                <a:pt x="0" y="16046"/>
              </a:moveTo>
              <a:lnTo>
                <a:pt x="1218713" y="16046"/>
              </a:lnTo>
            </a:path>
          </a:pathLst>
        </a:custGeom>
        <a:noFill/>
        <a:ln w="25400" cap="flat" cmpd="sng" algn="ctr">
          <a:solidFill>
            <a:schemeClr val="accent2">
              <a:tint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099096" y="3909890"/>
        <a:ext cx="60935" cy="60935"/>
      </dsp:txXfrm>
    </dsp:sp>
    <dsp:sp modelId="{FE03F011-EC27-46AF-A19E-02428E0487F2}">
      <dsp:nvSpPr>
        <dsp:cNvPr id="0" name=""/>
        <dsp:cNvSpPr/>
      </dsp:nvSpPr>
      <dsp:spPr>
        <a:xfrm>
          <a:off x="6477546" y="4005605"/>
          <a:ext cx="2328435" cy="869955"/>
        </a:xfrm>
        <a:prstGeom prst="roundRect">
          <a:avLst>
            <a:gd name="adj" fmla="val 10000"/>
          </a:avLst>
        </a:prstGeom>
        <a:solidFill>
          <a:schemeClr val="accent2">
            <a:tint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914400" rtl="0" eaLnBrk="1" latinLnBrk="0" hangingPunct="1">
            <a:lnSpc>
              <a:spcPct val="90000"/>
            </a:lnSpc>
            <a:spcBef>
              <a:spcPct val="0"/>
            </a:spcBef>
            <a:spcAft>
              <a:spcPct val="35000"/>
            </a:spcAft>
            <a:buNone/>
          </a:pPr>
          <a:r>
            <a:rPr lang="en-US" sz="2400" kern="1200">
              <a:latin typeface="+mn-lt"/>
              <a:ea typeface="+mn-ea"/>
              <a:cs typeface="+mn-cs"/>
            </a:rPr>
            <a:t>Segmentation with paging</a:t>
          </a:r>
          <a:endParaRPr lang="en-US" sz="2400" kern="1200" dirty="0">
            <a:latin typeface="+mn-lt"/>
            <a:ea typeface="+mn-ea"/>
            <a:cs typeface="+mn-cs"/>
          </a:endParaRPr>
        </a:p>
      </dsp:txBody>
      <dsp:txXfrm>
        <a:off x="6503026" y="4031085"/>
        <a:ext cx="2277475" cy="81899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9/1/2025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9/1/2025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Tree>
    <p:extLst>
      <p:ext uri="{BB962C8B-B14F-4D97-AF65-F5344CB8AC3E}">
        <p14:creationId xmlns:p14="http://schemas.microsoft.com/office/powerpoint/2010/main" val="448294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a:t>
            </a:fld>
            <a:endParaRPr lang="en-US"/>
          </a:p>
        </p:txBody>
      </p:sp>
    </p:spTree>
    <p:extLst>
      <p:ext uri="{BB962C8B-B14F-4D97-AF65-F5344CB8AC3E}">
        <p14:creationId xmlns:p14="http://schemas.microsoft.com/office/powerpoint/2010/main" val="4762014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9945951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538DC-B382-9FFD-B000-29E7AFA767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780DC9-4BA0-1C59-0475-2DEF593078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869365-DEB0-1F4A-239C-8EBBBAB0C35D}"/>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ACA6F5DB-1D9A-DEA9-7EEE-2EC80120A154}"/>
              </a:ext>
            </a:extLst>
          </p:cNvPr>
          <p:cNvSpPr>
            <a:spLocks noGrp="1"/>
          </p:cNvSpPr>
          <p:nvPr>
            <p:ph type="sldNum" sz="quarter" idx="10"/>
          </p:nvPr>
        </p:nvSpPr>
        <p:spPr/>
        <p:txBody>
          <a:bodyPr/>
          <a:lstStyle/>
          <a:p>
            <a:fld id="{1635F52E-BA8C-4FAB-BCFA-C67A14D9CE22}" type="slidenum">
              <a:rPr lang="en-US" smtClean="0"/>
              <a:pPr/>
              <a:t>7</a:t>
            </a:fld>
            <a:endParaRPr lang="en-US"/>
          </a:p>
        </p:txBody>
      </p:sp>
    </p:spTree>
    <p:extLst>
      <p:ext uri="{BB962C8B-B14F-4D97-AF65-F5344CB8AC3E}">
        <p14:creationId xmlns:p14="http://schemas.microsoft.com/office/powerpoint/2010/main" val="2263234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C8101-3798-D24A-71DC-5A33845E66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F44501-90FC-7C29-9890-53263236EA3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18E126F-2A9C-B659-238A-41E5FFF1F1E8}"/>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C02E0799-95A6-6A6D-2274-D41ADE0FA7A4}"/>
              </a:ext>
            </a:extLst>
          </p:cNvPr>
          <p:cNvSpPr>
            <a:spLocks noGrp="1"/>
          </p:cNvSpPr>
          <p:nvPr>
            <p:ph type="sldNum" sz="quarter" idx="10"/>
          </p:nvPr>
        </p:nvSpPr>
        <p:spPr/>
        <p:txBody>
          <a:bodyPr/>
          <a:lstStyle/>
          <a:p>
            <a:fld id="{1635F52E-BA8C-4FAB-BCFA-C67A14D9CE22}" type="slidenum">
              <a:rPr lang="en-US" smtClean="0"/>
              <a:pPr/>
              <a:t>8</a:t>
            </a:fld>
            <a:endParaRPr lang="en-US"/>
          </a:p>
        </p:txBody>
      </p:sp>
    </p:spTree>
    <p:extLst>
      <p:ext uri="{BB962C8B-B14F-4D97-AF65-F5344CB8AC3E}">
        <p14:creationId xmlns:p14="http://schemas.microsoft.com/office/powerpoint/2010/main" val="566218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86616A5-6FEF-4297-BCE3-7206D497CFDD}" type="datetime2">
              <a:rPr lang="en-US" smtClean="0"/>
              <a:t>Monday, September 1, 2025</a:t>
            </a:fld>
            <a:endParaRPr lang="en-US"/>
          </a:p>
        </p:txBody>
      </p:sp>
      <p:sp>
        <p:nvSpPr>
          <p:cNvPr id="5" name="Footer Placeholder 4"/>
          <p:cNvSpPr>
            <a:spLocks noGrp="1"/>
          </p:cNvSpPr>
          <p:nvPr>
            <p:ph type="ftr" sz="quarter" idx="11"/>
          </p:nvPr>
        </p:nvSpPr>
        <p:spPr/>
        <p:txBody>
          <a:bodyPr/>
          <a:lstStyle/>
          <a:p>
            <a:r>
              <a:rPr lang="pt-BR"/>
              <a:t>Mr. Minhaj Nezami            BCSE0403 OS                Unit-4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D62C2F-6444-4D24-9D54-6F97E612EA4E}" type="datetime2">
              <a:rPr lang="en-US" smtClean="0"/>
              <a:t>Monday, September 1, 2025</a:t>
            </a:fld>
            <a:endParaRPr lang="en-US"/>
          </a:p>
        </p:txBody>
      </p:sp>
      <p:sp>
        <p:nvSpPr>
          <p:cNvPr id="5" name="Footer Placeholder 4"/>
          <p:cNvSpPr>
            <a:spLocks noGrp="1"/>
          </p:cNvSpPr>
          <p:nvPr>
            <p:ph type="ftr" sz="quarter" idx="11"/>
          </p:nvPr>
        </p:nvSpPr>
        <p:spPr/>
        <p:txBody>
          <a:bodyPr/>
          <a:lstStyle/>
          <a:p>
            <a:r>
              <a:rPr lang="pt-BR"/>
              <a:t>Mr. Minhaj Nezami            BCSE0403 OS                Unit-4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028A50-1F91-41FF-A955-6CB91713C25A}" type="datetime2">
              <a:rPr lang="en-US" smtClean="0"/>
              <a:t>Monday, September 1, 2025</a:t>
            </a:fld>
            <a:endParaRPr lang="en-US"/>
          </a:p>
        </p:txBody>
      </p:sp>
      <p:sp>
        <p:nvSpPr>
          <p:cNvPr id="5" name="Footer Placeholder 4"/>
          <p:cNvSpPr>
            <a:spLocks noGrp="1"/>
          </p:cNvSpPr>
          <p:nvPr>
            <p:ph type="ftr" sz="quarter" idx="11"/>
          </p:nvPr>
        </p:nvSpPr>
        <p:spPr/>
        <p:txBody>
          <a:bodyPr/>
          <a:lstStyle/>
          <a:p>
            <a:r>
              <a:rPr lang="pt-BR"/>
              <a:t>Mr. Minhaj Nezami            BCSE0403 OS                Unit-4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604D21F-75D7-4296-BA4D-0B380B816BFA}" type="datetime2">
              <a:rPr lang="en-US" smtClean="0"/>
              <a:t>Monday, September 1, 2025</a:t>
            </a:fld>
            <a:endParaRPr lang="en-US"/>
          </a:p>
        </p:txBody>
      </p:sp>
      <p:sp>
        <p:nvSpPr>
          <p:cNvPr id="6" name="Footer Placeholder 5"/>
          <p:cNvSpPr>
            <a:spLocks noGrp="1"/>
          </p:cNvSpPr>
          <p:nvPr>
            <p:ph type="ftr" sz="quarter" idx="11"/>
          </p:nvPr>
        </p:nvSpPr>
        <p:spPr/>
        <p:txBody>
          <a:bodyPr/>
          <a:lstStyle/>
          <a:p>
            <a:r>
              <a:rPr lang="pt-BR"/>
              <a:t>Mr. Minhaj Nezami            BCSE0403 OS                Unit-4</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6A695CC-FAC7-412F-860A-385EB119BFAD}" type="datetime2">
              <a:rPr lang="en-US" smtClean="0"/>
              <a:t>Monday, September 1, 2025</a:t>
            </a:fld>
            <a:endParaRPr lang="en-US"/>
          </a:p>
        </p:txBody>
      </p:sp>
      <p:sp>
        <p:nvSpPr>
          <p:cNvPr id="8" name="Footer Placeholder 7"/>
          <p:cNvSpPr>
            <a:spLocks noGrp="1"/>
          </p:cNvSpPr>
          <p:nvPr>
            <p:ph type="ftr" sz="quarter" idx="11"/>
          </p:nvPr>
        </p:nvSpPr>
        <p:spPr/>
        <p:txBody>
          <a:bodyPr/>
          <a:lstStyle/>
          <a:p>
            <a:r>
              <a:rPr lang="pt-BR"/>
              <a:t>Mr. Minhaj Nezami            BCSE0403 OS                Unit-4</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E9205D5-1B5D-417C-BA7D-2A907F20D3FD}" type="datetime2">
              <a:rPr lang="en-US" smtClean="0"/>
              <a:t>Monday, September 1, 2025</a:t>
            </a:fld>
            <a:endParaRPr lang="en-US"/>
          </a:p>
        </p:txBody>
      </p:sp>
      <p:sp>
        <p:nvSpPr>
          <p:cNvPr id="4" name="Footer Placeholder 3"/>
          <p:cNvSpPr>
            <a:spLocks noGrp="1"/>
          </p:cNvSpPr>
          <p:nvPr>
            <p:ph type="ftr" sz="quarter" idx="11"/>
          </p:nvPr>
        </p:nvSpPr>
        <p:spPr/>
        <p:txBody>
          <a:bodyPr/>
          <a:lstStyle/>
          <a:p>
            <a:r>
              <a:rPr lang="pt-BR"/>
              <a:t>Mr. Minhaj Nezami            BCSE0403 OS                Unit-4</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42DDF3-DFC5-468C-8EA3-4C76DC0147E9}" type="datetime2">
              <a:rPr lang="en-US" smtClean="0"/>
              <a:t>Monday, September 1, 2025</a:t>
            </a:fld>
            <a:endParaRPr lang="en-US"/>
          </a:p>
        </p:txBody>
      </p:sp>
      <p:sp>
        <p:nvSpPr>
          <p:cNvPr id="3" name="Footer Placeholder 2"/>
          <p:cNvSpPr>
            <a:spLocks noGrp="1"/>
          </p:cNvSpPr>
          <p:nvPr>
            <p:ph type="ftr" sz="quarter" idx="11"/>
          </p:nvPr>
        </p:nvSpPr>
        <p:spPr/>
        <p:txBody>
          <a:bodyPr/>
          <a:lstStyle/>
          <a:p>
            <a:r>
              <a:rPr lang="pt-BR"/>
              <a:t>Mr. Minhaj Nezami            BCSE0403 OS                Unit-4</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B38408-0778-4B5D-BC21-BB153A1E6019}" type="datetime2">
              <a:rPr lang="en-US" smtClean="0"/>
              <a:t>Monday, September 1, 2025</a:t>
            </a:fld>
            <a:endParaRPr lang="en-US"/>
          </a:p>
        </p:txBody>
      </p:sp>
      <p:sp>
        <p:nvSpPr>
          <p:cNvPr id="6" name="Footer Placeholder 5"/>
          <p:cNvSpPr>
            <a:spLocks noGrp="1"/>
          </p:cNvSpPr>
          <p:nvPr>
            <p:ph type="ftr" sz="quarter" idx="11"/>
          </p:nvPr>
        </p:nvSpPr>
        <p:spPr/>
        <p:txBody>
          <a:bodyPr/>
          <a:lstStyle/>
          <a:p>
            <a:r>
              <a:rPr lang="pt-BR"/>
              <a:t>Mr. Minhaj Nezami            BCSE0403 OS                Unit-4</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7E4F3B-42D2-4530-A87A-166B9C5FA74E}" type="datetime2">
              <a:rPr lang="en-US" smtClean="0"/>
              <a:t>Monday, September 1, 2025</a:t>
            </a:fld>
            <a:endParaRPr lang="en-US"/>
          </a:p>
        </p:txBody>
      </p:sp>
      <p:sp>
        <p:nvSpPr>
          <p:cNvPr id="6" name="Footer Placeholder 5"/>
          <p:cNvSpPr>
            <a:spLocks noGrp="1"/>
          </p:cNvSpPr>
          <p:nvPr>
            <p:ph type="ftr" sz="quarter" idx="11"/>
          </p:nvPr>
        </p:nvSpPr>
        <p:spPr/>
        <p:txBody>
          <a:bodyPr/>
          <a:lstStyle/>
          <a:p>
            <a:r>
              <a:rPr lang="pt-BR"/>
              <a:t>Mr. Minhaj Nezami            BCSE0403 OS                Unit-4</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8D04AD-EF0B-47A5-9F0F-A4E6A3383576}" type="datetime2">
              <a:rPr lang="en-US" smtClean="0"/>
              <a:t>Monday, September 1, 2025</a:t>
            </a:fld>
            <a:endParaRPr lang="en-US"/>
          </a:p>
        </p:txBody>
      </p:sp>
      <p:sp>
        <p:nvSpPr>
          <p:cNvPr id="5" name="Footer Placeholder 4"/>
          <p:cNvSpPr>
            <a:spLocks noGrp="1"/>
          </p:cNvSpPr>
          <p:nvPr>
            <p:ph type="ftr" sz="quarter" idx="11"/>
          </p:nvPr>
        </p:nvSpPr>
        <p:spPr/>
        <p:txBody>
          <a:bodyPr/>
          <a:lstStyle/>
          <a:p>
            <a:r>
              <a:rPr lang="pt-BR"/>
              <a:t>Mr. Minhaj Nezami            BCSE0403 OS                Unit-4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AA90D4-139A-427A-A970-7932E974FFE8}" type="datetime2">
              <a:rPr lang="en-US" smtClean="0"/>
              <a:t>Monday, September 1, 2025</a:t>
            </a:fld>
            <a:endParaRPr lang="en-US"/>
          </a:p>
        </p:txBody>
      </p:sp>
      <p:sp>
        <p:nvSpPr>
          <p:cNvPr id="5" name="Footer Placeholder 4"/>
          <p:cNvSpPr>
            <a:spLocks noGrp="1"/>
          </p:cNvSpPr>
          <p:nvPr>
            <p:ph type="ftr" sz="quarter" idx="11"/>
          </p:nvPr>
        </p:nvSpPr>
        <p:spPr/>
        <p:txBody>
          <a:bodyPr/>
          <a:lstStyle/>
          <a:p>
            <a:r>
              <a:rPr lang="pt-BR"/>
              <a:t>Mr. Minhaj Nezami            BCSE0403 OS                Unit-4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1167AD-ECB9-4E1A-A0AE-F1B084057DA4}" type="datetime2">
              <a:rPr lang="en-US" smtClean="0"/>
              <a:t>Monday, September 1, 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pt-BR"/>
              <a:t>Mr. Minhaj Nezami            BCSE0403 OS                Unit-4</a:t>
            </a: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35.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 Type="http://schemas.openxmlformats.org/officeDocument/2006/relationships/image" Target="../media/image3.jpeg"/><Relationship Id="rId16" Type="http://schemas.openxmlformats.org/officeDocument/2006/relationships/image" Target="../media/image33.png"/><Relationship Id="rId20"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19" Type="http://schemas.openxmlformats.org/officeDocument/2006/relationships/image" Target="../media/image36.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7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18" Type="http://schemas.openxmlformats.org/officeDocument/2006/relationships/image" Target="../media/image36.png"/><Relationship Id="rId3" Type="http://schemas.openxmlformats.org/officeDocument/2006/relationships/image" Target="../media/image20.png"/><Relationship Id="rId7" Type="http://schemas.openxmlformats.org/officeDocument/2006/relationships/image" Target="../media/image25.png"/><Relationship Id="rId12" Type="http://schemas.openxmlformats.org/officeDocument/2006/relationships/image" Target="../media/image30.png"/><Relationship Id="rId17" Type="http://schemas.openxmlformats.org/officeDocument/2006/relationships/image" Target="../media/image35.png"/><Relationship Id="rId2" Type="http://schemas.openxmlformats.org/officeDocument/2006/relationships/image" Target="../media/image3.jpeg"/><Relationship Id="rId16"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png"/><Relationship Id="rId10" Type="http://schemas.openxmlformats.org/officeDocument/2006/relationships/image" Target="../media/image28.png"/><Relationship Id="rId19" Type="http://schemas.openxmlformats.org/officeDocument/2006/relationships/image" Target="../media/image37.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s>
</file>

<file path=ppt/slides/_rels/slide8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35.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 Type="http://schemas.openxmlformats.org/officeDocument/2006/relationships/image" Target="../media/image3.jpeg"/><Relationship Id="rId16" Type="http://schemas.openxmlformats.org/officeDocument/2006/relationships/image" Target="../media/image33.png"/><Relationship Id="rId20"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19" Type="http://schemas.openxmlformats.org/officeDocument/2006/relationships/image" Target="../media/image36.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8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hyperlink" Target="https://www.youtube.com/watch?v=LLhgnIYpQaI" TargetMode="Externa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hyperlink" Target="https://nptel.ac.in/courses/106108101" TargetMode="External"/><Relationship Id="rId5" Type="http://schemas.openxmlformats.org/officeDocument/2006/relationships/hyperlink" Target="https://www.youtube.com/watch?v=xAvC-MJ_Sz8" TargetMode="External"/><Relationship Id="rId4" Type="http://schemas.openxmlformats.org/officeDocument/2006/relationships/hyperlink" Target="https://www.youtube.com/playlist?list=PLmXKhU9FNesSFvj6gASuWmQd23Ul5omtD" TargetMode="External"/></Relationships>
</file>

<file path=ppt/slides/_rels/slide10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0"/>
            <a:ext cx="9982200" cy="909036"/>
          </a:xfr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a:noAutofit/>
          </a:bodyPr>
          <a:lstStyle/>
          <a:p>
            <a:r>
              <a:rPr lang="en-US" sz="2800" dirty="0" err="1"/>
              <a:t>Noida</a:t>
            </a:r>
            <a:r>
              <a:rPr lang="en-US" sz="2800" dirty="0"/>
              <a:t> Institute of Engineering and Technology, Greater </a:t>
            </a:r>
            <a:r>
              <a:rPr lang="en-US" sz="2800" dirty="0" err="1"/>
              <a:t>Noida</a:t>
            </a:r>
            <a:endParaRPr lang="en-US" sz="2800" dirty="0"/>
          </a:p>
        </p:txBody>
      </p:sp>
      <p:sp>
        <p:nvSpPr>
          <p:cNvPr id="3" name="Subtitle 2"/>
          <p:cNvSpPr>
            <a:spLocks noGrp="1"/>
          </p:cNvSpPr>
          <p:nvPr>
            <p:ph type="subTitle" idx="1"/>
          </p:nvPr>
        </p:nvSpPr>
        <p:spPr>
          <a:xfrm>
            <a:off x="1828800" y="1213837"/>
            <a:ext cx="9448800" cy="767363"/>
          </a:xfrm>
          <a:ln>
            <a:solidFill>
              <a:schemeClr val="accent2"/>
            </a:solidFill>
          </a:ln>
        </p:spPr>
        <p:style>
          <a:lnRef idx="2">
            <a:schemeClr val="accent5"/>
          </a:lnRef>
          <a:fillRef idx="1">
            <a:schemeClr val="lt1"/>
          </a:fillRef>
          <a:effectRef idx="0">
            <a:schemeClr val="accent5"/>
          </a:effectRef>
          <a:fontRef idx="minor">
            <a:schemeClr val="dk1"/>
          </a:fontRef>
        </p:style>
        <p:txBody>
          <a:bodyPr>
            <a:normAutofit/>
          </a:bodyPr>
          <a:lstStyle/>
          <a:p>
            <a:r>
              <a:rPr lang="en-US" sz="2500" dirty="0">
                <a:solidFill>
                  <a:schemeClr val="tx1"/>
                </a:solidFill>
              </a:rPr>
              <a:t>Memory Management</a:t>
            </a:r>
          </a:p>
        </p:txBody>
      </p:sp>
      <p:sp>
        <p:nvSpPr>
          <p:cNvPr id="6" name="Subtitle 2"/>
          <p:cNvSpPr txBox="1">
            <a:spLocks/>
          </p:cNvSpPr>
          <p:nvPr/>
        </p:nvSpPr>
        <p:spPr>
          <a:xfrm>
            <a:off x="8991600" y="4222750"/>
            <a:ext cx="3048000" cy="17526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400" dirty="0">
                <a:solidFill>
                  <a:schemeClr val="tx1"/>
                </a:solidFill>
              </a:rPr>
              <a:t>Mr. Minhaj Nezami</a:t>
            </a:r>
          </a:p>
          <a:p>
            <a:pPr algn="ctr">
              <a:spcBef>
                <a:spcPct val="20000"/>
              </a:spcBef>
              <a:defRPr/>
            </a:pPr>
            <a:r>
              <a:rPr lang="en-US" sz="2400" dirty="0">
                <a:solidFill>
                  <a:schemeClr val="tx1"/>
                </a:solidFill>
              </a:rPr>
              <a:t>Assistant Professor</a:t>
            </a:r>
          </a:p>
          <a:p>
            <a:pPr algn="ctr">
              <a:spcBef>
                <a:spcPct val="20000"/>
              </a:spcBef>
              <a:defRPr/>
            </a:pPr>
            <a:r>
              <a:rPr lang="en-US" sz="2400" dirty="0">
                <a:solidFill>
                  <a:schemeClr val="tx1"/>
                </a:solidFill>
              </a:rPr>
              <a:t>Department of IT</a:t>
            </a: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1905000" y="5943600"/>
            <a:ext cx="533400" cy="533400"/>
          </a:xfrm>
          <a:prstGeom prst="rect">
            <a:avLst/>
          </a:prstGeom>
          <a:noFill/>
        </p:spPr>
      </p:pic>
      <p:sp>
        <p:nvSpPr>
          <p:cNvPr id="9" name="Date Placeholder 8"/>
          <p:cNvSpPr>
            <a:spLocks noGrp="1"/>
          </p:cNvSpPr>
          <p:nvPr>
            <p:ph type="dt" sz="half" idx="10"/>
          </p:nvPr>
        </p:nvSpPr>
        <p:spPr>
          <a:xfrm>
            <a:off x="1905000" y="6492876"/>
            <a:ext cx="2133600" cy="365125"/>
          </a:xfrm>
        </p:spPr>
        <p:txBody>
          <a:bodyPr/>
          <a:lstStyle/>
          <a:p>
            <a:fld id="{5CCF7E1A-D902-479D-B31F-829B56F6EC3E}" type="datetime2">
              <a:rPr lang="en-US" smtClean="0"/>
              <a:t>Monday, September 1, 2025</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dirty="0"/>
          </a:p>
        </p:txBody>
      </p:sp>
      <p:pic>
        <p:nvPicPr>
          <p:cNvPr id="11" name="Picture 4" descr="C:\Users\Manks\Downloads\speak.png"/>
          <p:cNvPicPr>
            <a:picLocks noChangeAspect="1" noChangeArrowheads="1"/>
          </p:cNvPicPr>
          <p:nvPr/>
        </p:nvPicPr>
        <p:blipFill>
          <a:blip r:embed="rId4" cstate="print"/>
          <a:srcRect/>
          <a:stretch>
            <a:fillRect/>
          </a:stretch>
        </p:blipFill>
        <p:spPr bwMode="auto">
          <a:xfrm>
            <a:off x="9677400" y="2508250"/>
            <a:ext cx="1524000" cy="1524000"/>
          </a:xfrm>
          <a:prstGeom prst="rect">
            <a:avLst/>
          </a:prstGeom>
          <a:noFill/>
        </p:spPr>
      </p:pic>
      <p:sp>
        <p:nvSpPr>
          <p:cNvPr id="12" name="Subtitle 2"/>
          <p:cNvSpPr txBox="1">
            <a:spLocks/>
          </p:cNvSpPr>
          <p:nvPr/>
        </p:nvSpPr>
        <p:spPr>
          <a:xfrm>
            <a:off x="381000" y="2895600"/>
            <a:ext cx="2057400" cy="5334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500" dirty="0">
                <a:solidFill>
                  <a:schemeClr val="tx1"/>
                </a:solidFill>
              </a:rPr>
              <a:t>Unit: 4</a:t>
            </a:r>
          </a:p>
        </p:txBody>
      </p:sp>
      <p:sp>
        <p:nvSpPr>
          <p:cNvPr id="13" name="Footer Placeholder 12"/>
          <p:cNvSpPr>
            <a:spLocks noGrp="1"/>
          </p:cNvSpPr>
          <p:nvPr>
            <p:ph type="ftr" sz="quarter" idx="11"/>
          </p:nvPr>
        </p:nvSpPr>
        <p:spPr>
          <a:xfrm>
            <a:off x="3810000" y="6248401"/>
            <a:ext cx="5029200" cy="365125"/>
          </a:xfrm>
        </p:spPr>
        <p:txBody>
          <a:bodyPr/>
          <a:lstStyle/>
          <a:p>
            <a:r>
              <a:rPr lang="pt-BR" dirty="0"/>
              <a:t>Mr. Minhaj Nezami                                                                          Unit-4</a:t>
            </a:r>
            <a:endParaRPr lang="en-US" dirty="0"/>
          </a:p>
        </p:txBody>
      </p:sp>
      <p:sp>
        <p:nvSpPr>
          <p:cNvPr id="14" name="Subtitle 2"/>
          <p:cNvSpPr txBox="1">
            <a:spLocks/>
          </p:cNvSpPr>
          <p:nvPr/>
        </p:nvSpPr>
        <p:spPr>
          <a:xfrm>
            <a:off x="341671" y="3749675"/>
            <a:ext cx="4191000" cy="8382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Operating Systems </a:t>
            </a:r>
          </a:p>
        </p:txBody>
      </p:sp>
      <p:sp>
        <p:nvSpPr>
          <p:cNvPr id="15" name="Subtitle 2"/>
          <p:cNvSpPr txBox="1">
            <a:spLocks/>
          </p:cNvSpPr>
          <p:nvPr/>
        </p:nvSpPr>
        <p:spPr>
          <a:xfrm>
            <a:off x="341671" y="4908550"/>
            <a:ext cx="4191000" cy="8382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Course Details</a:t>
            </a:r>
            <a:br>
              <a:rPr lang="en-US" sz="2000" dirty="0">
                <a:solidFill>
                  <a:schemeClr val="tx1"/>
                </a:solidFill>
              </a:rPr>
            </a:br>
            <a:r>
              <a:rPr lang="en-US" sz="2000" dirty="0">
                <a:solidFill>
                  <a:schemeClr val="tx1"/>
                </a:solidFill>
              </a:rPr>
              <a:t>(B Tech 3</a:t>
            </a:r>
            <a:r>
              <a:rPr lang="en-US" sz="2000" baseline="30000" dirty="0">
                <a:solidFill>
                  <a:schemeClr val="tx1"/>
                </a:solidFill>
              </a:rPr>
              <a:t>rd</a:t>
            </a:r>
            <a:r>
              <a:rPr lang="en-US" sz="2000" dirty="0">
                <a:solidFill>
                  <a:schemeClr val="tx1"/>
                </a:solidFill>
              </a:rPr>
              <a:t> Sem)</a:t>
            </a:r>
          </a:p>
        </p:txBody>
      </p:sp>
      <p:pic>
        <p:nvPicPr>
          <p:cNvPr id="7" name="Picture 6"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4" name="Picture 3" descr="A person in a suit and tie&#10;&#10;AI-generated content may be incorrect.">
            <a:extLst>
              <a:ext uri="{FF2B5EF4-FFF2-40B4-BE49-F238E27FC236}">
                <a16:creationId xmlns:a16="http://schemas.microsoft.com/office/drawing/2014/main" id="{A74F0C26-992E-109F-C140-ED9BB2B67CA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8850" y="2475695"/>
            <a:ext cx="1333500" cy="15891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305CF5EC-E0A3-4C12-AF97-1CD6D496ADC2}" type="datetime2">
              <a:rPr lang="en-US" smtClean="0"/>
              <a:t>Monday, September 1, 2025</a:t>
            </a:fld>
            <a:endParaRPr lang="en-US" dirty="0"/>
          </a:p>
        </p:txBody>
      </p:sp>
      <p:sp>
        <p:nvSpPr>
          <p:cNvPr id="5" name="Footer Placeholder 4"/>
          <p:cNvSpPr>
            <a:spLocks noGrp="1"/>
          </p:cNvSpPr>
          <p:nvPr>
            <p:ph type="ftr" sz="quarter" idx="11"/>
          </p:nvPr>
        </p:nvSpPr>
        <p:spPr>
          <a:xfrm>
            <a:off x="2612773" y="6341942"/>
            <a:ext cx="5413629" cy="363327"/>
          </a:xfrm>
        </p:spPr>
        <p:txBody>
          <a:bodyPr/>
          <a:lstStyle/>
          <a:p>
            <a:r>
              <a:rPr lang="pt-BR"/>
              <a:t>Mr. Minhaj Nezami            BCSE0403 OS                Unit-4</a:t>
            </a:r>
            <a:endParaRPr lang="en-US" dirty="0"/>
          </a:p>
        </p:txBody>
      </p:sp>
      <p:sp>
        <p:nvSpPr>
          <p:cNvPr id="6" name="Slide Number Placeholder 5"/>
          <p:cNvSpPr>
            <a:spLocks noGrp="1"/>
          </p:cNvSpPr>
          <p:nvPr>
            <p:ph type="sldNum" sz="quarter" idx="12"/>
          </p:nvPr>
        </p:nvSpPr>
        <p:spPr/>
        <p:txBody>
          <a:bodyPr/>
          <a:lstStyle/>
          <a:p>
            <a:pPr>
              <a:defRPr/>
            </a:pPr>
            <a:fld id="{18489F6E-009F-4481-9318-50784B4F5F86}" type="slidenum">
              <a:rPr lang="en-US"/>
              <a:pPr>
                <a:defRPr/>
              </a:pPr>
              <a:t>2</a:t>
            </a:fld>
            <a:endParaRPr lang="en-US"/>
          </a:p>
        </p:txBody>
      </p:sp>
      <p:pic>
        <p:nvPicPr>
          <p:cNvPr id="3079" name="Picture 2" descr="C:\Users\admin\Desktop\LOGONIET.png"/>
          <p:cNvPicPr>
            <a:picLocks noChangeAspect="1" noChangeArrowheads="1"/>
          </p:cNvPicPr>
          <p:nvPr/>
        </p:nvPicPr>
        <p:blipFill>
          <a:blip r:embed="rId3" cstate="print"/>
          <a:srcRect/>
          <a:stretch>
            <a:fillRect/>
          </a:stretch>
        </p:blipFill>
        <p:spPr bwMode="auto">
          <a:xfrm>
            <a:off x="3" y="16887"/>
            <a:ext cx="1904971" cy="843551"/>
          </a:xfrm>
          <a:prstGeom prst="rect">
            <a:avLst/>
          </a:prstGeom>
          <a:noFill/>
          <a:ln w="9525">
            <a:noFill/>
            <a:miter lim="800000"/>
            <a:headEnd/>
            <a:tailEnd/>
          </a:ln>
        </p:spPr>
      </p:pic>
      <p:sp>
        <p:nvSpPr>
          <p:cNvPr id="12" name="Title 1"/>
          <p:cNvSpPr>
            <a:spLocks noGrp="1"/>
          </p:cNvSpPr>
          <p:nvPr>
            <p:ph type="title"/>
          </p:nvPr>
        </p:nvSpPr>
        <p:spPr>
          <a:xfrm>
            <a:off x="2000225" y="16884"/>
            <a:ext cx="10191778" cy="853011"/>
          </a:xfrm>
          <a:solidFill>
            <a:srgbClr val="00B0F0"/>
          </a:solidFill>
        </p:spPr>
        <p:style>
          <a:lnRef idx="1">
            <a:schemeClr val="accent5"/>
          </a:lnRef>
          <a:fillRef idx="2">
            <a:schemeClr val="accent5"/>
          </a:fillRef>
          <a:effectRef idx="1">
            <a:schemeClr val="accent5"/>
          </a:effectRef>
          <a:fontRef idx="minor">
            <a:schemeClr val="dk1"/>
          </a:fontRef>
        </p:style>
        <p:txBody>
          <a:bodyPr>
            <a:noAutofit/>
          </a:bodyPr>
          <a:lstStyle/>
          <a:p>
            <a:r>
              <a:rPr lang="en-US" sz="3284" dirty="0" err="1"/>
              <a:t>Noida</a:t>
            </a:r>
            <a:r>
              <a:rPr lang="en-US" sz="3284" dirty="0"/>
              <a:t> Institute of Engineering and Technology, Greater </a:t>
            </a:r>
            <a:r>
              <a:rPr lang="en-US" sz="3284" dirty="0" err="1"/>
              <a:t>Noida</a:t>
            </a:r>
            <a:endParaRPr lang="en-US" sz="3284"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419" y="16859"/>
            <a:ext cx="2198920" cy="942604"/>
          </a:xfrm>
          <a:prstGeom prst="rect">
            <a:avLst/>
          </a:prstGeom>
        </p:spPr>
      </p:pic>
      <p:sp>
        <p:nvSpPr>
          <p:cNvPr id="9" name="Title 1"/>
          <p:cNvSpPr txBox="1">
            <a:spLocks/>
          </p:cNvSpPr>
          <p:nvPr/>
        </p:nvSpPr>
        <p:spPr>
          <a:xfrm>
            <a:off x="2186255" y="16883"/>
            <a:ext cx="9995168" cy="954011"/>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8787" tIns="49394" rIns="98787" bIns="49394" rtlCol="0" anchor="ctr">
            <a:noAutofit/>
          </a:bodyPr>
          <a:lstStyle/>
          <a:p>
            <a:pPr algn="ctr" defTabSz="987899">
              <a:spcBef>
                <a:spcPct val="0"/>
              </a:spcBef>
              <a:defRPr/>
            </a:pPr>
            <a:r>
              <a:rPr lang="en-US" sz="2786" dirty="0"/>
              <a:t>Syllabus Of Course </a:t>
            </a:r>
          </a:p>
        </p:txBody>
      </p:sp>
      <p:graphicFrame>
        <p:nvGraphicFramePr>
          <p:cNvPr id="2" name="Content Placeholder 1">
            <a:extLst>
              <a:ext uri="{FF2B5EF4-FFF2-40B4-BE49-F238E27FC236}">
                <a16:creationId xmlns:a16="http://schemas.microsoft.com/office/drawing/2014/main" id="{978376C8-2129-DFA6-25C9-FCB1E2B68FD6}"/>
              </a:ext>
            </a:extLst>
          </p:cNvPr>
          <p:cNvGraphicFramePr>
            <a:graphicFrameLocks noGrp="1"/>
          </p:cNvGraphicFramePr>
          <p:nvPr>
            <p:ph idx="1"/>
            <p:extLst>
              <p:ext uri="{D42A27DB-BD31-4B8C-83A1-F6EECF244321}">
                <p14:modId xmlns:p14="http://schemas.microsoft.com/office/powerpoint/2010/main" val="3961195611"/>
              </p:ext>
            </p:extLst>
          </p:nvPr>
        </p:nvGraphicFramePr>
        <p:xfrm>
          <a:off x="5682870" y="-9893176"/>
          <a:ext cx="4361175" cy="6711480"/>
        </p:xfrm>
        <a:graphic>
          <a:graphicData uri="http://schemas.openxmlformats.org/drawingml/2006/table">
            <a:tbl>
              <a:tblPr firstRow="1" firstCol="1" lastRow="1" lastCol="1" bandRow="1" bandCol="1">
                <a:tableStyleId>{5C22544A-7EE6-4342-B048-85BDC9FD1C3A}</a:tableStyleId>
              </a:tblPr>
              <a:tblGrid>
                <a:gridCol w="296577">
                  <a:extLst>
                    <a:ext uri="{9D8B030D-6E8A-4147-A177-3AD203B41FA5}">
                      <a16:colId xmlns:a16="http://schemas.microsoft.com/office/drawing/2014/main" val="3780968853"/>
                    </a:ext>
                  </a:extLst>
                </a:gridCol>
                <a:gridCol w="1364840">
                  <a:extLst>
                    <a:ext uri="{9D8B030D-6E8A-4147-A177-3AD203B41FA5}">
                      <a16:colId xmlns:a16="http://schemas.microsoft.com/office/drawing/2014/main" val="696821849"/>
                    </a:ext>
                  </a:extLst>
                </a:gridCol>
                <a:gridCol w="1364840">
                  <a:extLst>
                    <a:ext uri="{9D8B030D-6E8A-4147-A177-3AD203B41FA5}">
                      <a16:colId xmlns:a16="http://schemas.microsoft.com/office/drawing/2014/main" val="1573070970"/>
                    </a:ext>
                  </a:extLst>
                </a:gridCol>
                <a:gridCol w="267067">
                  <a:extLst>
                    <a:ext uri="{9D8B030D-6E8A-4147-A177-3AD203B41FA5}">
                      <a16:colId xmlns:a16="http://schemas.microsoft.com/office/drawing/2014/main" val="4212003508"/>
                    </a:ext>
                  </a:extLst>
                </a:gridCol>
                <a:gridCol w="385531">
                  <a:extLst>
                    <a:ext uri="{9D8B030D-6E8A-4147-A177-3AD203B41FA5}">
                      <a16:colId xmlns:a16="http://schemas.microsoft.com/office/drawing/2014/main" val="2664263749"/>
                    </a:ext>
                  </a:extLst>
                </a:gridCol>
                <a:gridCol w="385531">
                  <a:extLst>
                    <a:ext uri="{9D8B030D-6E8A-4147-A177-3AD203B41FA5}">
                      <a16:colId xmlns:a16="http://schemas.microsoft.com/office/drawing/2014/main" val="2409378600"/>
                    </a:ext>
                  </a:extLst>
                </a:gridCol>
                <a:gridCol w="296789">
                  <a:extLst>
                    <a:ext uri="{9D8B030D-6E8A-4147-A177-3AD203B41FA5}">
                      <a16:colId xmlns:a16="http://schemas.microsoft.com/office/drawing/2014/main" val="1285513168"/>
                    </a:ext>
                  </a:extLst>
                </a:gridCol>
              </a:tblGrid>
              <a:tr h="53632">
                <a:tc gridSpan="7">
                  <a:txBody>
                    <a:bodyPr/>
                    <a:lstStyle/>
                    <a:p>
                      <a:pPr algn="l">
                        <a:lnSpc>
                          <a:spcPct val="115000"/>
                        </a:lnSpc>
                        <a:spcAft>
                          <a:spcPts val="1000"/>
                        </a:spcAft>
                        <a:buNone/>
                      </a:pPr>
                      <a:r>
                        <a:rPr lang="en-US" sz="200">
                          <a:effectLst/>
                        </a:rPr>
                        <a:t>Subject Name:  </a:t>
                      </a:r>
                      <a:r>
                        <a:rPr lang="en-GB" sz="200">
                          <a:effectLst/>
                        </a:rPr>
                        <a:t>Operating Systems                                        </a:t>
                      </a:r>
                      <a:r>
                        <a:rPr lang="en-US" sz="200">
                          <a:effectLst/>
                        </a:rPr>
                        <a:t>                                                                                                     L-T-P [2-0-0]</a:t>
                      </a:r>
                      <a:endParaRPr lang="en-IN" sz="100">
                        <a:effectLst/>
                        <a:latin typeface="Calibri" panose="020F0502020204030204" pitchFamily="34" charset="0"/>
                        <a:ea typeface="Times New Roman" panose="02020603050405020304" pitchFamily="18" charset="0"/>
                        <a:cs typeface="Mangal" panose="02040503050203030202"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235285679"/>
                  </a:ext>
                </a:extLst>
              </a:tr>
              <a:tr h="53632">
                <a:tc gridSpan="7">
                  <a:txBody>
                    <a:bodyPr/>
                    <a:lstStyle/>
                    <a:p>
                      <a:pPr algn="l">
                        <a:lnSpc>
                          <a:spcPct val="115000"/>
                        </a:lnSpc>
                        <a:spcAft>
                          <a:spcPts val="1000"/>
                        </a:spcAft>
                        <a:buNone/>
                      </a:pPr>
                      <a:r>
                        <a:rPr lang="en-US" sz="200">
                          <a:effectLst/>
                        </a:rPr>
                        <a:t>Subject Code:                                                                              Applicable in Department:  CSE/CSE-R/IT/CS/AI/AIML/ IOT/DS/CYS</a:t>
                      </a:r>
                      <a:endParaRPr lang="en-IN" sz="100">
                        <a:effectLst/>
                        <a:latin typeface="Calibri" panose="020F0502020204030204" pitchFamily="34" charset="0"/>
                        <a:ea typeface="Times New Roman" panose="02020603050405020304" pitchFamily="18" charset="0"/>
                        <a:cs typeface="Mangal" panose="02040503050203030202"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422505393"/>
                  </a:ext>
                </a:extLst>
              </a:tr>
              <a:tr h="53632">
                <a:tc gridSpan="7">
                  <a:txBody>
                    <a:bodyPr/>
                    <a:lstStyle/>
                    <a:p>
                      <a:pPr algn="just">
                        <a:lnSpc>
                          <a:spcPct val="115000"/>
                        </a:lnSpc>
                        <a:spcAft>
                          <a:spcPts val="1000"/>
                        </a:spcAft>
                        <a:buNone/>
                      </a:pPr>
                      <a:r>
                        <a:rPr lang="en-US" sz="200">
                          <a:effectLst/>
                        </a:rPr>
                        <a:t>Pre-requisites of the Subject: Basic understanding of C/ C++ Programming, Data structures &amp; algorithms, Computer Organization &amp; architectures.</a:t>
                      </a:r>
                      <a:endParaRPr lang="en-IN" sz="100">
                        <a:effectLst/>
                        <a:latin typeface="Calibri" panose="020F0502020204030204" pitchFamily="34" charset="0"/>
                        <a:ea typeface="Times New Roman" panose="02020603050405020304" pitchFamily="18" charset="0"/>
                        <a:cs typeface="Mangal" panose="02040503050203030202"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89383606"/>
                  </a:ext>
                </a:extLst>
              </a:tr>
              <a:tr h="108888">
                <a:tc gridSpan="7">
                  <a:txBody>
                    <a:bodyPr/>
                    <a:lstStyle/>
                    <a:p>
                      <a:pPr algn="just">
                        <a:lnSpc>
                          <a:spcPct val="115000"/>
                        </a:lnSpc>
                        <a:spcAft>
                          <a:spcPts val="1000"/>
                        </a:spcAft>
                        <a:buNone/>
                      </a:pPr>
                      <a:r>
                        <a:rPr lang="en-US" sz="200">
                          <a:effectLst/>
                        </a:rPr>
                        <a:t>Course Objective-The objective of the course is to provide a foundational understanding of operating system concepts, including system architecture, process and thread management, concurrency, deadlock, resource management, memory and file systems, Linux shell scripting, and an introduction to virtualization and distributed systems</a:t>
                      </a:r>
                      <a:r>
                        <a:rPr lang="en-IN" sz="200">
                          <a:effectLst/>
                        </a:rPr>
                        <a:t>.</a:t>
                      </a:r>
                      <a:endParaRPr lang="en-IN" sz="100">
                        <a:effectLst/>
                        <a:latin typeface="Calibri" panose="020F0502020204030204" pitchFamily="34" charset="0"/>
                        <a:ea typeface="Times New Roman" panose="02020603050405020304" pitchFamily="18" charset="0"/>
                        <a:cs typeface="Mangal" panose="02040503050203030202"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6041973"/>
                  </a:ext>
                </a:extLst>
              </a:tr>
              <a:tr h="39111">
                <a:tc gridSpan="7">
                  <a:txBody>
                    <a:bodyPr/>
                    <a:lstStyle/>
                    <a:p>
                      <a:pPr marL="917575" marR="99060" indent="-796290" algn="ctr">
                        <a:lnSpc>
                          <a:spcPct val="107000"/>
                        </a:lnSpc>
                        <a:buNone/>
                      </a:pPr>
                      <a:r>
                        <a:rPr lang="en-US" sz="200">
                          <a:effectLst/>
                        </a:rPr>
                        <a:t>Course</a:t>
                      </a:r>
                      <a:r>
                        <a:rPr lang="en-US" sz="200" spc="-30">
                          <a:effectLst/>
                        </a:rPr>
                        <a:t> </a:t>
                      </a:r>
                      <a:r>
                        <a:rPr lang="en-US" sz="200">
                          <a:effectLst/>
                        </a:rPr>
                        <a:t>Outcomes</a:t>
                      </a:r>
                      <a:r>
                        <a:rPr lang="en-US" sz="200" spc="-25">
                          <a:effectLst/>
                        </a:rPr>
                        <a:t> </a:t>
                      </a:r>
                      <a:r>
                        <a:rPr lang="en-US" sz="200">
                          <a:effectLst/>
                        </a:rPr>
                        <a:t>(CO)</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367650611"/>
                  </a:ext>
                </a:extLst>
              </a:tr>
              <a:tr h="153089">
                <a:tc gridSpan="6">
                  <a:txBody>
                    <a:bodyPr/>
                    <a:lstStyle/>
                    <a:p>
                      <a:pPr algn="l">
                        <a:lnSpc>
                          <a:spcPct val="107000"/>
                        </a:lnSpc>
                        <a:spcBef>
                          <a:spcPts val="55"/>
                        </a:spcBef>
                        <a:buNone/>
                      </a:pPr>
                      <a:r>
                        <a:rPr lang="en-US" sz="200">
                          <a:effectLst/>
                        </a:rPr>
                        <a:t>Course outcome: After completion of this course, students will be able to:</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ctr">
                        <a:lnSpc>
                          <a:spcPct val="107000"/>
                        </a:lnSpc>
                        <a:spcBef>
                          <a:spcPts val="55"/>
                        </a:spcBef>
                        <a:buNone/>
                      </a:pPr>
                      <a:r>
                        <a:rPr lang="en-US" sz="200">
                          <a:effectLst/>
                        </a:rPr>
                        <a:t>Bloom’s</a:t>
                      </a:r>
                      <a:r>
                        <a:rPr lang="en-US" sz="200" spc="-55">
                          <a:effectLst/>
                        </a:rPr>
                        <a:t> </a:t>
                      </a:r>
                      <a:r>
                        <a:rPr lang="en-US" sz="200">
                          <a:effectLst/>
                        </a:rPr>
                        <a:t>Knowledge</a:t>
                      </a:r>
                      <a:r>
                        <a:rPr lang="en-US" sz="200" spc="-75">
                          <a:effectLst/>
                        </a:rPr>
                        <a:t> </a:t>
                      </a:r>
                      <a:r>
                        <a:rPr lang="en-US" sz="200">
                          <a:effectLst/>
                        </a:rPr>
                        <a:t>Level</a:t>
                      </a:r>
                      <a:r>
                        <a:rPr lang="en-US" sz="200" spc="-335">
                          <a:effectLst/>
                        </a:rPr>
                        <a:t> </a:t>
                      </a:r>
                      <a:r>
                        <a:rPr lang="en-US" sz="200">
                          <a:effectLst/>
                        </a:rPr>
                        <a:t>(KL)</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extLst>
                  <a:ext uri="{0D108BD9-81ED-4DB2-BD59-A6C34878D82A}">
                    <a16:rowId xmlns:a16="http://schemas.microsoft.com/office/drawing/2014/main" val="1530748613"/>
                  </a:ext>
                </a:extLst>
              </a:tr>
              <a:tr h="53632">
                <a:tc>
                  <a:txBody>
                    <a:bodyPr/>
                    <a:lstStyle/>
                    <a:p>
                      <a:pPr marL="11430" algn="ctr">
                        <a:lnSpc>
                          <a:spcPts val="1340"/>
                        </a:lnSpc>
                        <a:buNone/>
                      </a:pPr>
                      <a:r>
                        <a:rPr lang="en-US" sz="200">
                          <a:effectLst/>
                        </a:rPr>
                        <a:t>CO 1</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gridSpan="5">
                  <a:txBody>
                    <a:bodyPr/>
                    <a:lstStyle/>
                    <a:p>
                      <a:pPr algn="just">
                        <a:lnSpc>
                          <a:spcPct val="115000"/>
                        </a:lnSpc>
                        <a:spcAft>
                          <a:spcPts val="1000"/>
                        </a:spcAft>
                        <a:buNone/>
                      </a:pPr>
                      <a:r>
                        <a:rPr lang="en-US" sz="200">
                          <a:effectLst/>
                        </a:rPr>
                        <a:t>Understand operating systems architecture and types, and use the Linux CLI for basic Operations. </a:t>
                      </a:r>
                      <a:endParaRPr lang="en-IN" sz="100">
                        <a:effectLst/>
                        <a:latin typeface="Calibri" panose="020F0502020204030204" pitchFamily="34" charset="0"/>
                        <a:ea typeface="Times New Roman" panose="02020603050405020304" pitchFamily="18" charset="0"/>
                        <a:cs typeface="Mangal" panose="02040503050203030202"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marL="8890" algn="ctr">
                        <a:lnSpc>
                          <a:spcPts val="1340"/>
                        </a:lnSpc>
                        <a:buNone/>
                      </a:pPr>
                      <a:r>
                        <a:rPr lang="en-US" sz="200">
                          <a:effectLst/>
                        </a:rPr>
                        <a:t>K2</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tc>
                <a:extLst>
                  <a:ext uri="{0D108BD9-81ED-4DB2-BD59-A6C34878D82A}">
                    <a16:rowId xmlns:a16="http://schemas.microsoft.com/office/drawing/2014/main" val="4087342117"/>
                  </a:ext>
                </a:extLst>
              </a:tr>
              <a:tr h="39254">
                <a:tc>
                  <a:txBody>
                    <a:bodyPr/>
                    <a:lstStyle/>
                    <a:p>
                      <a:pPr marL="11430" algn="ctr">
                        <a:lnSpc>
                          <a:spcPts val="1340"/>
                        </a:lnSpc>
                        <a:buNone/>
                      </a:pPr>
                      <a:r>
                        <a:rPr lang="en-US" sz="200">
                          <a:effectLst/>
                        </a:rPr>
                        <a:t>CO2</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gridSpan="5">
                  <a:txBody>
                    <a:bodyPr/>
                    <a:lstStyle/>
                    <a:p>
                      <a:pPr algn="just">
                        <a:lnSpc>
                          <a:spcPct val="115000"/>
                        </a:lnSpc>
                        <a:spcAft>
                          <a:spcPts val="1000"/>
                        </a:spcAft>
                        <a:buNone/>
                      </a:pPr>
                      <a:r>
                        <a:rPr lang="en-US" sz="200">
                          <a:effectLst/>
                        </a:rPr>
                        <a:t>Implement the CPU scheduling algorithms along with uses of multithreading models. </a:t>
                      </a:r>
                      <a:endParaRPr lang="en-IN" sz="100">
                        <a:effectLst/>
                        <a:latin typeface="Calibri" panose="020F0502020204030204" pitchFamily="34" charset="0"/>
                        <a:ea typeface="Times New Roman" panose="02020603050405020304" pitchFamily="18" charset="0"/>
                        <a:cs typeface="Mangal" panose="02040503050203030202"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marL="8890" algn="ctr">
                        <a:lnSpc>
                          <a:spcPts val="1340"/>
                        </a:lnSpc>
                        <a:buNone/>
                      </a:pPr>
                      <a:r>
                        <a:rPr lang="en-US" sz="200">
                          <a:effectLst/>
                        </a:rPr>
                        <a:t>K4</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tc>
                <a:extLst>
                  <a:ext uri="{0D108BD9-81ED-4DB2-BD59-A6C34878D82A}">
                    <a16:rowId xmlns:a16="http://schemas.microsoft.com/office/drawing/2014/main" val="2170099105"/>
                  </a:ext>
                </a:extLst>
              </a:tr>
              <a:tr h="53632">
                <a:tc>
                  <a:txBody>
                    <a:bodyPr/>
                    <a:lstStyle/>
                    <a:p>
                      <a:pPr marL="11430" algn="ctr">
                        <a:lnSpc>
                          <a:spcPts val="1360"/>
                        </a:lnSpc>
                        <a:buNone/>
                      </a:pPr>
                      <a:r>
                        <a:rPr lang="en-US" sz="200">
                          <a:effectLst/>
                        </a:rPr>
                        <a:t>CO3</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gridSpan="5">
                  <a:txBody>
                    <a:bodyPr/>
                    <a:lstStyle/>
                    <a:p>
                      <a:pPr algn="just">
                        <a:lnSpc>
                          <a:spcPct val="115000"/>
                        </a:lnSpc>
                        <a:spcAft>
                          <a:spcPts val="1000"/>
                        </a:spcAft>
                        <a:buNone/>
                      </a:pPr>
                      <a:r>
                        <a:rPr lang="en-US" sz="200">
                          <a:effectLst/>
                        </a:rPr>
                        <a:t>Implement concurrency control, process synchronization techniques, and deadlock handling methods. </a:t>
                      </a:r>
                      <a:endParaRPr lang="en-IN" sz="100">
                        <a:effectLst/>
                        <a:latin typeface="Calibri" panose="020F0502020204030204" pitchFamily="34" charset="0"/>
                        <a:ea typeface="Times New Roman" panose="02020603050405020304" pitchFamily="18" charset="0"/>
                        <a:cs typeface="Mangal" panose="02040503050203030202"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marL="8890" algn="ctr">
                        <a:lnSpc>
                          <a:spcPts val="1360"/>
                        </a:lnSpc>
                        <a:buNone/>
                      </a:pPr>
                      <a:r>
                        <a:rPr lang="en-US" sz="200">
                          <a:effectLst/>
                        </a:rPr>
                        <a:t>K4</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tc>
                <a:extLst>
                  <a:ext uri="{0D108BD9-81ED-4DB2-BD59-A6C34878D82A}">
                    <a16:rowId xmlns:a16="http://schemas.microsoft.com/office/drawing/2014/main" val="2505729935"/>
                  </a:ext>
                </a:extLst>
              </a:tr>
              <a:tr h="53632">
                <a:tc>
                  <a:txBody>
                    <a:bodyPr/>
                    <a:lstStyle/>
                    <a:p>
                      <a:pPr marL="11430" algn="ctr">
                        <a:lnSpc>
                          <a:spcPts val="1360"/>
                        </a:lnSpc>
                        <a:buNone/>
                      </a:pPr>
                      <a:r>
                        <a:rPr lang="en-US" sz="200">
                          <a:effectLst/>
                        </a:rPr>
                        <a:t>CO4</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gridSpan="5">
                  <a:txBody>
                    <a:bodyPr/>
                    <a:lstStyle/>
                    <a:p>
                      <a:pPr algn="just">
                        <a:lnSpc>
                          <a:spcPct val="115000"/>
                        </a:lnSpc>
                        <a:spcAft>
                          <a:spcPts val="1000"/>
                        </a:spcAft>
                        <a:buNone/>
                      </a:pPr>
                      <a:r>
                        <a:rPr lang="en-US" sz="200">
                          <a:effectLst/>
                        </a:rPr>
                        <a:t>Implement memory management strategies and page replacement algorithms to optimize system performance. </a:t>
                      </a:r>
                      <a:endParaRPr lang="en-IN" sz="100">
                        <a:effectLst/>
                        <a:latin typeface="Calibri" panose="020F0502020204030204" pitchFamily="34" charset="0"/>
                        <a:ea typeface="Times New Roman" panose="02020603050405020304" pitchFamily="18" charset="0"/>
                        <a:cs typeface="Mangal" panose="02040503050203030202"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marL="8890" algn="ctr">
                        <a:lnSpc>
                          <a:spcPts val="1360"/>
                        </a:lnSpc>
                        <a:buNone/>
                      </a:pPr>
                      <a:r>
                        <a:rPr lang="en-US" sz="200">
                          <a:effectLst/>
                        </a:rPr>
                        <a:t>K4</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tc>
                <a:extLst>
                  <a:ext uri="{0D108BD9-81ED-4DB2-BD59-A6C34878D82A}">
                    <a16:rowId xmlns:a16="http://schemas.microsoft.com/office/drawing/2014/main" val="1726070555"/>
                  </a:ext>
                </a:extLst>
              </a:tr>
              <a:tr h="45474">
                <a:tc>
                  <a:txBody>
                    <a:bodyPr/>
                    <a:lstStyle/>
                    <a:p>
                      <a:pPr marL="11430" algn="ctr">
                        <a:lnSpc>
                          <a:spcPts val="1360"/>
                        </a:lnSpc>
                        <a:buNone/>
                      </a:pPr>
                      <a:r>
                        <a:rPr lang="en-US" sz="200">
                          <a:effectLst/>
                        </a:rPr>
                        <a:t>CO5</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gridSpan="5">
                  <a:txBody>
                    <a:bodyPr/>
                    <a:lstStyle/>
                    <a:p>
                      <a:pPr marL="12065" algn="l">
                        <a:lnSpc>
                          <a:spcPts val="1340"/>
                        </a:lnSpc>
                        <a:spcBef>
                          <a:spcPts val="10"/>
                        </a:spcBef>
                        <a:buNone/>
                      </a:pPr>
                      <a:r>
                        <a:rPr lang="en-US" sz="200">
                          <a:effectLst/>
                        </a:rPr>
                        <a:t>Analyze file systems and configure distributed systems and virtual machines in modern operating systems. </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marL="8890" algn="ctr">
                        <a:lnSpc>
                          <a:spcPts val="1360"/>
                        </a:lnSpc>
                        <a:buNone/>
                      </a:pPr>
                      <a:r>
                        <a:rPr lang="en-US" sz="200">
                          <a:effectLst/>
                        </a:rPr>
                        <a:t>K4</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tc>
                <a:extLst>
                  <a:ext uri="{0D108BD9-81ED-4DB2-BD59-A6C34878D82A}">
                    <a16:rowId xmlns:a16="http://schemas.microsoft.com/office/drawing/2014/main" val="2896564704"/>
                  </a:ext>
                </a:extLst>
              </a:tr>
              <a:tr h="45474">
                <a:tc gridSpan="7">
                  <a:txBody>
                    <a:bodyPr/>
                    <a:lstStyle/>
                    <a:p>
                      <a:pPr algn="ctr">
                        <a:lnSpc>
                          <a:spcPts val="1360"/>
                        </a:lnSpc>
                        <a:buNone/>
                      </a:pPr>
                      <a:r>
                        <a:rPr lang="en-US" sz="200">
                          <a:effectLst/>
                        </a:rPr>
                        <a:t>Syllabus</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72934357"/>
                  </a:ext>
                </a:extLst>
              </a:tr>
              <a:tr h="93587">
                <a:tc>
                  <a:txBody>
                    <a:bodyPr/>
                    <a:lstStyle/>
                    <a:p>
                      <a:pPr marL="11430" algn="ctr">
                        <a:lnSpc>
                          <a:spcPts val="1360"/>
                        </a:lnSpc>
                        <a:buNone/>
                      </a:pPr>
                      <a:r>
                        <a:rPr lang="en-US" sz="200">
                          <a:effectLst/>
                        </a:rPr>
                        <a:t>Unit No</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marL="12065" algn="ctr">
                        <a:lnSpc>
                          <a:spcPts val="1340"/>
                        </a:lnSpc>
                        <a:spcBef>
                          <a:spcPts val="10"/>
                        </a:spcBef>
                        <a:buNone/>
                      </a:pPr>
                      <a:r>
                        <a:rPr lang="en-US" sz="200">
                          <a:effectLst/>
                        </a:rPr>
                        <a:t>Module Name</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marL="12065" algn="ctr">
                        <a:lnSpc>
                          <a:spcPts val="1340"/>
                        </a:lnSpc>
                        <a:spcBef>
                          <a:spcPts val="10"/>
                        </a:spcBef>
                        <a:buNone/>
                      </a:pPr>
                      <a:r>
                        <a:rPr lang="en-US" sz="200">
                          <a:effectLst/>
                        </a:rPr>
                        <a:t>Topic covered</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marL="12065" algn="ctr">
                        <a:lnSpc>
                          <a:spcPts val="1340"/>
                        </a:lnSpc>
                        <a:spcBef>
                          <a:spcPts val="10"/>
                        </a:spcBef>
                        <a:buNone/>
                      </a:pPr>
                      <a:r>
                        <a:rPr lang="en-US" sz="200">
                          <a:effectLst/>
                        </a:rPr>
                        <a:t>Pedagogy</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marL="12065" algn="ctr">
                        <a:lnSpc>
                          <a:spcPts val="1340"/>
                        </a:lnSpc>
                        <a:spcBef>
                          <a:spcPts val="10"/>
                        </a:spcBef>
                        <a:buNone/>
                      </a:pPr>
                      <a:r>
                        <a:rPr lang="en-US" sz="200">
                          <a:effectLst/>
                        </a:rPr>
                        <a:t>Lecture Required</a:t>
                      </a:r>
                      <a:br>
                        <a:rPr lang="en-US" sz="200">
                          <a:effectLst/>
                        </a:rPr>
                      </a:br>
                      <a:r>
                        <a:rPr lang="en-US" sz="200">
                          <a:effectLst/>
                        </a:rPr>
                        <a:t>(L+P)</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marL="12065" algn="ctr">
                        <a:lnSpc>
                          <a:spcPts val="1340"/>
                        </a:lnSpc>
                        <a:spcBef>
                          <a:spcPts val="10"/>
                        </a:spcBef>
                        <a:buNone/>
                      </a:pPr>
                      <a:r>
                        <a:rPr lang="en-US" sz="200">
                          <a:effectLst/>
                        </a:rPr>
                        <a:t>Practical/</a:t>
                      </a:r>
                      <a:br>
                        <a:rPr lang="en-US" sz="200">
                          <a:effectLst/>
                        </a:rPr>
                      </a:br>
                      <a:r>
                        <a:rPr lang="en-US" sz="200">
                          <a:effectLst/>
                        </a:rPr>
                        <a:t>Assignment/</a:t>
                      </a:r>
                      <a:br>
                        <a:rPr lang="en-US" sz="200">
                          <a:effectLst/>
                        </a:rPr>
                      </a:br>
                      <a:r>
                        <a:rPr lang="en-US" sz="200">
                          <a:effectLst/>
                        </a:rPr>
                        <a:t>Lab Nos</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algn="ctr">
                        <a:lnSpc>
                          <a:spcPts val="1360"/>
                        </a:lnSpc>
                        <a:buNone/>
                      </a:pPr>
                      <a:r>
                        <a:rPr lang="en-US" sz="200">
                          <a:effectLst/>
                        </a:rPr>
                        <a:t>CO Mapping</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extLst>
                  <a:ext uri="{0D108BD9-81ED-4DB2-BD59-A6C34878D82A}">
                    <a16:rowId xmlns:a16="http://schemas.microsoft.com/office/drawing/2014/main" val="3454955954"/>
                  </a:ext>
                </a:extLst>
              </a:tr>
              <a:tr h="413765">
                <a:tc rowSpan="2">
                  <a:txBody>
                    <a:bodyPr/>
                    <a:lstStyle/>
                    <a:p>
                      <a:pPr algn="just">
                        <a:lnSpc>
                          <a:spcPct val="115000"/>
                        </a:lnSpc>
                        <a:spcAft>
                          <a:spcPts val="1000"/>
                        </a:spcAft>
                        <a:buNone/>
                      </a:pPr>
                      <a:r>
                        <a:rPr lang="en-IN" sz="200">
                          <a:effectLst/>
                        </a:rPr>
                        <a:t>1 </a:t>
                      </a:r>
                      <a:r>
                        <a:rPr lang="en-US" sz="200">
                          <a:effectLst/>
                        </a:rPr>
                        <a:t> Fundamentals &amp; Shell scripting </a:t>
                      </a:r>
                      <a:endParaRPr lang="en-IN" sz="100">
                        <a:effectLst/>
                      </a:endParaRPr>
                    </a:p>
                    <a:p>
                      <a:pPr marL="11430" algn="l">
                        <a:lnSpc>
                          <a:spcPts val="1360"/>
                        </a:lnSpc>
                        <a:buNone/>
                      </a:pPr>
                      <a:r>
                        <a:rPr lang="en-IN" sz="200">
                          <a:effectLst/>
                        </a:rPr>
                        <a:t> </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algn="l">
                        <a:lnSpc>
                          <a:spcPct val="115000"/>
                        </a:lnSpc>
                        <a:spcAft>
                          <a:spcPts val="1000"/>
                        </a:spcAft>
                        <a:buNone/>
                      </a:pPr>
                      <a:r>
                        <a:rPr lang="en-IN" sz="200">
                          <a:effectLst/>
                        </a:rPr>
                        <a:t>Module 1.1:  Fundamentals of Operating Systems</a:t>
                      </a:r>
                      <a:endParaRPr lang="en-IN" sz="100">
                        <a:effectLst/>
                        <a:latin typeface="Calibri" panose="020F0502020204030204" pitchFamily="34" charset="0"/>
                        <a:ea typeface="Times New Roman" panose="02020603050405020304" pitchFamily="18" charset="0"/>
                        <a:cs typeface="Mangal" panose="02040503050203030202" pitchFamily="18" charset="0"/>
                      </a:endParaRPr>
                    </a:p>
                  </a:txBody>
                  <a:tcPr marL="0" marR="0" marT="0" marB="0" anchor="ctr"/>
                </a:tc>
                <a:tc>
                  <a:txBody>
                    <a:bodyPr/>
                    <a:lstStyle/>
                    <a:p>
                      <a:pPr algn="just" fontAlgn="base">
                        <a:lnSpc>
                          <a:spcPct val="115000"/>
                        </a:lnSpc>
                        <a:spcAft>
                          <a:spcPts val="1000"/>
                        </a:spcAft>
                        <a:buNone/>
                      </a:pPr>
                      <a:r>
                        <a:rPr lang="en-IN" sz="200">
                          <a:effectLst/>
                        </a:rPr>
                        <a:t>Fundamentals of Operating Systems, Overview of Operating Systems, Generations of OS, Operating system architecture, Interrupt handling, System call and kernel, Types of Operating System: Batch OS, Multiprogramming OS, Multitasking OS, Multiprocessor OS, Real time OS. </a:t>
                      </a:r>
                      <a:r>
                        <a:rPr lang="en-US" sz="200">
                          <a:effectLst/>
                        </a:rPr>
                        <a:t> </a:t>
                      </a:r>
                      <a:endParaRPr lang="en-IN" sz="100">
                        <a:effectLst/>
                      </a:endParaRPr>
                    </a:p>
                    <a:p>
                      <a:pPr algn="just" fontAlgn="base">
                        <a:lnSpc>
                          <a:spcPct val="115000"/>
                        </a:lnSpc>
                        <a:spcAft>
                          <a:spcPts val="1000"/>
                        </a:spcAft>
                        <a:buNone/>
                      </a:pPr>
                      <a:r>
                        <a:rPr lang="en-US" sz="200">
                          <a:effectLst/>
                        </a:rPr>
                        <a:t> </a:t>
                      </a:r>
                      <a:endParaRPr lang="en-IN" sz="100">
                        <a:effectLst/>
                      </a:endParaRPr>
                    </a:p>
                    <a:p>
                      <a:pPr algn="just" fontAlgn="base">
                        <a:lnSpc>
                          <a:spcPct val="115000"/>
                        </a:lnSpc>
                        <a:spcAft>
                          <a:spcPts val="1000"/>
                        </a:spcAft>
                        <a:buNone/>
                      </a:pPr>
                      <a:r>
                        <a:rPr lang="en-US" sz="200">
                          <a:effectLst/>
                        </a:rPr>
                        <a:t> </a:t>
                      </a:r>
                      <a:endParaRPr lang="en-IN" sz="100">
                        <a:effectLst/>
                        <a:latin typeface="Calibri" panose="020F0502020204030204" pitchFamily="34" charset="0"/>
                        <a:ea typeface="Times New Roman" panose="02020603050405020304" pitchFamily="18" charset="0"/>
                        <a:cs typeface="Mangal" panose="02040503050203030202" pitchFamily="18" charset="0"/>
                      </a:endParaRPr>
                    </a:p>
                  </a:txBody>
                  <a:tcPr marL="0" marR="0" marT="0" marB="0"/>
                </a:tc>
                <a:tc>
                  <a:txBody>
                    <a:bodyPr/>
                    <a:lstStyle/>
                    <a:p>
                      <a:pPr algn="l">
                        <a:lnSpc>
                          <a:spcPts val="1340"/>
                        </a:lnSpc>
                        <a:spcBef>
                          <a:spcPts val="10"/>
                        </a:spcBef>
                        <a:buNone/>
                      </a:pPr>
                      <a:r>
                        <a:rPr lang="en-US" sz="200">
                          <a:effectLst/>
                        </a:rPr>
                        <a:t>Class room Teaching, Smart Board, PPT.</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marL="12065" algn="ctr">
                        <a:lnSpc>
                          <a:spcPts val="1340"/>
                        </a:lnSpc>
                        <a:spcBef>
                          <a:spcPts val="10"/>
                        </a:spcBef>
                        <a:buNone/>
                      </a:pPr>
                      <a:r>
                        <a:rPr lang="en-US" sz="200">
                          <a:effectLst/>
                        </a:rPr>
                        <a:t>2</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rowSpan="2">
                  <a:txBody>
                    <a:bodyPr/>
                    <a:lstStyle/>
                    <a:p>
                      <a:pPr marL="12065" algn="l">
                        <a:lnSpc>
                          <a:spcPts val="1340"/>
                        </a:lnSpc>
                        <a:spcBef>
                          <a:spcPts val="10"/>
                        </a:spcBef>
                        <a:buNone/>
                      </a:pPr>
                      <a:r>
                        <a:rPr lang="en-US" sz="200">
                          <a:effectLst/>
                        </a:rPr>
                        <a:t> Assignment 1</a:t>
                      </a:r>
                      <a:endParaRPr lang="en-IN" sz="100">
                        <a:effectLst/>
                      </a:endParaRPr>
                    </a:p>
                    <a:p>
                      <a:pPr marL="12065" algn="ctr">
                        <a:lnSpc>
                          <a:spcPts val="1340"/>
                        </a:lnSpc>
                        <a:spcBef>
                          <a:spcPts val="10"/>
                        </a:spcBef>
                        <a:buNone/>
                      </a:pPr>
                      <a:r>
                        <a:rPr lang="en-US" sz="200">
                          <a:effectLst/>
                        </a:rPr>
                        <a:t> </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algn="ctr">
                        <a:lnSpc>
                          <a:spcPts val="1360"/>
                        </a:lnSpc>
                        <a:buNone/>
                      </a:pPr>
                      <a:r>
                        <a:rPr lang="en-US" sz="200">
                          <a:effectLst/>
                        </a:rPr>
                        <a:t>CO1</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extLst>
                  <a:ext uri="{0D108BD9-81ED-4DB2-BD59-A6C34878D82A}">
                    <a16:rowId xmlns:a16="http://schemas.microsoft.com/office/drawing/2014/main" val="285231602"/>
                  </a:ext>
                </a:extLst>
              </a:tr>
              <a:tr h="351731">
                <a:tc vMerge="1">
                  <a:txBody>
                    <a:bodyPr/>
                    <a:lstStyle/>
                    <a:p>
                      <a:endParaRPr lang="en-IN"/>
                    </a:p>
                  </a:txBody>
                  <a:tcPr/>
                </a:tc>
                <a:tc>
                  <a:txBody>
                    <a:bodyPr/>
                    <a:lstStyle/>
                    <a:p>
                      <a:pPr marL="12065" algn="just">
                        <a:lnSpc>
                          <a:spcPts val="1340"/>
                        </a:lnSpc>
                        <a:spcBef>
                          <a:spcPts val="10"/>
                        </a:spcBef>
                        <a:buNone/>
                      </a:pPr>
                      <a:r>
                        <a:rPr lang="en-IN" sz="200">
                          <a:effectLst/>
                        </a:rPr>
                        <a:t>Module 1.2:</a:t>
                      </a:r>
                      <a:endParaRPr lang="en-IN" sz="100">
                        <a:effectLst/>
                      </a:endParaRPr>
                    </a:p>
                    <a:p>
                      <a:pPr marL="12065" algn="just">
                        <a:lnSpc>
                          <a:spcPts val="1340"/>
                        </a:lnSpc>
                        <a:spcBef>
                          <a:spcPts val="10"/>
                        </a:spcBef>
                        <a:buNone/>
                      </a:pPr>
                      <a:r>
                        <a:rPr lang="en-IN" sz="200">
                          <a:effectLst/>
                        </a:rPr>
                        <a:t>Shell Scripting in Linux</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algn="just" fontAlgn="base">
                        <a:lnSpc>
                          <a:spcPct val="115000"/>
                        </a:lnSpc>
                        <a:spcAft>
                          <a:spcPts val="1000"/>
                        </a:spcAft>
                        <a:buNone/>
                      </a:pPr>
                      <a:r>
                        <a:rPr lang="en-IN" sz="200">
                          <a:effectLst/>
                        </a:rPr>
                        <a:t>Shell Scripting in Linux, Introduction to Linux Operating System &amp; Architecture, Basic Command Line Interface (CLI) Operations in Linux, Shell Scripting Basics: Variables, Control Structures, Functions</a:t>
                      </a:r>
                      <a:r>
                        <a:rPr lang="en-US" sz="200">
                          <a:effectLst/>
                        </a:rPr>
                        <a:t> </a:t>
                      </a:r>
                      <a:endParaRPr lang="en-IN" sz="100">
                        <a:effectLst/>
                      </a:endParaRPr>
                    </a:p>
                    <a:p>
                      <a:pPr algn="just" fontAlgn="base">
                        <a:lnSpc>
                          <a:spcPct val="115000"/>
                        </a:lnSpc>
                        <a:spcAft>
                          <a:spcPts val="1000"/>
                        </a:spcAft>
                        <a:buNone/>
                      </a:pPr>
                      <a:r>
                        <a:rPr lang="en-IN" sz="200">
                          <a:effectLst/>
                        </a:rPr>
                        <a:t>Case Study: Automating system administration tasks using shell scripts in Ubuntu/Linux (e.g., backup scheduling).</a:t>
                      </a:r>
                      <a:r>
                        <a:rPr lang="en-US" sz="200">
                          <a:effectLst/>
                        </a:rPr>
                        <a:t> </a:t>
                      </a:r>
                      <a:endParaRPr lang="en-IN" sz="100">
                        <a:effectLst/>
                      </a:endParaRPr>
                    </a:p>
                    <a:p>
                      <a:pPr marL="12065" algn="just">
                        <a:lnSpc>
                          <a:spcPts val="1340"/>
                        </a:lnSpc>
                        <a:spcBef>
                          <a:spcPts val="10"/>
                        </a:spcBef>
                        <a:buNone/>
                      </a:pPr>
                      <a:r>
                        <a:rPr lang="en-US" sz="200">
                          <a:effectLst/>
                        </a:rPr>
                        <a:t> </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tc>
                <a:tc>
                  <a:txBody>
                    <a:bodyPr/>
                    <a:lstStyle/>
                    <a:p>
                      <a:pPr marL="12065" algn="ctr">
                        <a:lnSpc>
                          <a:spcPts val="1340"/>
                        </a:lnSpc>
                        <a:spcBef>
                          <a:spcPts val="10"/>
                        </a:spcBef>
                        <a:buNone/>
                      </a:pPr>
                      <a:r>
                        <a:rPr lang="en-US" sz="200">
                          <a:effectLst/>
                        </a:rPr>
                        <a:t>Class room Teaching, Smart Board, PPT.</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marL="12065" algn="ctr">
                        <a:lnSpc>
                          <a:spcPts val="1340"/>
                        </a:lnSpc>
                        <a:spcBef>
                          <a:spcPts val="10"/>
                        </a:spcBef>
                        <a:buNone/>
                      </a:pPr>
                      <a:r>
                        <a:rPr lang="en-US" sz="200">
                          <a:effectLst/>
                        </a:rPr>
                        <a:t>2</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vMerge="1">
                  <a:txBody>
                    <a:bodyPr/>
                    <a:lstStyle/>
                    <a:p>
                      <a:endParaRPr lang="en-IN"/>
                    </a:p>
                  </a:txBody>
                  <a:tcPr/>
                </a:tc>
                <a:tc>
                  <a:txBody>
                    <a:bodyPr/>
                    <a:lstStyle/>
                    <a:p>
                      <a:pPr algn="ctr">
                        <a:lnSpc>
                          <a:spcPts val="1360"/>
                        </a:lnSpc>
                        <a:buNone/>
                      </a:pPr>
                      <a:r>
                        <a:rPr lang="en-US" sz="200">
                          <a:effectLst/>
                        </a:rPr>
                        <a:t>CO1</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extLst>
                  <a:ext uri="{0D108BD9-81ED-4DB2-BD59-A6C34878D82A}">
                    <a16:rowId xmlns:a16="http://schemas.microsoft.com/office/drawing/2014/main" val="3717203417"/>
                  </a:ext>
                </a:extLst>
              </a:tr>
              <a:tr h="385866">
                <a:tc rowSpan="2">
                  <a:txBody>
                    <a:bodyPr/>
                    <a:lstStyle/>
                    <a:p>
                      <a:pPr algn="l">
                        <a:lnSpc>
                          <a:spcPts val="1360"/>
                        </a:lnSpc>
                        <a:buNone/>
                      </a:pPr>
                      <a:r>
                        <a:rPr lang="en-US" sz="200">
                          <a:effectLst/>
                        </a:rPr>
                        <a:t>2</a:t>
                      </a:r>
                      <a:endParaRPr lang="en-IN" sz="100">
                        <a:effectLst/>
                      </a:endParaRPr>
                    </a:p>
                    <a:p>
                      <a:pPr algn="l">
                        <a:lnSpc>
                          <a:spcPts val="1360"/>
                        </a:lnSpc>
                        <a:buNone/>
                      </a:pPr>
                      <a:r>
                        <a:rPr lang="en-US" sz="200">
                          <a:effectLst/>
                        </a:rPr>
                        <a:t>Process &amp; Thread Management</a:t>
                      </a:r>
                      <a:endParaRPr lang="en-IN" sz="100">
                        <a:effectLst/>
                      </a:endParaRPr>
                    </a:p>
                    <a:p>
                      <a:pPr marL="11430" algn="l">
                        <a:lnSpc>
                          <a:spcPts val="1360"/>
                        </a:lnSpc>
                        <a:buNone/>
                      </a:pPr>
                      <a:r>
                        <a:rPr lang="en-US" sz="200">
                          <a:effectLst/>
                        </a:rPr>
                        <a:t> </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algn="just">
                        <a:lnSpc>
                          <a:spcPct val="115000"/>
                        </a:lnSpc>
                        <a:spcAft>
                          <a:spcPts val="1000"/>
                        </a:spcAft>
                        <a:buNone/>
                      </a:pPr>
                      <a:r>
                        <a:rPr lang="en-US" sz="200">
                          <a:effectLst/>
                        </a:rPr>
                        <a:t>Module 2.1: Process Management and CPU Scheduling</a:t>
                      </a:r>
                      <a:endParaRPr lang="en-IN" sz="100">
                        <a:effectLst/>
                      </a:endParaRPr>
                    </a:p>
                    <a:p>
                      <a:pPr algn="just">
                        <a:lnSpc>
                          <a:spcPct val="115000"/>
                        </a:lnSpc>
                        <a:spcAft>
                          <a:spcPts val="1000"/>
                        </a:spcAft>
                        <a:buNone/>
                      </a:pPr>
                      <a:r>
                        <a:rPr lang="en-IN" sz="200">
                          <a:effectLst/>
                        </a:rPr>
                        <a:t> </a:t>
                      </a:r>
                      <a:endParaRPr lang="en-IN" sz="100">
                        <a:effectLst/>
                        <a:latin typeface="Calibri" panose="020F0502020204030204" pitchFamily="34" charset="0"/>
                        <a:ea typeface="Times New Roman" panose="02020603050405020304" pitchFamily="18" charset="0"/>
                        <a:cs typeface="Mangal" panose="02040503050203030202" pitchFamily="18" charset="0"/>
                      </a:endParaRPr>
                    </a:p>
                  </a:txBody>
                  <a:tcPr marL="0" marR="0" marT="0" marB="0" anchor="ctr"/>
                </a:tc>
                <a:tc>
                  <a:txBody>
                    <a:bodyPr/>
                    <a:lstStyle/>
                    <a:p>
                      <a:pPr algn="just" fontAlgn="base">
                        <a:lnSpc>
                          <a:spcPct val="107000"/>
                        </a:lnSpc>
                        <a:buNone/>
                      </a:pPr>
                      <a:r>
                        <a:rPr lang="en-IN" sz="200">
                          <a:effectLst/>
                        </a:rPr>
                        <a:t>Process Management: - Process, Transition Diagram, Process Control Block (PCB), Types of Schedulers: Long Term, Mid Term, Short Term Scheduler.</a:t>
                      </a:r>
                      <a:endParaRPr lang="en-IN" sz="100">
                        <a:effectLst/>
                      </a:endParaRPr>
                    </a:p>
                    <a:p>
                      <a:pPr algn="just" fontAlgn="base">
                        <a:lnSpc>
                          <a:spcPct val="107000"/>
                        </a:lnSpc>
                        <a:buNone/>
                      </a:pPr>
                      <a:r>
                        <a:rPr lang="en-IN" sz="200">
                          <a:effectLst/>
                        </a:rPr>
                        <a:t>CPU Scheduling- Pre-emptive and Non-Pre-emptive Algorithm (FCFS, SJF, SRTF, Non-Pre-emptive Priority, Pre-emptive Priority, Round Robin, Multilevel Queue Scheduling and Multilevel Feedback Queue Scheduling) </a:t>
                      </a:r>
                      <a:endParaRPr lang="en-IN" sz="100">
                        <a:effectLst/>
                      </a:endParaRPr>
                    </a:p>
                    <a:p>
                      <a:pPr algn="just">
                        <a:lnSpc>
                          <a:spcPct val="115000"/>
                        </a:lnSpc>
                        <a:spcAft>
                          <a:spcPts val="1000"/>
                        </a:spcAft>
                        <a:buNone/>
                      </a:pPr>
                      <a:r>
                        <a:rPr lang="en-US" sz="200">
                          <a:effectLst/>
                        </a:rPr>
                        <a:t> .</a:t>
                      </a:r>
                      <a:endParaRPr lang="en-IN" sz="100">
                        <a:effectLst/>
                        <a:latin typeface="Calibri" panose="020F0502020204030204" pitchFamily="34" charset="0"/>
                        <a:ea typeface="Times New Roman" panose="02020603050405020304" pitchFamily="18" charset="0"/>
                        <a:cs typeface="Mangal" panose="02040503050203030202" pitchFamily="18" charset="0"/>
                      </a:endParaRPr>
                    </a:p>
                  </a:txBody>
                  <a:tcPr marL="0" marR="0" marT="0" marB="0"/>
                </a:tc>
                <a:tc>
                  <a:txBody>
                    <a:bodyPr/>
                    <a:lstStyle/>
                    <a:p>
                      <a:pPr marL="12065" algn="ctr">
                        <a:lnSpc>
                          <a:spcPts val="1340"/>
                        </a:lnSpc>
                        <a:spcBef>
                          <a:spcPts val="10"/>
                        </a:spcBef>
                        <a:buNone/>
                      </a:pPr>
                      <a:r>
                        <a:rPr lang="en-US" sz="200">
                          <a:effectLst/>
                        </a:rPr>
                        <a:t>Class room Teaching, Smart Board, PPT.</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marL="12065" algn="ctr">
                        <a:lnSpc>
                          <a:spcPts val="1340"/>
                        </a:lnSpc>
                        <a:spcBef>
                          <a:spcPts val="10"/>
                        </a:spcBef>
                        <a:buNone/>
                      </a:pPr>
                      <a:r>
                        <a:rPr lang="en-US" sz="200">
                          <a:effectLst/>
                        </a:rPr>
                        <a:t>4</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marL="12065" algn="ctr">
                        <a:lnSpc>
                          <a:spcPts val="1340"/>
                        </a:lnSpc>
                        <a:spcBef>
                          <a:spcPts val="10"/>
                        </a:spcBef>
                        <a:buNone/>
                      </a:pPr>
                      <a:r>
                        <a:rPr lang="en-US" sz="200">
                          <a:effectLst/>
                        </a:rPr>
                        <a:t>Practical 4 to 9</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algn="ctr">
                        <a:lnSpc>
                          <a:spcPts val="1360"/>
                        </a:lnSpc>
                        <a:buNone/>
                      </a:pPr>
                      <a:r>
                        <a:rPr lang="en-US" sz="200">
                          <a:effectLst/>
                        </a:rPr>
                        <a:t>CO2</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extLst>
                  <a:ext uri="{0D108BD9-81ED-4DB2-BD59-A6C34878D82A}">
                    <a16:rowId xmlns:a16="http://schemas.microsoft.com/office/drawing/2014/main" val="3139185229"/>
                  </a:ext>
                </a:extLst>
              </a:tr>
              <a:tr h="296476">
                <a:tc vMerge="1">
                  <a:txBody>
                    <a:bodyPr/>
                    <a:lstStyle/>
                    <a:p>
                      <a:endParaRPr lang="en-IN"/>
                    </a:p>
                  </a:txBody>
                  <a:tcPr/>
                </a:tc>
                <a:tc>
                  <a:txBody>
                    <a:bodyPr/>
                    <a:lstStyle/>
                    <a:p>
                      <a:pPr algn="just">
                        <a:lnSpc>
                          <a:spcPct val="115000"/>
                        </a:lnSpc>
                        <a:spcAft>
                          <a:spcPts val="1000"/>
                        </a:spcAft>
                        <a:buNone/>
                      </a:pPr>
                      <a:r>
                        <a:rPr lang="en-US" sz="200" dirty="0">
                          <a:effectLst/>
                        </a:rPr>
                        <a:t>Module </a:t>
                      </a:r>
                      <a:endParaRPr lang="en-IN" sz="100" dirty="0">
                        <a:effectLst/>
                      </a:endParaRPr>
                    </a:p>
                    <a:p>
                      <a:pPr algn="just">
                        <a:lnSpc>
                          <a:spcPct val="115000"/>
                        </a:lnSpc>
                        <a:spcAft>
                          <a:spcPts val="1000"/>
                        </a:spcAft>
                        <a:buNone/>
                      </a:pPr>
                      <a:r>
                        <a:rPr lang="en-US" sz="200" dirty="0">
                          <a:effectLst/>
                        </a:rPr>
                        <a:t>Thread</a:t>
                      </a:r>
                      <a:endParaRPr lang="en-IN" sz="100" dirty="0">
                        <a:effectLst/>
                        <a:latin typeface="Calibri" panose="020F0502020204030204" pitchFamily="34" charset="0"/>
                        <a:ea typeface="Times New Roman" panose="02020603050405020304" pitchFamily="18" charset="0"/>
                        <a:cs typeface="Mangal" panose="02040503050203030202" pitchFamily="18" charset="0"/>
                      </a:endParaRPr>
                    </a:p>
                  </a:txBody>
                  <a:tcPr marL="0" marR="0" marT="0" marB="0" anchor="ctr"/>
                </a:tc>
                <a:tc>
                  <a:txBody>
                    <a:bodyPr/>
                    <a:lstStyle/>
                    <a:p>
                      <a:pPr algn="just" fontAlgn="base">
                        <a:lnSpc>
                          <a:spcPct val="115000"/>
                        </a:lnSpc>
                        <a:spcAft>
                          <a:spcPts val="1000"/>
                        </a:spcAft>
                        <a:buNone/>
                      </a:pPr>
                      <a:r>
                        <a:rPr lang="en-IN" sz="200">
                          <a:effectLst/>
                        </a:rPr>
                        <a:t>Thread: - Processes vs Threads, Thread states, Benefits of threads, Types of threads, Multithread Model, Concept of Hyper-Threading</a:t>
                      </a:r>
                      <a:r>
                        <a:rPr lang="en-US" sz="200">
                          <a:effectLst/>
                        </a:rPr>
                        <a:t> </a:t>
                      </a:r>
                      <a:endParaRPr lang="en-IN" sz="100">
                        <a:effectLst/>
                      </a:endParaRPr>
                    </a:p>
                    <a:p>
                      <a:pPr algn="just" fontAlgn="base">
                        <a:lnSpc>
                          <a:spcPct val="115000"/>
                        </a:lnSpc>
                        <a:spcAft>
                          <a:spcPts val="1000"/>
                        </a:spcAft>
                        <a:buNone/>
                      </a:pPr>
                      <a:r>
                        <a:rPr lang="en-IN" sz="200">
                          <a:effectLst/>
                        </a:rPr>
                        <a:t>Case Study: - Analyse and implement CPU Scheduling in Real-Time Embedded Systems and RTOS</a:t>
                      </a:r>
                      <a:r>
                        <a:rPr lang="en-US" sz="200">
                          <a:effectLst/>
                        </a:rPr>
                        <a:t> </a:t>
                      </a:r>
                      <a:endParaRPr lang="en-IN" sz="100">
                        <a:effectLst/>
                      </a:endParaRPr>
                    </a:p>
                    <a:p>
                      <a:pPr marL="12065" algn="just">
                        <a:lnSpc>
                          <a:spcPts val="1340"/>
                        </a:lnSpc>
                        <a:spcBef>
                          <a:spcPts val="10"/>
                        </a:spcBef>
                        <a:buNone/>
                      </a:pPr>
                      <a:r>
                        <a:rPr lang="en-US" sz="200">
                          <a:effectLst/>
                        </a:rPr>
                        <a:t> </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tc>
                <a:tc>
                  <a:txBody>
                    <a:bodyPr/>
                    <a:lstStyle/>
                    <a:p>
                      <a:pPr marL="12065" algn="ctr">
                        <a:lnSpc>
                          <a:spcPts val="1340"/>
                        </a:lnSpc>
                        <a:spcBef>
                          <a:spcPts val="10"/>
                        </a:spcBef>
                        <a:buNone/>
                      </a:pPr>
                      <a:r>
                        <a:rPr lang="en-US" sz="200">
                          <a:effectLst/>
                        </a:rPr>
                        <a:t>Class room Teaching, Smart Board, PPT.</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marL="12065" algn="ctr">
                        <a:lnSpc>
                          <a:spcPts val="1340"/>
                        </a:lnSpc>
                        <a:spcBef>
                          <a:spcPts val="10"/>
                        </a:spcBef>
                        <a:buNone/>
                      </a:pPr>
                      <a:r>
                        <a:rPr lang="en-US" sz="200">
                          <a:effectLst/>
                        </a:rPr>
                        <a:t>4</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marL="12065" algn="ctr">
                        <a:lnSpc>
                          <a:spcPts val="1340"/>
                        </a:lnSpc>
                        <a:spcBef>
                          <a:spcPts val="10"/>
                        </a:spcBef>
                        <a:buNone/>
                      </a:pPr>
                      <a:r>
                        <a:rPr lang="en-US" sz="200">
                          <a:effectLst/>
                        </a:rPr>
                        <a:t>Assignment 1</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algn="ctr">
                        <a:lnSpc>
                          <a:spcPts val="1360"/>
                        </a:lnSpc>
                        <a:buNone/>
                      </a:pPr>
                      <a:r>
                        <a:rPr lang="en-US" sz="200">
                          <a:effectLst/>
                        </a:rPr>
                        <a:t>CO2</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extLst>
                  <a:ext uri="{0D108BD9-81ED-4DB2-BD59-A6C34878D82A}">
                    <a16:rowId xmlns:a16="http://schemas.microsoft.com/office/drawing/2014/main" val="404262655"/>
                  </a:ext>
                </a:extLst>
              </a:tr>
              <a:tr h="476542">
                <a:tc rowSpan="2">
                  <a:txBody>
                    <a:bodyPr/>
                    <a:lstStyle/>
                    <a:p>
                      <a:pPr marL="11430" algn="l">
                        <a:lnSpc>
                          <a:spcPts val="1360"/>
                        </a:lnSpc>
                        <a:buNone/>
                      </a:pPr>
                      <a:r>
                        <a:rPr lang="en-US" sz="200">
                          <a:effectLst/>
                        </a:rPr>
                        <a:t> </a:t>
                      </a:r>
                      <a:endParaRPr lang="en-IN" sz="100">
                        <a:effectLst/>
                      </a:endParaRPr>
                    </a:p>
                    <a:p>
                      <a:pPr marL="11430" algn="l">
                        <a:lnSpc>
                          <a:spcPts val="1360"/>
                        </a:lnSpc>
                        <a:buNone/>
                      </a:pPr>
                      <a:r>
                        <a:rPr lang="en-US" sz="200">
                          <a:effectLst/>
                        </a:rPr>
                        <a:t>3</a:t>
                      </a:r>
                      <a:endParaRPr lang="en-IN" sz="100">
                        <a:effectLst/>
                      </a:endParaRPr>
                    </a:p>
                    <a:p>
                      <a:pPr marL="11430" algn="l">
                        <a:lnSpc>
                          <a:spcPts val="1360"/>
                        </a:lnSpc>
                        <a:buNone/>
                      </a:pPr>
                      <a:r>
                        <a:rPr lang="en-US" sz="200">
                          <a:effectLst/>
                        </a:rPr>
                        <a:t>Concurrency and Deadlock Management </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algn="just">
                        <a:lnSpc>
                          <a:spcPct val="115000"/>
                        </a:lnSpc>
                        <a:spcAft>
                          <a:spcPts val="1000"/>
                        </a:spcAft>
                        <a:buNone/>
                      </a:pPr>
                      <a:r>
                        <a:rPr lang="en-US" sz="200">
                          <a:effectLst/>
                        </a:rPr>
                        <a:t>Module 3.1:</a:t>
                      </a:r>
                      <a:endParaRPr lang="en-IN" sz="100">
                        <a:effectLst/>
                      </a:endParaRPr>
                    </a:p>
                    <a:p>
                      <a:pPr marL="12065" algn="just">
                        <a:lnSpc>
                          <a:spcPts val="1340"/>
                        </a:lnSpc>
                        <a:spcBef>
                          <a:spcPts val="10"/>
                        </a:spcBef>
                        <a:buNone/>
                      </a:pPr>
                      <a:r>
                        <a:rPr lang="en-IN" sz="200">
                          <a:effectLst/>
                        </a:rPr>
                        <a:t>Concurrency</a:t>
                      </a:r>
                      <a:r>
                        <a:rPr lang="en-US" sz="200">
                          <a:effectLst/>
                        </a:rPr>
                        <a:t> , Process Synchronization</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algn="just" fontAlgn="base">
                        <a:lnSpc>
                          <a:spcPct val="115000"/>
                        </a:lnSpc>
                        <a:spcAft>
                          <a:spcPts val="1000"/>
                        </a:spcAft>
                        <a:buNone/>
                      </a:pPr>
                      <a:r>
                        <a:rPr lang="en-IN" sz="200">
                          <a:effectLst/>
                        </a:rPr>
                        <a:t>Concurrency: Introduction of Concurrency, Types of Process, Race Condition, Critical Section, Inter Process Communication, Producer consumer problem.</a:t>
                      </a:r>
                      <a:r>
                        <a:rPr lang="en-US" sz="200">
                          <a:effectLst/>
                        </a:rPr>
                        <a:t> </a:t>
                      </a:r>
                      <a:endParaRPr lang="en-IN" sz="100">
                        <a:effectLst/>
                      </a:endParaRPr>
                    </a:p>
                    <a:p>
                      <a:pPr algn="just" fontAlgn="base">
                        <a:lnSpc>
                          <a:spcPct val="115000"/>
                        </a:lnSpc>
                        <a:spcAft>
                          <a:spcPts val="1000"/>
                        </a:spcAft>
                        <a:buNone/>
                      </a:pPr>
                      <a:r>
                        <a:rPr lang="en-IN" sz="200">
                          <a:effectLst/>
                        </a:rPr>
                        <a:t>Process Synchronization: Lock variable, Peterson’s Solution, Strict alternation, Lamport Bakery Solution, Test and set lock, Semaphore- counting, binary and monitor,</a:t>
                      </a:r>
                      <a:r>
                        <a:rPr lang="en-US" sz="200">
                          <a:effectLst/>
                        </a:rPr>
                        <a:t> </a:t>
                      </a:r>
                      <a:endParaRPr lang="en-IN" sz="100">
                        <a:effectLst/>
                      </a:endParaRPr>
                    </a:p>
                    <a:p>
                      <a:pPr algn="just" fontAlgn="base">
                        <a:lnSpc>
                          <a:spcPct val="115000"/>
                        </a:lnSpc>
                        <a:spcAft>
                          <a:spcPts val="1000"/>
                        </a:spcAft>
                        <a:buNone/>
                      </a:pPr>
                      <a:r>
                        <a:rPr lang="en-IN" sz="200">
                          <a:effectLst/>
                        </a:rPr>
                        <a:t>Classical Problem of Synchronization: - Bound Buffer, Dinning Philosopher, Reader writer, Sleeping barber.</a:t>
                      </a:r>
                      <a:r>
                        <a:rPr lang="en-US" sz="200">
                          <a:effectLst/>
                        </a:rPr>
                        <a:t> </a:t>
                      </a:r>
                      <a:endParaRPr lang="en-IN" sz="100">
                        <a:effectLst/>
                      </a:endParaRPr>
                    </a:p>
                    <a:p>
                      <a:pPr marL="12065" algn="just">
                        <a:lnSpc>
                          <a:spcPts val="1340"/>
                        </a:lnSpc>
                        <a:spcBef>
                          <a:spcPts val="10"/>
                        </a:spcBef>
                        <a:buNone/>
                      </a:pPr>
                      <a:r>
                        <a:rPr lang="en-US" sz="200">
                          <a:effectLst/>
                        </a:rPr>
                        <a:t> </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tc>
                <a:tc>
                  <a:txBody>
                    <a:bodyPr/>
                    <a:lstStyle/>
                    <a:p>
                      <a:pPr marL="12065" algn="ctr">
                        <a:lnSpc>
                          <a:spcPts val="1340"/>
                        </a:lnSpc>
                        <a:spcBef>
                          <a:spcPts val="10"/>
                        </a:spcBef>
                        <a:buNone/>
                      </a:pPr>
                      <a:r>
                        <a:rPr lang="en-US" sz="200">
                          <a:effectLst/>
                        </a:rPr>
                        <a:t>Class room Teaching, Smart Board, PPT.</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marL="12065" algn="ctr">
                        <a:lnSpc>
                          <a:spcPts val="1340"/>
                        </a:lnSpc>
                        <a:spcBef>
                          <a:spcPts val="10"/>
                        </a:spcBef>
                        <a:buNone/>
                      </a:pPr>
                      <a:r>
                        <a:rPr lang="en-US" sz="200">
                          <a:effectLst/>
                        </a:rPr>
                        <a:t>4</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marL="12065" algn="ctr">
                        <a:lnSpc>
                          <a:spcPts val="1340"/>
                        </a:lnSpc>
                        <a:spcBef>
                          <a:spcPts val="10"/>
                        </a:spcBef>
                        <a:buNone/>
                      </a:pPr>
                      <a:r>
                        <a:rPr lang="en-US" sz="200">
                          <a:effectLst/>
                        </a:rPr>
                        <a:t>Assignment 2, Practical 10,11,12</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algn="ctr">
                        <a:lnSpc>
                          <a:spcPts val="1360"/>
                        </a:lnSpc>
                        <a:buNone/>
                      </a:pPr>
                      <a:r>
                        <a:rPr lang="en-US" sz="200">
                          <a:effectLst/>
                        </a:rPr>
                        <a:t>CO3</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extLst>
                  <a:ext uri="{0D108BD9-81ED-4DB2-BD59-A6C34878D82A}">
                    <a16:rowId xmlns:a16="http://schemas.microsoft.com/office/drawing/2014/main" val="2052466030"/>
                  </a:ext>
                </a:extLst>
              </a:tr>
              <a:tr h="288954">
                <a:tc vMerge="1">
                  <a:txBody>
                    <a:bodyPr/>
                    <a:lstStyle/>
                    <a:p>
                      <a:endParaRPr lang="en-IN"/>
                    </a:p>
                  </a:txBody>
                  <a:tcPr/>
                </a:tc>
                <a:tc>
                  <a:txBody>
                    <a:bodyPr/>
                    <a:lstStyle/>
                    <a:p>
                      <a:pPr algn="just">
                        <a:lnSpc>
                          <a:spcPct val="115000"/>
                        </a:lnSpc>
                        <a:spcAft>
                          <a:spcPts val="1000"/>
                        </a:spcAft>
                        <a:buNone/>
                      </a:pPr>
                      <a:r>
                        <a:rPr lang="en-US" sz="200">
                          <a:effectLst/>
                        </a:rPr>
                        <a:t>Module 3.2: Deadlock</a:t>
                      </a:r>
                      <a:endParaRPr lang="en-IN" sz="100">
                        <a:effectLst/>
                        <a:latin typeface="Calibri" panose="020F0502020204030204" pitchFamily="34" charset="0"/>
                        <a:ea typeface="Times New Roman" panose="02020603050405020304" pitchFamily="18" charset="0"/>
                        <a:cs typeface="Mangal" panose="02040503050203030202" pitchFamily="18" charset="0"/>
                      </a:endParaRPr>
                    </a:p>
                  </a:txBody>
                  <a:tcPr marL="0" marR="0" marT="0" marB="0" anchor="ctr"/>
                </a:tc>
                <a:tc>
                  <a:txBody>
                    <a:bodyPr/>
                    <a:lstStyle/>
                    <a:p>
                      <a:pPr algn="just" fontAlgn="base">
                        <a:lnSpc>
                          <a:spcPct val="115000"/>
                        </a:lnSpc>
                        <a:spcAft>
                          <a:spcPts val="1000"/>
                        </a:spcAft>
                        <a:buNone/>
                      </a:pPr>
                      <a:r>
                        <a:rPr lang="en-IN" sz="200">
                          <a:effectLst/>
                        </a:rPr>
                        <a:t>Deadlock: Deadlock, Deadlock characterization, Deadlock Prevention, Deadlock Avoidance: Bankers Algorithms, Deadlock Detection, Recovery from Deadlock.</a:t>
                      </a:r>
                      <a:r>
                        <a:rPr lang="en-US" sz="200">
                          <a:effectLst/>
                        </a:rPr>
                        <a:t> </a:t>
                      </a:r>
                      <a:endParaRPr lang="en-IN" sz="100">
                        <a:effectLst/>
                      </a:endParaRPr>
                    </a:p>
                    <a:p>
                      <a:pPr algn="l" fontAlgn="base">
                        <a:lnSpc>
                          <a:spcPct val="115000"/>
                        </a:lnSpc>
                        <a:spcAft>
                          <a:spcPts val="1000"/>
                        </a:spcAft>
                        <a:buNone/>
                      </a:pPr>
                      <a:r>
                        <a:rPr lang="en-IN" sz="200">
                          <a:effectLst/>
                        </a:rPr>
                        <a:t>Case Study: Deadlock avoidance in database transaction management systems like Oracle or MySQL.</a:t>
                      </a:r>
                      <a:r>
                        <a:rPr lang="en-US" sz="200">
                          <a:effectLst/>
                        </a:rPr>
                        <a:t> </a:t>
                      </a:r>
                      <a:endParaRPr lang="en-IN" sz="100">
                        <a:effectLst/>
                        <a:latin typeface="Calibri" panose="020F0502020204030204" pitchFamily="34" charset="0"/>
                        <a:ea typeface="Times New Roman" panose="02020603050405020304" pitchFamily="18" charset="0"/>
                        <a:cs typeface="Mangal" panose="02040503050203030202" pitchFamily="18" charset="0"/>
                      </a:endParaRPr>
                    </a:p>
                  </a:txBody>
                  <a:tcPr marL="0" marR="0" marT="0" marB="0"/>
                </a:tc>
                <a:tc>
                  <a:txBody>
                    <a:bodyPr/>
                    <a:lstStyle/>
                    <a:p>
                      <a:pPr marL="12065" algn="ctr">
                        <a:lnSpc>
                          <a:spcPts val="1340"/>
                        </a:lnSpc>
                        <a:spcBef>
                          <a:spcPts val="10"/>
                        </a:spcBef>
                        <a:buNone/>
                      </a:pPr>
                      <a:r>
                        <a:rPr lang="en-US" sz="200">
                          <a:effectLst/>
                        </a:rPr>
                        <a:t>Class room Teaching, Smart Board, PPT.</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tc>
                <a:tc>
                  <a:txBody>
                    <a:bodyPr/>
                    <a:lstStyle/>
                    <a:p>
                      <a:pPr marL="12065" algn="ctr">
                        <a:lnSpc>
                          <a:spcPts val="1340"/>
                        </a:lnSpc>
                        <a:spcBef>
                          <a:spcPts val="10"/>
                        </a:spcBef>
                        <a:buNone/>
                      </a:pPr>
                      <a:r>
                        <a:rPr lang="en-US" sz="200">
                          <a:effectLst/>
                        </a:rPr>
                        <a:t>4</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marL="12065" algn="ctr">
                        <a:lnSpc>
                          <a:spcPts val="1340"/>
                        </a:lnSpc>
                        <a:spcBef>
                          <a:spcPts val="10"/>
                        </a:spcBef>
                        <a:buNone/>
                      </a:pPr>
                      <a:r>
                        <a:rPr lang="en-US" sz="200">
                          <a:effectLst/>
                        </a:rPr>
                        <a:t>Practical 13,14</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algn="ctr">
                        <a:lnSpc>
                          <a:spcPts val="1360"/>
                        </a:lnSpc>
                        <a:buNone/>
                      </a:pPr>
                      <a:r>
                        <a:rPr lang="en-US" sz="200">
                          <a:effectLst/>
                        </a:rPr>
                        <a:t>CO3</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extLst>
                  <a:ext uri="{0D108BD9-81ED-4DB2-BD59-A6C34878D82A}">
                    <a16:rowId xmlns:a16="http://schemas.microsoft.com/office/drawing/2014/main" val="1050172680"/>
                  </a:ext>
                </a:extLst>
              </a:tr>
              <a:tr h="357537">
                <a:tc rowSpan="2">
                  <a:txBody>
                    <a:bodyPr/>
                    <a:lstStyle/>
                    <a:p>
                      <a:pPr marL="11430" algn="l">
                        <a:lnSpc>
                          <a:spcPts val="1360"/>
                        </a:lnSpc>
                        <a:buNone/>
                      </a:pPr>
                      <a:r>
                        <a:rPr lang="en-US" sz="200">
                          <a:effectLst/>
                        </a:rPr>
                        <a:t>4</a:t>
                      </a:r>
                      <a:endParaRPr lang="en-IN" sz="100">
                        <a:effectLst/>
                      </a:endParaRPr>
                    </a:p>
                    <a:p>
                      <a:pPr marL="11430" algn="l">
                        <a:lnSpc>
                          <a:spcPts val="1360"/>
                        </a:lnSpc>
                        <a:buNone/>
                      </a:pPr>
                      <a:r>
                        <a:rPr lang="en-US" sz="200">
                          <a:effectLst/>
                        </a:rPr>
                        <a:t>Memory Management</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algn="just">
                        <a:lnSpc>
                          <a:spcPct val="115000"/>
                        </a:lnSpc>
                        <a:spcAft>
                          <a:spcPts val="1000"/>
                        </a:spcAft>
                        <a:buNone/>
                      </a:pPr>
                      <a:r>
                        <a:rPr lang="en-US" sz="200">
                          <a:effectLst/>
                        </a:rPr>
                        <a:t>Module 4.1:  Memory Management </a:t>
                      </a:r>
                      <a:endParaRPr lang="en-IN" sz="100">
                        <a:effectLst/>
                        <a:latin typeface="Calibri" panose="020F0502020204030204" pitchFamily="34" charset="0"/>
                        <a:ea typeface="Times New Roman" panose="02020603050405020304" pitchFamily="18" charset="0"/>
                        <a:cs typeface="Mangal" panose="02040503050203030202" pitchFamily="18" charset="0"/>
                      </a:endParaRPr>
                    </a:p>
                  </a:txBody>
                  <a:tcPr marL="0" marR="0" marT="0" marB="0" anchor="ctr"/>
                </a:tc>
                <a:tc>
                  <a:txBody>
                    <a:bodyPr/>
                    <a:lstStyle/>
                    <a:p>
                      <a:pPr algn="just" fontAlgn="base">
                        <a:lnSpc>
                          <a:spcPct val="115000"/>
                        </a:lnSpc>
                        <a:spcAft>
                          <a:spcPts val="1000"/>
                        </a:spcAft>
                        <a:buNone/>
                      </a:pPr>
                      <a:r>
                        <a:rPr lang="en-US" sz="200">
                          <a:effectLst/>
                        </a:rPr>
                        <a:t>Memory Management: -  Memory Management function, Loading and linking Address Binding, Memory management techniques, Contiguous technique- Fixed Partitions, variable partitions, Memory Allocation: Allocation Strategies (First Fit, Best Fit, and Worst Fit), Non-contiguous, Paging, Segmentation, Segmented paging</a:t>
                      </a:r>
                      <a:endParaRPr lang="en-IN" sz="100">
                        <a:effectLst/>
                        <a:latin typeface="Calibri" panose="020F0502020204030204" pitchFamily="34" charset="0"/>
                        <a:ea typeface="Times New Roman" panose="02020603050405020304" pitchFamily="18" charset="0"/>
                        <a:cs typeface="Mangal" panose="02040503050203030202" pitchFamily="18" charset="0"/>
                      </a:endParaRPr>
                    </a:p>
                  </a:txBody>
                  <a:tcPr marL="0" marR="0" marT="0" marB="0"/>
                </a:tc>
                <a:tc>
                  <a:txBody>
                    <a:bodyPr/>
                    <a:lstStyle/>
                    <a:p>
                      <a:pPr marL="12065" algn="ctr">
                        <a:lnSpc>
                          <a:spcPts val="1340"/>
                        </a:lnSpc>
                        <a:spcBef>
                          <a:spcPts val="10"/>
                        </a:spcBef>
                        <a:buNone/>
                      </a:pPr>
                      <a:r>
                        <a:rPr lang="en-US" sz="200">
                          <a:effectLst/>
                        </a:rPr>
                        <a:t>Class room Teaching, Smart Board, PPT.</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tc>
                <a:tc>
                  <a:txBody>
                    <a:bodyPr/>
                    <a:lstStyle/>
                    <a:p>
                      <a:pPr marL="12065" algn="ctr">
                        <a:lnSpc>
                          <a:spcPts val="1340"/>
                        </a:lnSpc>
                        <a:spcBef>
                          <a:spcPts val="10"/>
                        </a:spcBef>
                        <a:buNone/>
                      </a:pPr>
                      <a:r>
                        <a:rPr lang="en-US" sz="200">
                          <a:effectLst/>
                        </a:rPr>
                        <a:t>4</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marL="12065" algn="ctr">
                        <a:lnSpc>
                          <a:spcPts val="1340"/>
                        </a:lnSpc>
                        <a:spcBef>
                          <a:spcPts val="10"/>
                        </a:spcBef>
                        <a:buNone/>
                      </a:pPr>
                      <a:r>
                        <a:rPr lang="en-US" sz="200">
                          <a:effectLst/>
                        </a:rPr>
                        <a:t>Assignment 3</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algn="ctr">
                        <a:lnSpc>
                          <a:spcPts val="1360"/>
                        </a:lnSpc>
                        <a:buNone/>
                      </a:pPr>
                      <a:r>
                        <a:rPr lang="en-US" sz="200">
                          <a:effectLst/>
                        </a:rPr>
                        <a:t>CO4</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extLst>
                  <a:ext uri="{0D108BD9-81ED-4DB2-BD59-A6C34878D82A}">
                    <a16:rowId xmlns:a16="http://schemas.microsoft.com/office/drawing/2014/main" val="4221635848"/>
                  </a:ext>
                </a:extLst>
              </a:tr>
              <a:tr h="330882">
                <a:tc vMerge="1">
                  <a:txBody>
                    <a:bodyPr/>
                    <a:lstStyle/>
                    <a:p>
                      <a:endParaRPr lang="en-IN"/>
                    </a:p>
                  </a:txBody>
                  <a:tcPr/>
                </a:tc>
                <a:tc>
                  <a:txBody>
                    <a:bodyPr/>
                    <a:lstStyle/>
                    <a:p>
                      <a:pPr algn="just">
                        <a:lnSpc>
                          <a:spcPct val="115000"/>
                        </a:lnSpc>
                        <a:spcAft>
                          <a:spcPts val="1000"/>
                        </a:spcAft>
                        <a:buNone/>
                      </a:pPr>
                      <a:r>
                        <a:rPr lang="en-US" sz="200">
                          <a:effectLst/>
                        </a:rPr>
                        <a:t>Module 4.2: Virtual memory</a:t>
                      </a:r>
                      <a:endParaRPr lang="en-IN" sz="100">
                        <a:effectLst/>
                        <a:latin typeface="Calibri" panose="020F0502020204030204" pitchFamily="34" charset="0"/>
                        <a:ea typeface="Times New Roman" panose="02020603050405020304" pitchFamily="18" charset="0"/>
                        <a:cs typeface="Mangal" panose="02040503050203030202" pitchFamily="18" charset="0"/>
                      </a:endParaRPr>
                    </a:p>
                  </a:txBody>
                  <a:tcPr marL="0" marR="0" marT="0" marB="0" anchor="ctr"/>
                </a:tc>
                <a:tc>
                  <a:txBody>
                    <a:bodyPr/>
                    <a:lstStyle/>
                    <a:p>
                      <a:pPr algn="just" fontAlgn="base">
                        <a:lnSpc>
                          <a:spcPct val="115000"/>
                        </a:lnSpc>
                        <a:spcAft>
                          <a:spcPts val="1000"/>
                        </a:spcAft>
                        <a:buNone/>
                      </a:pPr>
                      <a:r>
                        <a:rPr lang="en-US" sz="200">
                          <a:effectLst/>
                        </a:rPr>
                        <a:t>Virtual Memory:- Virtual Memory Concepts, Demand Paging, Performance of Demand Paging, Page Replacement Algorithms: FIFO, LRU, Optimal and LFU, Belady’s Anomaly, Thrashing </a:t>
                      </a:r>
                      <a:endParaRPr lang="en-IN" sz="100">
                        <a:effectLst/>
                      </a:endParaRPr>
                    </a:p>
                    <a:p>
                      <a:pPr algn="just" fontAlgn="base">
                        <a:lnSpc>
                          <a:spcPct val="115000"/>
                        </a:lnSpc>
                        <a:spcAft>
                          <a:spcPts val="1000"/>
                        </a:spcAft>
                        <a:buNone/>
                      </a:pPr>
                      <a:r>
                        <a:rPr lang="en-IN" sz="200">
                          <a:effectLst/>
                        </a:rPr>
                        <a:t>Case Study: Virtual memory management in modern OS</a:t>
                      </a:r>
                      <a:endParaRPr lang="en-IN" sz="100">
                        <a:effectLst/>
                      </a:endParaRPr>
                    </a:p>
                    <a:p>
                      <a:pPr algn="just" fontAlgn="base">
                        <a:lnSpc>
                          <a:spcPct val="115000"/>
                        </a:lnSpc>
                        <a:spcAft>
                          <a:spcPts val="1000"/>
                        </a:spcAft>
                        <a:buNone/>
                      </a:pPr>
                      <a:r>
                        <a:rPr lang="en-IN" sz="200">
                          <a:effectLst/>
                        </a:rPr>
                        <a:t> like Windows 10 and how paging impacts performance.</a:t>
                      </a:r>
                      <a:r>
                        <a:rPr lang="en-US" sz="200">
                          <a:effectLst/>
                        </a:rPr>
                        <a:t> </a:t>
                      </a:r>
                      <a:endParaRPr lang="en-IN" sz="100">
                        <a:effectLst/>
                        <a:latin typeface="Calibri" panose="020F0502020204030204" pitchFamily="34" charset="0"/>
                        <a:ea typeface="Times New Roman" panose="02020603050405020304" pitchFamily="18" charset="0"/>
                        <a:cs typeface="Mangal" panose="02040503050203030202" pitchFamily="18" charset="0"/>
                      </a:endParaRPr>
                    </a:p>
                  </a:txBody>
                  <a:tcPr marL="0" marR="0" marT="0" marB="0"/>
                </a:tc>
                <a:tc>
                  <a:txBody>
                    <a:bodyPr/>
                    <a:lstStyle/>
                    <a:p>
                      <a:pPr marL="12065" algn="ctr">
                        <a:lnSpc>
                          <a:spcPts val="1340"/>
                        </a:lnSpc>
                        <a:spcBef>
                          <a:spcPts val="10"/>
                        </a:spcBef>
                        <a:buNone/>
                      </a:pPr>
                      <a:r>
                        <a:rPr lang="en-US" sz="200">
                          <a:effectLst/>
                        </a:rPr>
                        <a:t>Class room Teaching, Smart Board, PPT.</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tc>
                <a:tc>
                  <a:txBody>
                    <a:bodyPr/>
                    <a:lstStyle/>
                    <a:p>
                      <a:pPr marL="12065" algn="ctr">
                        <a:lnSpc>
                          <a:spcPts val="1340"/>
                        </a:lnSpc>
                        <a:spcBef>
                          <a:spcPts val="10"/>
                        </a:spcBef>
                        <a:buNone/>
                      </a:pPr>
                      <a:r>
                        <a:rPr lang="en-US" sz="200">
                          <a:effectLst/>
                        </a:rPr>
                        <a:t>4</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marL="12065" algn="ctr">
                        <a:lnSpc>
                          <a:spcPts val="1340"/>
                        </a:lnSpc>
                        <a:spcBef>
                          <a:spcPts val="10"/>
                        </a:spcBef>
                        <a:buNone/>
                      </a:pPr>
                      <a:r>
                        <a:rPr lang="en-US" sz="200">
                          <a:effectLst/>
                        </a:rPr>
                        <a:t>Practical 21 to 23</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algn="ctr">
                        <a:lnSpc>
                          <a:spcPts val="1360"/>
                        </a:lnSpc>
                        <a:buNone/>
                      </a:pPr>
                      <a:r>
                        <a:rPr lang="en-US" sz="200">
                          <a:effectLst/>
                        </a:rPr>
                        <a:t>CO4</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extLst>
                  <a:ext uri="{0D108BD9-81ED-4DB2-BD59-A6C34878D82A}">
                    <a16:rowId xmlns:a16="http://schemas.microsoft.com/office/drawing/2014/main" val="4230191968"/>
                  </a:ext>
                </a:extLst>
              </a:tr>
              <a:tr h="352704">
                <a:tc rowSpan="2">
                  <a:txBody>
                    <a:bodyPr/>
                    <a:lstStyle/>
                    <a:p>
                      <a:pPr marL="11430" algn="l">
                        <a:lnSpc>
                          <a:spcPts val="1360"/>
                        </a:lnSpc>
                        <a:buNone/>
                      </a:pPr>
                      <a:r>
                        <a:rPr lang="en-US" sz="200">
                          <a:effectLst/>
                        </a:rPr>
                        <a:t>5</a:t>
                      </a:r>
                      <a:endParaRPr lang="en-IN" sz="100">
                        <a:effectLst/>
                      </a:endParaRPr>
                    </a:p>
                    <a:p>
                      <a:pPr marL="11430" algn="l">
                        <a:lnSpc>
                          <a:spcPts val="1360"/>
                        </a:lnSpc>
                        <a:buNone/>
                      </a:pPr>
                      <a:r>
                        <a:rPr lang="en-US" sz="200">
                          <a:effectLst/>
                        </a:rPr>
                        <a:t>File Management &amp; Modern Operating System </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algn="just">
                        <a:lnSpc>
                          <a:spcPct val="115000"/>
                        </a:lnSpc>
                        <a:spcAft>
                          <a:spcPts val="1000"/>
                        </a:spcAft>
                        <a:buNone/>
                      </a:pPr>
                      <a:r>
                        <a:rPr lang="en-US" sz="200">
                          <a:effectLst/>
                        </a:rPr>
                        <a:t>Module 5.1:</a:t>
                      </a:r>
                      <a:endParaRPr lang="en-IN" sz="100">
                        <a:effectLst/>
                      </a:endParaRPr>
                    </a:p>
                    <a:p>
                      <a:pPr algn="just">
                        <a:lnSpc>
                          <a:spcPct val="115000"/>
                        </a:lnSpc>
                        <a:spcAft>
                          <a:spcPts val="1000"/>
                        </a:spcAft>
                        <a:buNone/>
                      </a:pPr>
                      <a:r>
                        <a:rPr lang="en-US" sz="200">
                          <a:effectLst/>
                        </a:rPr>
                        <a:t> </a:t>
                      </a:r>
                      <a:endParaRPr lang="en-IN" sz="100">
                        <a:effectLst/>
                        <a:latin typeface="Calibri" panose="020F0502020204030204" pitchFamily="34" charset="0"/>
                        <a:ea typeface="Times New Roman" panose="02020603050405020304" pitchFamily="18" charset="0"/>
                        <a:cs typeface="Mangal" panose="02040503050203030202" pitchFamily="18" charset="0"/>
                      </a:endParaRPr>
                    </a:p>
                  </a:txBody>
                  <a:tcPr marL="0" marR="0" marT="0" marB="0" anchor="ctr"/>
                </a:tc>
                <a:tc>
                  <a:txBody>
                    <a:bodyPr/>
                    <a:lstStyle/>
                    <a:p>
                      <a:pPr algn="just" fontAlgn="base">
                        <a:lnSpc>
                          <a:spcPct val="115000"/>
                        </a:lnSpc>
                        <a:spcAft>
                          <a:spcPts val="1000"/>
                        </a:spcAft>
                        <a:buNone/>
                      </a:pPr>
                      <a:r>
                        <a:rPr lang="en-US" sz="200">
                          <a:effectLst/>
                        </a:rPr>
                        <a:t> </a:t>
                      </a:r>
                      <a:endParaRPr lang="en-IN" sz="100">
                        <a:effectLst/>
                      </a:endParaRPr>
                    </a:p>
                    <a:p>
                      <a:pPr algn="just" fontAlgn="base">
                        <a:lnSpc>
                          <a:spcPct val="115000"/>
                        </a:lnSpc>
                        <a:spcAft>
                          <a:spcPts val="1000"/>
                        </a:spcAft>
                        <a:buNone/>
                      </a:pPr>
                      <a:r>
                        <a:rPr lang="en-US" sz="200">
                          <a:effectLst/>
                        </a:rPr>
                        <a:t>File Management: - Access Mechanism, File Allocation Method, Free Space Management: -Bit Vector, Linked List.</a:t>
                      </a:r>
                      <a:endParaRPr lang="en-IN" sz="100">
                        <a:effectLst/>
                      </a:endParaRPr>
                    </a:p>
                    <a:p>
                      <a:pPr algn="just" fontAlgn="base">
                        <a:lnSpc>
                          <a:spcPct val="115000"/>
                        </a:lnSpc>
                        <a:spcAft>
                          <a:spcPts val="1000"/>
                        </a:spcAft>
                        <a:buNone/>
                      </a:pPr>
                      <a:r>
                        <a:rPr lang="en-US" sz="200">
                          <a:effectLst/>
                        </a:rPr>
                        <a:t> </a:t>
                      </a:r>
                      <a:endParaRPr lang="en-IN" sz="100">
                        <a:effectLst/>
                      </a:endParaRPr>
                    </a:p>
                    <a:p>
                      <a:pPr algn="just" fontAlgn="base">
                        <a:lnSpc>
                          <a:spcPct val="115000"/>
                        </a:lnSpc>
                        <a:spcAft>
                          <a:spcPts val="1000"/>
                        </a:spcAft>
                        <a:buNone/>
                      </a:pPr>
                      <a:r>
                        <a:rPr lang="en-US" sz="200">
                          <a:effectLst/>
                        </a:rPr>
                        <a:t>DISK: Disk Architecture, HDD vs SSD, Disk Scheduling Algorithms  </a:t>
                      </a:r>
                      <a:endParaRPr lang="en-IN" sz="100">
                        <a:effectLst/>
                      </a:endParaRPr>
                    </a:p>
                    <a:p>
                      <a:pPr marL="12065" algn="just">
                        <a:lnSpc>
                          <a:spcPts val="1340"/>
                        </a:lnSpc>
                        <a:spcBef>
                          <a:spcPts val="10"/>
                        </a:spcBef>
                        <a:buNone/>
                      </a:pPr>
                      <a:r>
                        <a:rPr lang="en-US" sz="200">
                          <a:effectLst/>
                        </a:rPr>
                        <a:t> </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tc>
                <a:tc>
                  <a:txBody>
                    <a:bodyPr/>
                    <a:lstStyle/>
                    <a:p>
                      <a:pPr marL="12065" algn="ctr">
                        <a:lnSpc>
                          <a:spcPts val="1340"/>
                        </a:lnSpc>
                        <a:spcBef>
                          <a:spcPts val="10"/>
                        </a:spcBef>
                        <a:buNone/>
                      </a:pPr>
                      <a:r>
                        <a:rPr lang="en-US" sz="200">
                          <a:effectLst/>
                        </a:rPr>
                        <a:t>Class room Teaching, Smart Board, PPT.</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tc>
                <a:tc>
                  <a:txBody>
                    <a:bodyPr/>
                    <a:lstStyle/>
                    <a:p>
                      <a:pPr marL="12065" algn="ctr">
                        <a:lnSpc>
                          <a:spcPts val="1340"/>
                        </a:lnSpc>
                        <a:spcBef>
                          <a:spcPts val="10"/>
                        </a:spcBef>
                        <a:buNone/>
                      </a:pPr>
                      <a:r>
                        <a:rPr lang="en-US" sz="200">
                          <a:effectLst/>
                        </a:rPr>
                        <a:t>2</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marL="12065" algn="ctr">
                        <a:lnSpc>
                          <a:spcPts val="1340"/>
                        </a:lnSpc>
                        <a:spcBef>
                          <a:spcPts val="10"/>
                        </a:spcBef>
                        <a:buNone/>
                      </a:pPr>
                      <a:r>
                        <a:rPr lang="en-US" sz="200">
                          <a:effectLst/>
                        </a:rPr>
                        <a:t>Practical 22 to 24</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algn="ctr">
                        <a:lnSpc>
                          <a:spcPts val="1360"/>
                        </a:lnSpc>
                        <a:buNone/>
                      </a:pPr>
                      <a:r>
                        <a:rPr lang="en-US" sz="200">
                          <a:effectLst/>
                        </a:rPr>
                        <a:t>CO5</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extLst>
                  <a:ext uri="{0D108BD9-81ED-4DB2-BD59-A6C34878D82A}">
                    <a16:rowId xmlns:a16="http://schemas.microsoft.com/office/drawing/2014/main" val="3094467471"/>
                  </a:ext>
                </a:extLst>
              </a:tr>
              <a:tr h="379359">
                <a:tc vMerge="1">
                  <a:txBody>
                    <a:bodyPr/>
                    <a:lstStyle/>
                    <a:p>
                      <a:endParaRPr lang="en-IN"/>
                    </a:p>
                  </a:txBody>
                  <a:tcPr/>
                </a:tc>
                <a:tc>
                  <a:txBody>
                    <a:bodyPr/>
                    <a:lstStyle/>
                    <a:p>
                      <a:pPr algn="just">
                        <a:lnSpc>
                          <a:spcPct val="115000"/>
                        </a:lnSpc>
                        <a:spcAft>
                          <a:spcPts val="1000"/>
                        </a:spcAft>
                        <a:buNone/>
                      </a:pPr>
                      <a:r>
                        <a:rPr lang="en-US" sz="200">
                          <a:effectLst/>
                        </a:rPr>
                        <a:t>Module 5.2:</a:t>
                      </a:r>
                      <a:endParaRPr lang="en-IN" sz="100">
                        <a:effectLst/>
                      </a:endParaRPr>
                    </a:p>
                    <a:p>
                      <a:pPr algn="just">
                        <a:lnSpc>
                          <a:spcPct val="115000"/>
                        </a:lnSpc>
                        <a:spcAft>
                          <a:spcPts val="1000"/>
                        </a:spcAft>
                        <a:buNone/>
                      </a:pPr>
                      <a:r>
                        <a:rPr lang="en-US" sz="200">
                          <a:effectLst/>
                        </a:rPr>
                        <a:t> </a:t>
                      </a:r>
                      <a:endParaRPr lang="en-IN" sz="100">
                        <a:effectLst/>
                        <a:latin typeface="Calibri" panose="020F0502020204030204" pitchFamily="34" charset="0"/>
                        <a:ea typeface="Times New Roman" panose="02020603050405020304" pitchFamily="18" charset="0"/>
                        <a:cs typeface="Mangal" panose="02040503050203030202" pitchFamily="18" charset="0"/>
                      </a:endParaRPr>
                    </a:p>
                  </a:txBody>
                  <a:tcPr marL="0" marR="0" marT="0" marB="0" anchor="ctr"/>
                </a:tc>
                <a:tc>
                  <a:txBody>
                    <a:bodyPr/>
                    <a:lstStyle/>
                    <a:p>
                      <a:pPr algn="just" fontAlgn="base">
                        <a:lnSpc>
                          <a:spcPct val="115000"/>
                        </a:lnSpc>
                        <a:spcAft>
                          <a:spcPts val="1000"/>
                        </a:spcAft>
                        <a:buNone/>
                      </a:pPr>
                      <a:r>
                        <a:rPr lang="en-US" sz="200">
                          <a:effectLst/>
                        </a:rPr>
                        <a:t>Modern Operating System: -Overview of modern operating system, Modern OS features: Multitasking, virtualization, security, scalability, Shared Memory concepts, Distributed system, Parallel system &amp; its architecture, Virtual machines – hypervisor, Introduction to GPU </a:t>
                      </a:r>
                      <a:endParaRPr lang="en-IN" sz="100">
                        <a:effectLst/>
                      </a:endParaRPr>
                    </a:p>
                    <a:p>
                      <a:pPr algn="just" fontAlgn="base">
                        <a:lnSpc>
                          <a:spcPct val="115000"/>
                        </a:lnSpc>
                        <a:spcAft>
                          <a:spcPts val="1000"/>
                        </a:spcAft>
                        <a:buNone/>
                      </a:pPr>
                      <a:r>
                        <a:rPr lang="en-US" sz="200">
                          <a:effectLst/>
                        </a:rPr>
                        <a:t>Case Study: Large File Storage in a Distributed Manner. </a:t>
                      </a:r>
                      <a:endParaRPr lang="en-IN" sz="100">
                        <a:effectLst/>
                      </a:endParaRPr>
                    </a:p>
                    <a:p>
                      <a:pPr marL="12065" indent="457200" algn="just">
                        <a:lnSpc>
                          <a:spcPts val="1340"/>
                        </a:lnSpc>
                        <a:spcBef>
                          <a:spcPts val="10"/>
                        </a:spcBef>
                        <a:buNone/>
                      </a:pPr>
                      <a:r>
                        <a:rPr lang="en-US" sz="200">
                          <a:effectLst/>
                        </a:rPr>
                        <a:t> </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tc>
                <a:tc>
                  <a:txBody>
                    <a:bodyPr/>
                    <a:lstStyle/>
                    <a:p>
                      <a:pPr marL="12065" algn="ctr">
                        <a:lnSpc>
                          <a:spcPts val="1340"/>
                        </a:lnSpc>
                        <a:spcBef>
                          <a:spcPts val="10"/>
                        </a:spcBef>
                        <a:buNone/>
                      </a:pPr>
                      <a:r>
                        <a:rPr lang="en-US" sz="200">
                          <a:effectLst/>
                        </a:rPr>
                        <a:t>Class room Teaching, Smart Board, PPT.</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tc>
                <a:tc>
                  <a:txBody>
                    <a:bodyPr/>
                    <a:lstStyle/>
                    <a:p>
                      <a:pPr marL="12065" algn="ctr">
                        <a:lnSpc>
                          <a:spcPts val="1340"/>
                        </a:lnSpc>
                        <a:spcBef>
                          <a:spcPts val="10"/>
                        </a:spcBef>
                        <a:buNone/>
                      </a:pPr>
                      <a:r>
                        <a:rPr lang="en-US" sz="200">
                          <a:effectLst/>
                        </a:rPr>
                        <a:t>2</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marL="12065" algn="ctr">
                        <a:lnSpc>
                          <a:spcPts val="1340"/>
                        </a:lnSpc>
                        <a:spcBef>
                          <a:spcPts val="10"/>
                        </a:spcBef>
                        <a:buNone/>
                      </a:pPr>
                      <a:r>
                        <a:rPr lang="en-US" sz="200">
                          <a:effectLst/>
                        </a:rPr>
                        <a:t>Assignment 3</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algn="ctr">
                        <a:lnSpc>
                          <a:spcPts val="1360"/>
                        </a:lnSpc>
                        <a:buNone/>
                      </a:pPr>
                      <a:r>
                        <a:rPr lang="en-US" sz="200">
                          <a:effectLst/>
                        </a:rPr>
                        <a:t>CO5</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extLst>
                  <a:ext uri="{0D108BD9-81ED-4DB2-BD59-A6C34878D82A}">
                    <a16:rowId xmlns:a16="http://schemas.microsoft.com/office/drawing/2014/main" val="3402610757"/>
                  </a:ext>
                </a:extLst>
              </a:tr>
              <a:tr h="45474">
                <a:tc gridSpan="4">
                  <a:txBody>
                    <a:bodyPr/>
                    <a:lstStyle/>
                    <a:p>
                      <a:pPr marL="12065" algn="ctr">
                        <a:lnSpc>
                          <a:spcPts val="1340"/>
                        </a:lnSpc>
                        <a:spcBef>
                          <a:spcPts val="10"/>
                        </a:spcBef>
                        <a:buNone/>
                      </a:pPr>
                      <a:r>
                        <a:rPr lang="en-US" sz="200">
                          <a:effectLst/>
                        </a:rPr>
                        <a:t>Total</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marL="12065" algn="ctr">
                        <a:lnSpc>
                          <a:spcPts val="1340"/>
                        </a:lnSpc>
                        <a:spcBef>
                          <a:spcPts val="10"/>
                        </a:spcBef>
                        <a:buNone/>
                      </a:pPr>
                      <a:r>
                        <a:rPr lang="en-US" sz="200">
                          <a:effectLst/>
                        </a:rPr>
                        <a:t>32</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marL="12065" algn="l">
                        <a:lnSpc>
                          <a:spcPts val="1340"/>
                        </a:lnSpc>
                        <a:spcBef>
                          <a:spcPts val="10"/>
                        </a:spcBef>
                        <a:buNone/>
                      </a:pPr>
                      <a:r>
                        <a:rPr lang="en-US" sz="200">
                          <a:effectLst/>
                        </a:rPr>
                        <a:t> </a:t>
                      </a:r>
                      <a:endParaRPr lang="en-IN" sz="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tc>
                  <a:txBody>
                    <a:bodyPr/>
                    <a:lstStyle/>
                    <a:p>
                      <a:pPr algn="ctr">
                        <a:lnSpc>
                          <a:spcPts val="1360"/>
                        </a:lnSpc>
                        <a:buNone/>
                      </a:pPr>
                      <a:r>
                        <a:rPr lang="en-US" sz="200" dirty="0">
                          <a:effectLst/>
                        </a:rPr>
                        <a:t> </a:t>
                      </a:r>
                      <a:endParaRPr lang="en-IN" sz="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nchor="ctr"/>
                </a:tc>
                <a:extLst>
                  <a:ext uri="{0D108BD9-81ED-4DB2-BD59-A6C34878D82A}">
                    <a16:rowId xmlns:a16="http://schemas.microsoft.com/office/drawing/2014/main" val="901348299"/>
                  </a:ext>
                </a:extLst>
              </a:tr>
            </a:tbl>
          </a:graphicData>
        </a:graphic>
      </p:graphicFrame>
      <p:sp>
        <p:nvSpPr>
          <p:cNvPr id="13" name="Rectangle 1">
            <a:extLst>
              <a:ext uri="{FF2B5EF4-FFF2-40B4-BE49-F238E27FC236}">
                <a16:creationId xmlns:a16="http://schemas.microsoft.com/office/drawing/2014/main" id="{FB72AA83-1709-132D-DDA0-9025B127074F}"/>
              </a:ext>
            </a:extLst>
          </p:cNvPr>
          <p:cNvSpPr>
            <a:spLocks noChangeArrowheads="1"/>
          </p:cNvSpPr>
          <p:nvPr/>
        </p:nvSpPr>
        <p:spPr bwMode="auto">
          <a:xfrm>
            <a:off x="-1035716" y="1487488"/>
            <a:ext cx="2093774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17" name="Picture 16" descr="A screenshot of a computer program&#10;&#10;AI-generated content may be incorrect.">
            <a:extLst>
              <a:ext uri="{FF2B5EF4-FFF2-40B4-BE49-F238E27FC236}">
                <a16:creationId xmlns:a16="http://schemas.microsoft.com/office/drawing/2014/main" id="{7E64DF2D-6ECF-525F-C470-CC26AF4600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04974" y="1060866"/>
            <a:ext cx="9829826" cy="5305645"/>
          </a:xfrm>
          <a:prstGeom prst="rect">
            <a:avLst/>
          </a:prstGeom>
        </p:spPr>
      </p:pic>
    </p:spTree>
    <p:extLst>
      <p:ext uri="{BB962C8B-B14F-4D97-AF65-F5344CB8AC3E}">
        <p14:creationId xmlns:p14="http://schemas.microsoft.com/office/powerpoint/2010/main" val="213075227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C6E3E5CD-0F51-44F5-91C2-180DB08A6FB4}" type="datetime2">
              <a:rPr lang="en-US" smtClean="0"/>
              <a:t>Monday, September 1, 2025</a:t>
            </a:fld>
            <a:endParaRPr lang="en-US" dirty="0"/>
          </a:p>
        </p:txBody>
      </p:sp>
      <p:sp>
        <p:nvSpPr>
          <p:cNvPr id="5" name="Footer Placeholder 4"/>
          <p:cNvSpPr>
            <a:spLocks noGrp="1"/>
          </p:cNvSpPr>
          <p:nvPr>
            <p:ph type="ftr" sz="quarter" idx="11"/>
          </p:nvPr>
        </p:nvSpPr>
        <p:spPr>
          <a:xfrm>
            <a:off x="2612773" y="6341942"/>
            <a:ext cx="5413629" cy="363327"/>
          </a:xfrm>
        </p:spPr>
        <p:txBody>
          <a:bodyPr/>
          <a:lstStyle/>
          <a:p>
            <a:r>
              <a:rPr lang="pt-BR" dirty="0"/>
              <a:t>Mr. Minhaj Nezami                                                     Unit-4</a:t>
            </a:r>
            <a:endParaRPr lang="en-US" dirty="0"/>
          </a:p>
        </p:txBody>
      </p:sp>
      <p:sp>
        <p:nvSpPr>
          <p:cNvPr id="6" name="Slide Number Placeholder 5"/>
          <p:cNvSpPr>
            <a:spLocks noGrp="1"/>
          </p:cNvSpPr>
          <p:nvPr>
            <p:ph type="sldNum" sz="quarter" idx="12"/>
          </p:nvPr>
        </p:nvSpPr>
        <p:spPr/>
        <p:txBody>
          <a:bodyPr/>
          <a:lstStyle/>
          <a:p>
            <a:pPr>
              <a:defRPr/>
            </a:pPr>
            <a:fld id="{18489F6E-009F-4481-9318-50784B4F5F86}" type="slidenum">
              <a:rPr lang="en-US"/>
              <a:pPr>
                <a:defRPr/>
              </a:pPr>
              <a:t>3</a:t>
            </a:fld>
            <a:endParaRPr lang="en-US"/>
          </a:p>
        </p:txBody>
      </p:sp>
      <p:pic>
        <p:nvPicPr>
          <p:cNvPr id="3079" name="Picture 2" descr="C:\Users\admin\Desktop\LOGONIET.png"/>
          <p:cNvPicPr>
            <a:picLocks noChangeAspect="1" noChangeArrowheads="1"/>
          </p:cNvPicPr>
          <p:nvPr/>
        </p:nvPicPr>
        <p:blipFill>
          <a:blip r:embed="rId3" cstate="print"/>
          <a:srcRect/>
          <a:stretch>
            <a:fillRect/>
          </a:stretch>
        </p:blipFill>
        <p:spPr bwMode="auto">
          <a:xfrm>
            <a:off x="3" y="16887"/>
            <a:ext cx="1904971" cy="843551"/>
          </a:xfrm>
          <a:prstGeom prst="rect">
            <a:avLst/>
          </a:prstGeom>
          <a:noFill/>
          <a:ln w="9525">
            <a:noFill/>
            <a:miter lim="800000"/>
            <a:headEnd/>
            <a:tailEnd/>
          </a:ln>
        </p:spPr>
      </p:pic>
      <p:sp>
        <p:nvSpPr>
          <p:cNvPr id="12" name="Title 1"/>
          <p:cNvSpPr>
            <a:spLocks noGrp="1"/>
          </p:cNvSpPr>
          <p:nvPr>
            <p:ph type="title"/>
          </p:nvPr>
        </p:nvSpPr>
        <p:spPr>
          <a:xfrm>
            <a:off x="2000225" y="16884"/>
            <a:ext cx="10191778" cy="853011"/>
          </a:xfrm>
          <a:solidFill>
            <a:srgbClr val="00B0F0"/>
          </a:solidFill>
        </p:spPr>
        <p:style>
          <a:lnRef idx="1">
            <a:schemeClr val="accent5"/>
          </a:lnRef>
          <a:fillRef idx="2">
            <a:schemeClr val="accent5"/>
          </a:fillRef>
          <a:effectRef idx="1">
            <a:schemeClr val="accent5"/>
          </a:effectRef>
          <a:fontRef idx="minor">
            <a:schemeClr val="dk1"/>
          </a:fontRef>
        </p:style>
        <p:txBody>
          <a:bodyPr>
            <a:noAutofit/>
          </a:bodyPr>
          <a:lstStyle/>
          <a:p>
            <a:r>
              <a:rPr lang="en-US" sz="3284" dirty="0" err="1"/>
              <a:t>Noida</a:t>
            </a:r>
            <a:r>
              <a:rPr lang="en-US" sz="3284" dirty="0"/>
              <a:t> Institute of Engineering and Technology, Greater </a:t>
            </a:r>
            <a:r>
              <a:rPr lang="en-US" sz="3284" dirty="0" err="1"/>
              <a:t>Noida</a:t>
            </a:r>
            <a:endParaRPr lang="en-US" sz="3284"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419" y="16859"/>
            <a:ext cx="2198920" cy="942604"/>
          </a:xfrm>
          <a:prstGeom prst="rect">
            <a:avLst/>
          </a:prstGeom>
        </p:spPr>
      </p:pic>
      <p:sp>
        <p:nvSpPr>
          <p:cNvPr id="9" name="Title 1"/>
          <p:cNvSpPr txBox="1">
            <a:spLocks/>
          </p:cNvSpPr>
          <p:nvPr/>
        </p:nvSpPr>
        <p:spPr>
          <a:xfrm>
            <a:off x="2181501" y="5453"/>
            <a:ext cx="9995168" cy="954011"/>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8787" tIns="49394" rIns="98787" bIns="49394" rtlCol="0" anchor="ctr">
            <a:noAutofit/>
          </a:bodyPr>
          <a:lstStyle/>
          <a:p>
            <a:pPr algn="ctr" defTabSz="987899">
              <a:spcBef>
                <a:spcPct val="0"/>
              </a:spcBef>
              <a:defRPr/>
            </a:pPr>
            <a:r>
              <a:rPr lang="en-US" sz="2786" dirty="0"/>
              <a:t>Syllabus Of Course </a:t>
            </a:r>
          </a:p>
        </p:txBody>
      </p:sp>
      <p:pic>
        <p:nvPicPr>
          <p:cNvPr id="10" name="Content Placeholder 9" descr="A close-up of a syllabus&#10;&#10;AI-generated content may be incorrect.">
            <a:extLst>
              <a:ext uri="{FF2B5EF4-FFF2-40B4-BE49-F238E27FC236}">
                <a16:creationId xmlns:a16="http://schemas.microsoft.com/office/drawing/2014/main" id="{DDFB6D1E-ED1D-4473-CDC4-6FAF5E4A3000}"/>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2032000" y="1184574"/>
            <a:ext cx="9601200" cy="4983163"/>
          </a:xfrm>
        </p:spPr>
      </p:pic>
    </p:spTree>
    <p:extLst>
      <p:ext uri="{BB962C8B-B14F-4D97-AF65-F5344CB8AC3E}">
        <p14:creationId xmlns:p14="http://schemas.microsoft.com/office/powerpoint/2010/main" val="325900955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B82E3253-28A3-400A-BF0A-1ED572F3E605}" type="datetime2">
              <a:rPr lang="en-US" smtClean="0"/>
              <a:t>Monday, September 1, 2025</a:t>
            </a:fld>
            <a:endParaRPr lang="en-US" dirty="0"/>
          </a:p>
        </p:txBody>
      </p:sp>
      <p:sp>
        <p:nvSpPr>
          <p:cNvPr id="5" name="Footer Placeholder 4"/>
          <p:cNvSpPr>
            <a:spLocks noGrp="1"/>
          </p:cNvSpPr>
          <p:nvPr>
            <p:ph type="ftr" sz="quarter" idx="11"/>
          </p:nvPr>
        </p:nvSpPr>
        <p:spPr>
          <a:xfrm>
            <a:off x="2612773" y="6341942"/>
            <a:ext cx="5413629" cy="363327"/>
          </a:xfrm>
        </p:spPr>
        <p:txBody>
          <a:bodyPr/>
          <a:lstStyle/>
          <a:p>
            <a:r>
              <a:rPr lang="pt-BR" dirty="0"/>
              <a:t>Mr. Minhaj Nezami                                                     Unit-4</a:t>
            </a:r>
            <a:endParaRPr lang="en-US" dirty="0"/>
          </a:p>
        </p:txBody>
      </p:sp>
      <p:sp>
        <p:nvSpPr>
          <p:cNvPr id="6" name="Slide Number Placeholder 5"/>
          <p:cNvSpPr>
            <a:spLocks noGrp="1"/>
          </p:cNvSpPr>
          <p:nvPr>
            <p:ph type="sldNum" sz="quarter" idx="12"/>
          </p:nvPr>
        </p:nvSpPr>
        <p:spPr/>
        <p:txBody>
          <a:bodyPr/>
          <a:lstStyle/>
          <a:p>
            <a:pPr>
              <a:defRPr/>
            </a:pPr>
            <a:fld id="{18489F6E-009F-4481-9318-50784B4F5F86}" type="slidenum">
              <a:rPr lang="en-US"/>
              <a:pPr>
                <a:defRPr/>
              </a:pPr>
              <a:t>4</a:t>
            </a:fld>
            <a:endParaRPr lang="en-US"/>
          </a:p>
        </p:txBody>
      </p:sp>
      <p:pic>
        <p:nvPicPr>
          <p:cNvPr id="3079" name="Picture 2" descr="C:\Users\admin\Desktop\LOGONIET.png"/>
          <p:cNvPicPr>
            <a:picLocks noChangeAspect="1" noChangeArrowheads="1"/>
          </p:cNvPicPr>
          <p:nvPr/>
        </p:nvPicPr>
        <p:blipFill>
          <a:blip r:embed="rId3" cstate="print"/>
          <a:srcRect/>
          <a:stretch>
            <a:fillRect/>
          </a:stretch>
        </p:blipFill>
        <p:spPr bwMode="auto">
          <a:xfrm>
            <a:off x="3" y="16887"/>
            <a:ext cx="1904971" cy="843551"/>
          </a:xfrm>
          <a:prstGeom prst="rect">
            <a:avLst/>
          </a:prstGeom>
          <a:noFill/>
          <a:ln w="9525">
            <a:noFill/>
            <a:miter lim="800000"/>
            <a:headEnd/>
            <a:tailEnd/>
          </a:ln>
        </p:spPr>
      </p:pic>
      <p:sp>
        <p:nvSpPr>
          <p:cNvPr id="12" name="Title 1"/>
          <p:cNvSpPr>
            <a:spLocks noGrp="1"/>
          </p:cNvSpPr>
          <p:nvPr>
            <p:ph type="title"/>
          </p:nvPr>
        </p:nvSpPr>
        <p:spPr>
          <a:xfrm>
            <a:off x="2000225" y="16884"/>
            <a:ext cx="10191778" cy="853011"/>
          </a:xfrm>
          <a:solidFill>
            <a:srgbClr val="00B0F0"/>
          </a:solidFill>
        </p:spPr>
        <p:style>
          <a:lnRef idx="1">
            <a:schemeClr val="accent5"/>
          </a:lnRef>
          <a:fillRef idx="2">
            <a:schemeClr val="accent5"/>
          </a:fillRef>
          <a:effectRef idx="1">
            <a:schemeClr val="accent5"/>
          </a:effectRef>
          <a:fontRef idx="minor">
            <a:schemeClr val="dk1"/>
          </a:fontRef>
        </p:style>
        <p:txBody>
          <a:bodyPr>
            <a:noAutofit/>
          </a:bodyPr>
          <a:lstStyle/>
          <a:p>
            <a:r>
              <a:rPr lang="en-US" sz="3284" dirty="0" err="1"/>
              <a:t>Noida</a:t>
            </a:r>
            <a:r>
              <a:rPr lang="en-US" sz="3284" dirty="0"/>
              <a:t> Institute of Engineering and Technology, Greater </a:t>
            </a:r>
            <a:r>
              <a:rPr lang="en-US" sz="3284" dirty="0" err="1"/>
              <a:t>Noida</a:t>
            </a:r>
            <a:endParaRPr lang="en-US" sz="3284"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419" y="16859"/>
            <a:ext cx="2198920" cy="942604"/>
          </a:xfrm>
          <a:prstGeom prst="rect">
            <a:avLst/>
          </a:prstGeom>
        </p:spPr>
      </p:pic>
      <p:sp>
        <p:nvSpPr>
          <p:cNvPr id="9" name="Title 1"/>
          <p:cNvSpPr txBox="1">
            <a:spLocks/>
          </p:cNvSpPr>
          <p:nvPr/>
        </p:nvSpPr>
        <p:spPr>
          <a:xfrm>
            <a:off x="2186255" y="16883"/>
            <a:ext cx="9995168" cy="954011"/>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8787" tIns="49394" rIns="98787" bIns="49394" rtlCol="0" anchor="ctr">
            <a:noAutofit/>
          </a:bodyPr>
          <a:lstStyle/>
          <a:p>
            <a:pPr algn="ctr" defTabSz="987899">
              <a:spcBef>
                <a:spcPct val="0"/>
              </a:spcBef>
              <a:defRPr/>
            </a:pPr>
            <a:r>
              <a:rPr lang="en-US" sz="2786" dirty="0"/>
              <a:t>Syllabus Of Course </a:t>
            </a:r>
          </a:p>
        </p:txBody>
      </p:sp>
      <p:pic>
        <p:nvPicPr>
          <p:cNvPr id="11" name="Content Placeholder 10" descr="A close-up of a document&#10;&#10;AI-generated content may be incorrect.">
            <a:extLst>
              <a:ext uri="{FF2B5EF4-FFF2-40B4-BE49-F238E27FC236}">
                <a16:creationId xmlns:a16="http://schemas.microsoft.com/office/drawing/2014/main" id="{E4C56803-9D03-2185-A6EB-F2D43EB65181}"/>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2000224" y="1143000"/>
            <a:ext cx="9810775" cy="4983163"/>
          </a:xfrm>
        </p:spPr>
      </p:pic>
    </p:spTree>
    <p:extLst>
      <p:ext uri="{BB962C8B-B14F-4D97-AF65-F5344CB8AC3E}">
        <p14:creationId xmlns:p14="http://schemas.microsoft.com/office/powerpoint/2010/main" val="185204201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502EFB8-BD70-6E38-BDD5-AD855D270ED8}"/>
              </a:ext>
            </a:extLst>
          </p:cNvPr>
          <p:cNvSpPr>
            <a:spLocks noGrp="1"/>
          </p:cNvSpPr>
          <p:nvPr>
            <p:ph type="dt" sz="half" idx="10"/>
          </p:nvPr>
        </p:nvSpPr>
        <p:spPr/>
        <p:txBody>
          <a:bodyPr/>
          <a:lstStyle/>
          <a:p>
            <a:fld id="{13D62C2F-6444-4D24-9D54-6F97E612EA4E}" type="datetime2">
              <a:rPr lang="en-US" smtClean="0"/>
              <a:t>Monday, September 1, 2025</a:t>
            </a:fld>
            <a:endParaRPr lang="en-US"/>
          </a:p>
        </p:txBody>
      </p:sp>
      <p:sp>
        <p:nvSpPr>
          <p:cNvPr id="5" name="Footer Placeholder 4">
            <a:extLst>
              <a:ext uri="{FF2B5EF4-FFF2-40B4-BE49-F238E27FC236}">
                <a16:creationId xmlns:a16="http://schemas.microsoft.com/office/drawing/2014/main" id="{0A5476E4-EE2B-4A79-87ED-CEFE013CB3E7}"/>
              </a:ext>
            </a:extLst>
          </p:cNvPr>
          <p:cNvSpPr>
            <a:spLocks noGrp="1"/>
          </p:cNvSpPr>
          <p:nvPr>
            <p:ph type="ftr" sz="quarter" idx="11"/>
          </p:nvPr>
        </p:nvSpPr>
        <p:spPr/>
        <p:txBody>
          <a:bodyPr/>
          <a:lstStyle/>
          <a:p>
            <a:r>
              <a:rPr lang="pt-BR" dirty="0"/>
              <a:t>Mr. Minhaj Nezami                                                     Unit-4</a:t>
            </a:r>
            <a:endParaRPr lang="en-US" dirty="0"/>
          </a:p>
        </p:txBody>
      </p:sp>
      <p:sp>
        <p:nvSpPr>
          <p:cNvPr id="6" name="Slide Number Placeholder 5">
            <a:extLst>
              <a:ext uri="{FF2B5EF4-FFF2-40B4-BE49-F238E27FC236}">
                <a16:creationId xmlns:a16="http://schemas.microsoft.com/office/drawing/2014/main" id="{6D1A1332-56FD-0A58-37CB-4B8DE246A48D}"/>
              </a:ext>
            </a:extLst>
          </p:cNvPr>
          <p:cNvSpPr>
            <a:spLocks noGrp="1"/>
          </p:cNvSpPr>
          <p:nvPr>
            <p:ph type="sldNum" sz="quarter" idx="12"/>
          </p:nvPr>
        </p:nvSpPr>
        <p:spPr/>
        <p:txBody>
          <a:bodyPr/>
          <a:lstStyle/>
          <a:p>
            <a:fld id="{B6F15528-21DE-4FAA-801E-634DDDAF4B2B}" type="slidenum">
              <a:rPr lang="en-US" smtClean="0"/>
              <a:pPr/>
              <a:t>5</a:t>
            </a:fld>
            <a:endParaRPr lang="en-US"/>
          </a:p>
        </p:txBody>
      </p:sp>
      <p:pic>
        <p:nvPicPr>
          <p:cNvPr id="7" name="Picture 6" descr="A black and red logo&#10;&#10;Description automatically generated">
            <a:extLst>
              <a:ext uri="{FF2B5EF4-FFF2-40B4-BE49-F238E27FC236}">
                <a16:creationId xmlns:a16="http://schemas.microsoft.com/office/drawing/2014/main" id="{0A20B9E6-DAEB-EBDD-7D27-7CCBFD7C409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419" y="16859"/>
            <a:ext cx="2198920" cy="942604"/>
          </a:xfrm>
          <a:prstGeom prst="rect">
            <a:avLst/>
          </a:prstGeom>
        </p:spPr>
      </p:pic>
      <p:sp>
        <p:nvSpPr>
          <p:cNvPr id="8" name="Title 1">
            <a:extLst>
              <a:ext uri="{FF2B5EF4-FFF2-40B4-BE49-F238E27FC236}">
                <a16:creationId xmlns:a16="http://schemas.microsoft.com/office/drawing/2014/main" id="{5ADD383E-1BC6-EC27-0C11-39DFE3D7EC3D}"/>
              </a:ext>
            </a:extLst>
          </p:cNvPr>
          <p:cNvSpPr txBox="1">
            <a:spLocks/>
          </p:cNvSpPr>
          <p:nvPr/>
        </p:nvSpPr>
        <p:spPr>
          <a:xfrm>
            <a:off x="2186255" y="16884"/>
            <a:ext cx="9995168" cy="94258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8787" tIns="49394" rIns="98787" bIns="49394" rtlCol="0" anchor="ctr">
            <a:noAutofit/>
          </a:bodyPr>
          <a:lstStyle/>
          <a:p>
            <a:pPr algn="ctr" defTabSz="987899">
              <a:spcBef>
                <a:spcPct val="0"/>
              </a:spcBef>
              <a:defRPr/>
            </a:pPr>
            <a:r>
              <a:rPr lang="en-US" sz="2786" dirty="0"/>
              <a:t>Syllabus Of Course </a:t>
            </a:r>
          </a:p>
        </p:txBody>
      </p:sp>
      <p:pic>
        <p:nvPicPr>
          <p:cNvPr id="10" name="Picture 9" descr="A screenshot of a computer&#10;&#10;AI-generated content may be incorrect.">
            <a:extLst>
              <a:ext uri="{FF2B5EF4-FFF2-40B4-BE49-F238E27FC236}">
                <a16:creationId xmlns:a16="http://schemas.microsoft.com/office/drawing/2014/main" id="{FE8D8954-51EE-B3DC-9586-5D86BC160F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1199" y="1142999"/>
            <a:ext cx="9995168" cy="5213351"/>
          </a:xfrm>
          <a:prstGeom prst="rect">
            <a:avLst/>
          </a:prstGeom>
        </p:spPr>
      </p:pic>
    </p:spTree>
    <p:extLst>
      <p:ext uri="{BB962C8B-B14F-4D97-AF65-F5344CB8AC3E}">
        <p14:creationId xmlns:p14="http://schemas.microsoft.com/office/powerpoint/2010/main" val="535161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4B2573-22A0-B458-C443-E1D65A577225}"/>
              </a:ext>
            </a:extLst>
          </p:cNvPr>
          <p:cNvSpPr>
            <a:spLocks noGrp="1"/>
          </p:cNvSpPr>
          <p:nvPr>
            <p:ph type="dt" sz="half" idx="10"/>
          </p:nvPr>
        </p:nvSpPr>
        <p:spPr/>
        <p:txBody>
          <a:bodyPr/>
          <a:lstStyle/>
          <a:p>
            <a:fld id="{3542DDF3-DFC5-468C-8EA3-4C76DC0147E9}" type="datetime2">
              <a:rPr lang="en-US" smtClean="0"/>
              <a:t>Monday, September 1, 2025</a:t>
            </a:fld>
            <a:endParaRPr lang="en-US"/>
          </a:p>
        </p:txBody>
      </p:sp>
      <p:sp>
        <p:nvSpPr>
          <p:cNvPr id="3" name="Footer Placeholder 2">
            <a:extLst>
              <a:ext uri="{FF2B5EF4-FFF2-40B4-BE49-F238E27FC236}">
                <a16:creationId xmlns:a16="http://schemas.microsoft.com/office/drawing/2014/main" id="{4BE3AEF0-A07A-0FE0-B467-2B2C0CB3C65B}"/>
              </a:ext>
            </a:extLst>
          </p:cNvPr>
          <p:cNvSpPr>
            <a:spLocks noGrp="1"/>
          </p:cNvSpPr>
          <p:nvPr>
            <p:ph type="ftr" sz="quarter" idx="11"/>
          </p:nvPr>
        </p:nvSpPr>
        <p:spPr/>
        <p:txBody>
          <a:bodyPr/>
          <a:lstStyle/>
          <a:p>
            <a:r>
              <a:rPr lang="pt-BR" dirty="0"/>
              <a:t>Mr. Minhaj Nezami                                                     Unit-4</a:t>
            </a:r>
            <a:endParaRPr lang="en-US" dirty="0"/>
          </a:p>
        </p:txBody>
      </p:sp>
      <p:sp>
        <p:nvSpPr>
          <p:cNvPr id="4" name="Slide Number Placeholder 3">
            <a:extLst>
              <a:ext uri="{FF2B5EF4-FFF2-40B4-BE49-F238E27FC236}">
                <a16:creationId xmlns:a16="http://schemas.microsoft.com/office/drawing/2014/main" id="{CE23366D-4669-8E99-03EB-5877A4584F8A}"/>
              </a:ext>
            </a:extLst>
          </p:cNvPr>
          <p:cNvSpPr>
            <a:spLocks noGrp="1"/>
          </p:cNvSpPr>
          <p:nvPr>
            <p:ph type="sldNum" sz="quarter" idx="12"/>
          </p:nvPr>
        </p:nvSpPr>
        <p:spPr/>
        <p:txBody>
          <a:bodyPr/>
          <a:lstStyle/>
          <a:p>
            <a:fld id="{B6F15528-21DE-4FAA-801E-634DDDAF4B2B}" type="slidenum">
              <a:rPr lang="en-US" smtClean="0"/>
              <a:pPr/>
              <a:t>6</a:t>
            </a:fld>
            <a:endParaRPr lang="en-US"/>
          </a:p>
        </p:txBody>
      </p:sp>
      <p:pic>
        <p:nvPicPr>
          <p:cNvPr id="6" name="Picture 5" descr="A screenshot of a computer&#10;&#10;AI-generated content may be incorrect.">
            <a:extLst>
              <a:ext uri="{FF2B5EF4-FFF2-40B4-BE49-F238E27FC236}">
                <a16:creationId xmlns:a16="http://schemas.microsoft.com/office/drawing/2014/main" id="{9D7EAAD9-5B83-B6A1-5871-38B883F846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6336" y="213865"/>
            <a:ext cx="8777864" cy="4053336"/>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E39E9C58-9D55-8272-1FA6-22840FEFC8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8230" y="4270023"/>
            <a:ext cx="8892169" cy="1543265"/>
          </a:xfrm>
          <a:prstGeom prst="rect">
            <a:avLst/>
          </a:prstGeom>
        </p:spPr>
      </p:pic>
    </p:spTree>
    <p:extLst>
      <p:ext uri="{BB962C8B-B14F-4D97-AF65-F5344CB8AC3E}">
        <p14:creationId xmlns:p14="http://schemas.microsoft.com/office/powerpoint/2010/main" val="191624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5708B-9A32-A342-AA15-6A3D242B659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4583A80-6963-0F50-A95F-DE5665AF5035}"/>
              </a:ext>
            </a:extLst>
          </p:cNvPr>
          <p:cNvSpPr>
            <a:spLocks noGrp="1"/>
          </p:cNvSpPr>
          <p:nvPr>
            <p:ph type="dt" sz="quarter" idx="10"/>
          </p:nvPr>
        </p:nvSpPr>
        <p:spPr/>
        <p:txBody>
          <a:bodyPr/>
          <a:lstStyle/>
          <a:p>
            <a:pPr>
              <a:defRPr/>
            </a:pPr>
            <a:fld id="{CFF054C7-1F42-4E10-A8E7-1E0308E1F274}" type="datetime2">
              <a:rPr lang="en-US" smtClean="0"/>
              <a:t>Monday, September 1, 2025</a:t>
            </a:fld>
            <a:endParaRPr lang="en-US" dirty="0"/>
          </a:p>
        </p:txBody>
      </p:sp>
      <p:sp>
        <p:nvSpPr>
          <p:cNvPr id="5" name="Footer Placeholder 4">
            <a:extLst>
              <a:ext uri="{FF2B5EF4-FFF2-40B4-BE49-F238E27FC236}">
                <a16:creationId xmlns:a16="http://schemas.microsoft.com/office/drawing/2014/main" id="{34E589D8-2FCA-15E0-031C-2BAC45DD284D}"/>
              </a:ext>
            </a:extLst>
          </p:cNvPr>
          <p:cNvSpPr>
            <a:spLocks noGrp="1"/>
          </p:cNvSpPr>
          <p:nvPr>
            <p:ph type="ftr" sz="quarter" idx="11"/>
          </p:nvPr>
        </p:nvSpPr>
        <p:spPr>
          <a:xfrm>
            <a:off x="2612773" y="6341942"/>
            <a:ext cx="5413629" cy="363327"/>
          </a:xfrm>
        </p:spPr>
        <p:txBody>
          <a:bodyPr/>
          <a:lstStyle/>
          <a:p>
            <a:r>
              <a:rPr lang="pt-BR" dirty="0"/>
              <a:t>Mr. Minhaj Nezami                                                     Unit-4</a:t>
            </a:r>
            <a:endParaRPr lang="en-US" dirty="0"/>
          </a:p>
        </p:txBody>
      </p:sp>
      <p:sp>
        <p:nvSpPr>
          <p:cNvPr id="6" name="Slide Number Placeholder 5">
            <a:extLst>
              <a:ext uri="{FF2B5EF4-FFF2-40B4-BE49-F238E27FC236}">
                <a16:creationId xmlns:a16="http://schemas.microsoft.com/office/drawing/2014/main" id="{D99711A7-8903-922C-ADCB-F23988CD3325}"/>
              </a:ext>
            </a:extLst>
          </p:cNvPr>
          <p:cNvSpPr>
            <a:spLocks noGrp="1"/>
          </p:cNvSpPr>
          <p:nvPr>
            <p:ph type="sldNum" sz="quarter" idx="12"/>
          </p:nvPr>
        </p:nvSpPr>
        <p:spPr/>
        <p:txBody>
          <a:bodyPr/>
          <a:lstStyle/>
          <a:p>
            <a:pPr>
              <a:defRPr/>
            </a:pPr>
            <a:fld id="{18489F6E-009F-4481-9318-50784B4F5F86}" type="slidenum">
              <a:rPr lang="en-US"/>
              <a:pPr>
                <a:defRPr/>
              </a:pPr>
              <a:t>7</a:t>
            </a:fld>
            <a:endParaRPr lang="en-US"/>
          </a:p>
        </p:txBody>
      </p:sp>
      <p:pic>
        <p:nvPicPr>
          <p:cNvPr id="3079" name="Picture 2" descr="C:\Users\admin\Desktop\LOGONIET.png">
            <a:extLst>
              <a:ext uri="{FF2B5EF4-FFF2-40B4-BE49-F238E27FC236}">
                <a16:creationId xmlns:a16="http://schemas.microsoft.com/office/drawing/2014/main" id="{D2B9EA60-1B84-C300-4DF8-2CD68537A5AD}"/>
              </a:ext>
            </a:extLst>
          </p:cNvPr>
          <p:cNvPicPr>
            <a:picLocks noChangeAspect="1" noChangeArrowheads="1"/>
          </p:cNvPicPr>
          <p:nvPr/>
        </p:nvPicPr>
        <p:blipFill>
          <a:blip r:embed="rId3" cstate="print"/>
          <a:srcRect/>
          <a:stretch>
            <a:fillRect/>
          </a:stretch>
        </p:blipFill>
        <p:spPr bwMode="auto">
          <a:xfrm>
            <a:off x="3" y="16887"/>
            <a:ext cx="1904971" cy="843551"/>
          </a:xfrm>
          <a:prstGeom prst="rect">
            <a:avLst/>
          </a:prstGeom>
          <a:noFill/>
          <a:ln w="9525">
            <a:noFill/>
            <a:miter lim="800000"/>
            <a:headEnd/>
            <a:tailEnd/>
          </a:ln>
        </p:spPr>
      </p:pic>
      <p:sp>
        <p:nvSpPr>
          <p:cNvPr id="12" name="Title 1">
            <a:extLst>
              <a:ext uri="{FF2B5EF4-FFF2-40B4-BE49-F238E27FC236}">
                <a16:creationId xmlns:a16="http://schemas.microsoft.com/office/drawing/2014/main" id="{98EE64C0-D04E-1ACB-D20B-3C49DF5C1FD7}"/>
              </a:ext>
            </a:extLst>
          </p:cNvPr>
          <p:cNvSpPr>
            <a:spLocks noGrp="1"/>
          </p:cNvSpPr>
          <p:nvPr>
            <p:ph type="title"/>
          </p:nvPr>
        </p:nvSpPr>
        <p:spPr>
          <a:xfrm>
            <a:off x="2000225" y="16884"/>
            <a:ext cx="10191778" cy="853011"/>
          </a:xfrm>
          <a:solidFill>
            <a:srgbClr val="00B0F0"/>
          </a:solidFill>
        </p:spPr>
        <p:style>
          <a:lnRef idx="1">
            <a:schemeClr val="accent5"/>
          </a:lnRef>
          <a:fillRef idx="2">
            <a:schemeClr val="accent5"/>
          </a:fillRef>
          <a:effectRef idx="1">
            <a:schemeClr val="accent5"/>
          </a:effectRef>
          <a:fontRef idx="minor">
            <a:schemeClr val="dk1"/>
          </a:fontRef>
        </p:style>
        <p:txBody>
          <a:bodyPr>
            <a:noAutofit/>
          </a:bodyPr>
          <a:lstStyle/>
          <a:p>
            <a:r>
              <a:rPr lang="en-US" sz="3284" dirty="0" err="1"/>
              <a:t>Noida</a:t>
            </a:r>
            <a:r>
              <a:rPr lang="en-US" sz="3284" dirty="0"/>
              <a:t> Institute of Engineering and Technology, Greater </a:t>
            </a:r>
            <a:r>
              <a:rPr lang="en-US" sz="3284" dirty="0" err="1"/>
              <a:t>Noida</a:t>
            </a:r>
            <a:endParaRPr lang="en-US" sz="3284" dirty="0"/>
          </a:p>
        </p:txBody>
      </p:sp>
      <p:pic>
        <p:nvPicPr>
          <p:cNvPr id="8" name="Picture 7" descr="A black and red logo&#10;&#10;Description automatically generated">
            <a:extLst>
              <a:ext uri="{FF2B5EF4-FFF2-40B4-BE49-F238E27FC236}">
                <a16:creationId xmlns:a16="http://schemas.microsoft.com/office/drawing/2014/main" id="{9D9A76B9-D21C-F086-DE8A-8F7D0927B73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419" y="16859"/>
            <a:ext cx="2198920" cy="942604"/>
          </a:xfrm>
          <a:prstGeom prst="rect">
            <a:avLst/>
          </a:prstGeom>
        </p:spPr>
      </p:pic>
      <p:sp>
        <p:nvSpPr>
          <p:cNvPr id="9" name="Title 1">
            <a:extLst>
              <a:ext uri="{FF2B5EF4-FFF2-40B4-BE49-F238E27FC236}">
                <a16:creationId xmlns:a16="http://schemas.microsoft.com/office/drawing/2014/main" id="{D2EFAA51-B0D2-24FC-5062-0A9E3E023E81}"/>
              </a:ext>
            </a:extLst>
          </p:cNvPr>
          <p:cNvSpPr txBox="1">
            <a:spLocks/>
          </p:cNvSpPr>
          <p:nvPr/>
        </p:nvSpPr>
        <p:spPr>
          <a:xfrm>
            <a:off x="2186255" y="16883"/>
            <a:ext cx="9995168" cy="954011"/>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8787" tIns="49394" rIns="98787" bIns="49394" rtlCol="0" anchor="ctr">
            <a:noAutofit/>
          </a:bodyPr>
          <a:lstStyle/>
          <a:p>
            <a:pPr algn="ctr" defTabSz="987899">
              <a:spcBef>
                <a:spcPct val="0"/>
              </a:spcBef>
              <a:defRPr/>
            </a:pPr>
            <a:r>
              <a:rPr lang="en-US" sz="2786" dirty="0"/>
              <a:t>Branch wise Application</a:t>
            </a:r>
          </a:p>
        </p:txBody>
      </p:sp>
      <p:sp>
        <p:nvSpPr>
          <p:cNvPr id="3" name="Content Placeholder 2">
            <a:extLst>
              <a:ext uri="{FF2B5EF4-FFF2-40B4-BE49-F238E27FC236}">
                <a16:creationId xmlns:a16="http://schemas.microsoft.com/office/drawing/2014/main" id="{19012939-4DC9-3B1A-F260-DCAADE83E60A}"/>
              </a:ext>
            </a:extLst>
          </p:cNvPr>
          <p:cNvSpPr>
            <a:spLocks noGrp="1"/>
          </p:cNvSpPr>
          <p:nvPr>
            <p:ph idx="1"/>
          </p:nvPr>
        </p:nvSpPr>
        <p:spPr>
          <a:xfrm>
            <a:off x="609600" y="1219201"/>
            <a:ext cx="10972800" cy="4906964"/>
          </a:xfrm>
        </p:spPr>
        <p:txBody>
          <a:bodyPr>
            <a:normAutofit/>
          </a:bodyPr>
          <a:lstStyle/>
          <a:p>
            <a:pPr algn="just"/>
            <a:r>
              <a:rPr lang="en-US" sz="3600" dirty="0">
                <a:latin typeface="Times New Roman" pitchFamily="18" charset="0"/>
                <a:cs typeface="Times New Roman" pitchFamily="18" charset="0"/>
              </a:rPr>
              <a:t> </a:t>
            </a:r>
            <a:r>
              <a:rPr lang="en-US" dirty="0">
                <a:cs typeface="Times New Roman" pitchFamily="18" charset="0"/>
              </a:rPr>
              <a:t>Airlines reservation system.</a:t>
            </a:r>
          </a:p>
          <a:p>
            <a:pPr algn="just"/>
            <a:r>
              <a:rPr lang="en-US" dirty="0">
                <a:cs typeface="Times New Roman" pitchFamily="18" charset="0"/>
              </a:rPr>
              <a:t>  Air traffic control system.</a:t>
            </a:r>
          </a:p>
          <a:p>
            <a:pPr algn="just"/>
            <a:r>
              <a:rPr lang="en-US" dirty="0">
                <a:cs typeface="Times New Roman" pitchFamily="18" charset="0"/>
              </a:rPr>
              <a:t>  Systems that provide immediate updating.</a:t>
            </a:r>
          </a:p>
          <a:p>
            <a:pPr algn="just"/>
            <a:r>
              <a:rPr lang="en-US" dirty="0">
                <a:cs typeface="Times New Roman" pitchFamily="18" charset="0"/>
              </a:rPr>
              <a:t>  Used in any system that provides up to date and minute</a:t>
            </a:r>
          </a:p>
          <a:p>
            <a:pPr algn="just"/>
            <a:r>
              <a:rPr lang="en-US" dirty="0">
                <a:cs typeface="Times New Roman" pitchFamily="18" charset="0"/>
              </a:rPr>
              <a:t>    information on stock prices.</a:t>
            </a:r>
          </a:p>
          <a:p>
            <a:pPr algn="just"/>
            <a:r>
              <a:rPr lang="en-US" dirty="0">
                <a:cs typeface="Times New Roman" pitchFamily="18" charset="0"/>
              </a:rPr>
              <a:t>  Defense application systems like RADAR.</a:t>
            </a:r>
          </a:p>
          <a:p>
            <a:pPr algn="just"/>
            <a:r>
              <a:rPr lang="en-US" dirty="0">
                <a:cs typeface="Times New Roman" pitchFamily="18" charset="0"/>
              </a:rPr>
              <a:t>  Networked Multimedia Systems.</a:t>
            </a:r>
          </a:p>
          <a:p>
            <a:pPr algn="just"/>
            <a:r>
              <a:rPr lang="en-US">
                <a:cs typeface="Times New Roman" pitchFamily="18" charset="0"/>
              </a:rPr>
              <a:t>  Command Control Systems.</a:t>
            </a:r>
          </a:p>
          <a:p>
            <a:pPr>
              <a:buFont typeface="Arial" panose="020B0604020202020204" pitchFamily="34" charset="0"/>
              <a:buChar char="•"/>
            </a:pPr>
            <a:endParaRPr lang="en-IN" dirty="0"/>
          </a:p>
          <a:p>
            <a:endParaRPr lang="en-US" dirty="0"/>
          </a:p>
        </p:txBody>
      </p:sp>
    </p:spTree>
    <p:extLst>
      <p:ext uri="{BB962C8B-B14F-4D97-AF65-F5344CB8AC3E}">
        <p14:creationId xmlns:p14="http://schemas.microsoft.com/office/powerpoint/2010/main" val="23747663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C5136-63AF-37CA-CF75-288D741575C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E4FBF1-D142-36A8-B37A-9F31334579DC}"/>
              </a:ext>
            </a:extLst>
          </p:cNvPr>
          <p:cNvSpPr>
            <a:spLocks noGrp="1"/>
          </p:cNvSpPr>
          <p:nvPr>
            <p:ph idx="1"/>
          </p:nvPr>
        </p:nvSpPr>
        <p:spPr>
          <a:xfrm>
            <a:off x="1524000" y="838200"/>
            <a:ext cx="9593179" cy="5779617"/>
          </a:xfrm>
        </p:spPr>
        <p:txBody>
          <a:bodyPr>
            <a:noAutofit/>
          </a:bodyPr>
          <a:lstStyle/>
          <a:p>
            <a:pPr>
              <a:buFont typeface="Arial" pitchFamily="34" charset="0"/>
              <a:buChar char="•"/>
            </a:pPr>
            <a:r>
              <a:rPr lang="en-IN" sz="1900" dirty="0"/>
              <a:t>Memory Allocation</a:t>
            </a:r>
          </a:p>
          <a:p>
            <a:pPr lvl="3">
              <a:buFont typeface="Arial" pitchFamily="34" charset="0"/>
              <a:buChar char="•"/>
            </a:pPr>
            <a:r>
              <a:rPr lang="en-IN" sz="1900" dirty="0"/>
              <a:t>Contiguous</a:t>
            </a:r>
          </a:p>
          <a:p>
            <a:pPr lvl="5">
              <a:buFont typeface="Arial" pitchFamily="34" charset="0"/>
              <a:buChar char="•"/>
            </a:pPr>
            <a:r>
              <a:rPr lang="en-IN" sz="1900" dirty="0"/>
              <a:t>Fixed Partition</a:t>
            </a:r>
          </a:p>
          <a:p>
            <a:pPr lvl="5">
              <a:buFont typeface="Arial" pitchFamily="34" charset="0"/>
              <a:buChar char="•"/>
            </a:pPr>
            <a:r>
              <a:rPr lang="en-IN" sz="1900" dirty="0"/>
              <a:t>Variable partition</a:t>
            </a:r>
          </a:p>
          <a:p>
            <a:pPr lvl="3">
              <a:buFont typeface="Arial" pitchFamily="34" charset="0"/>
              <a:buChar char="•"/>
            </a:pPr>
            <a:r>
              <a:rPr lang="en-IN" sz="1900" dirty="0"/>
              <a:t>Non Contiguous</a:t>
            </a:r>
          </a:p>
          <a:p>
            <a:pPr lvl="5">
              <a:buFont typeface="Arial" pitchFamily="34" charset="0"/>
              <a:buChar char="•"/>
            </a:pPr>
            <a:r>
              <a:rPr lang="en-IN" sz="1900" dirty="0"/>
              <a:t>Paging</a:t>
            </a:r>
          </a:p>
          <a:p>
            <a:pPr lvl="5">
              <a:buFont typeface="Arial" pitchFamily="34" charset="0"/>
              <a:buChar char="•"/>
            </a:pPr>
            <a:r>
              <a:rPr lang="en-IN" sz="1900" dirty="0"/>
              <a:t>Segmentation</a:t>
            </a:r>
          </a:p>
          <a:p>
            <a:pPr lvl="5">
              <a:buFont typeface="Arial" pitchFamily="34" charset="0"/>
              <a:buChar char="•"/>
            </a:pPr>
            <a:r>
              <a:rPr lang="en-IN" sz="1900" dirty="0"/>
              <a:t>Segmentation with paging</a:t>
            </a:r>
          </a:p>
          <a:p>
            <a:pPr>
              <a:buFont typeface="Arial" pitchFamily="34" charset="0"/>
              <a:buChar char="•"/>
            </a:pPr>
            <a:r>
              <a:rPr lang="en-IN" sz="1900" dirty="0"/>
              <a:t>Virtual Memory</a:t>
            </a:r>
          </a:p>
          <a:p>
            <a:pPr>
              <a:buFont typeface="Arial" pitchFamily="34" charset="0"/>
              <a:buChar char="•"/>
            </a:pPr>
            <a:r>
              <a:rPr lang="en-IN" sz="1900" dirty="0"/>
              <a:t>Demand Paging</a:t>
            </a:r>
          </a:p>
          <a:p>
            <a:pPr>
              <a:buFont typeface="Arial" pitchFamily="34" charset="0"/>
              <a:buChar char="•"/>
            </a:pPr>
            <a:r>
              <a:rPr lang="en-IN" sz="1900" dirty="0"/>
              <a:t>Global and local page replacement</a:t>
            </a:r>
          </a:p>
          <a:p>
            <a:pPr>
              <a:buFont typeface="Arial" pitchFamily="34" charset="0"/>
              <a:buChar char="•"/>
            </a:pPr>
            <a:r>
              <a:rPr lang="en-IN" sz="1900" dirty="0"/>
              <a:t>Page replacement algorithms</a:t>
            </a:r>
          </a:p>
          <a:p>
            <a:pPr lvl="3">
              <a:buFont typeface="Arial" pitchFamily="34" charset="0"/>
              <a:buChar char="•"/>
            </a:pPr>
            <a:r>
              <a:rPr lang="en-IN" sz="1900" dirty="0"/>
              <a:t>FIFO</a:t>
            </a:r>
          </a:p>
          <a:p>
            <a:pPr lvl="3">
              <a:buFont typeface="Arial" pitchFamily="34" charset="0"/>
              <a:buChar char="•"/>
            </a:pPr>
            <a:r>
              <a:rPr lang="en-IN" sz="1900" dirty="0"/>
              <a:t>LRU</a:t>
            </a:r>
          </a:p>
          <a:p>
            <a:pPr lvl="3">
              <a:buFont typeface="Arial" pitchFamily="34" charset="0"/>
              <a:buChar char="•"/>
            </a:pPr>
            <a:r>
              <a:rPr lang="en-IN" sz="1900" dirty="0"/>
              <a:t>OPTIMAL</a:t>
            </a:r>
          </a:p>
          <a:p>
            <a:pPr>
              <a:buFont typeface="Arial" pitchFamily="34" charset="0"/>
              <a:buChar char="•"/>
            </a:pPr>
            <a:r>
              <a:rPr lang="en-IN" sz="1900" dirty="0"/>
              <a:t>Thrashing</a:t>
            </a:r>
          </a:p>
        </p:txBody>
      </p:sp>
      <p:sp>
        <p:nvSpPr>
          <p:cNvPr id="6" name="Date Placeholder 5">
            <a:extLst>
              <a:ext uri="{FF2B5EF4-FFF2-40B4-BE49-F238E27FC236}">
                <a16:creationId xmlns:a16="http://schemas.microsoft.com/office/drawing/2014/main" id="{4288F865-1FC9-8D0F-CF71-E96876C1D1D6}"/>
              </a:ext>
            </a:extLst>
          </p:cNvPr>
          <p:cNvSpPr>
            <a:spLocks noGrp="1"/>
          </p:cNvSpPr>
          <p:nvPr>
            <p:ph type="dt" sz="half" idx="10"/>
          </p:nvPr>
        </p:nvSpPr>
        <p:spPr/>
        <p:txBody>
          <a:bodyPr/>
          <a:lstStyle/>
          <a:p>
            <a:fld id="{98EDAABB-7577-4004-8122-C1C977A7F811}" type="datetime2">
              <a:rPr lang="en-US" smtClean="0"/>
              <a:t>Monday, September 1, 2025</a:t>
            </a:fld>
            <a:endParaRPr lang="en-US" dirty="0"/>
          </a:p>
        </p:txBody>
      </p:sp>
      <p:sp>
        <p:nvSpPr>
          <p:cNvPr id="7" name="Slide Number Placeholder 6">
            <a:extLst>
              <a:ext uri="{FF2B5EF4-FFF2-40B4-BE49-F238E27FC236}">
                <a16:creationId xmlns:a16="http://schemas.microsoft.com/office/drawing/2014/main" id="{16857939-63F8-5A69-32A7-F55EFBFAD868}"/>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8" name="Title 1">
            <a:extLst>
              <a:ext uri="{FF2B5EF4-FFF2-40B4-BE49-F238E27FC236}">
                <a16:creationId xmlns:a16="http://schemas.microsoft.com/office/drawing/2014/main" id="{B2034F48-AEF9-B672-764D-539131F5FAAE}"/>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dirty="0"/>
              <a:t>Content</a:t>
            </a:r>
          </a:p>
        </p:txBody>
      </p:sp>
      <p:sp>
        <p:nvSpPr>
          <p:cNvPr id="10" name="Footer Placeholder 9">
            <a:extLst>
              <a:ext uri="{FF2B5EF4-FFF2-40B4-BE49-F238E27FC236}">
                <a16:creationId xmlns:a16="http://schemas.microsoft.com/office/drawing/2014/main" id="{B8D1224C-4B2B-1697-7842-84D3A20BC293}"/>
              </a:ext>
            </a:extLst>
          </p:cNvPr>
          <p:cNvSpPr>
            <a:spLocks noGrp="1"/>
          </p:cNvSpPr>
          <p:nvPr>
            <p:ph type="ftr" sz="quarter" idx="11"/>
          </p:nvPr>
        </p:nvSpPr>
        <p:spPr>
          <a:xfrm>
            <a:off x="4038600" y="6356351"/>
            <a:ext cx="5029200" cy="365125"/>
          </a:xfrm>
        </p:spPr>
        <p:txBody>
          <a:bodyPr/>
          <a:lstStyle/>
          <a:p>
            <a:r>
              <a:rPr lang="pt-BR" dirty="0"/>
              <a:t>Mr. Minhaj Nezami                                                     Unit-4</a:t>
            </a:r>
            <a:endParaRPr lang="en-US" dirty="0"/>
          </a:p>
        </p:txBody>
      </p:sp>
      <p:pic>
        <p:nvPicPr>
          <p:cNvPr id="2" name="Picture 1" descr="A black and red logo&#10;&#10;Description automatically generated">
            <a:extLst>
              <a:ext uri="{FF2B5EF4-FFF2-40B4-BE49-F238E27FC236}">
                <a16:creationId xmlns:a16="http://schemas.microsoft.com/office/drawing/2014/main" id="{02E38502-D26B-CD32-1025-C1B4B26A080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1532637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36A3B-4910-7900-46D3-EFFF2DEB6BB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1BB1215-A9DF-8D02-51F4-1EAC11C47F66}"/>
              </a:ext>
            </a:extLst>
          </p:cNvPr>
          <p:cNvSpPr>
            <a:spLocks noGrp="1"/>
          </p:cNvSpPr>
          <p:nvPr>
            <p:ph type="dt" sz="half" idx="10"/>
          </p:nvPr>
        </p:nvSpPr>
        <p:spPr/>
        <p:txBody>
          <a:bodyPr/>
          <a:lstStyle/>
          <a:p>
            <a:fld id="{ADB7E7EB-07F7-4451-9179-0D2EF97757D0}" type="datetime2">
              <a:rPr lang="en-US" smtClean="0"/>
              <a:t>Monday, September 1, 2025</a:t>
            </a:fld>
            <a:endParaRPr lang="en-US"/>
          </a:p>
        </p:txBody>
      </p:sp>
      <p:sp>
        <p:nvSpPr>
          <p:cNvPr id="5" name="Footer Placeholder 4">
            <a:extLst>
              <a:ext uri="{FF2B5EF4-FFF2-40B4-BE49-F238E27FC236}">
                <a16:creationId xmlns:a16="http://schemas.microsoft.com/office/drawing/2014/main" id="{D1DC89C9-0847-A76A-0F41-1D70B60E29FC}"/>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795A8810-22AF-F06A-D709-828DB57319CE}"/>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a:extLst>
              <a:ext uri="{FF2B5EF4-FFF2-40B4-BE49-F238E27FC236}">
                <a16:creationId xmlns:a16="http://schemas.microsoft.com/office/drawing/2014/main" id="{777EFBA2-1046-4CEC-E0EE-62183629AE71}"/>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lvl="0" indent="0" algn="ctr" fontAlgn="auto">
              <a:lnSpc>
                <a:spcPct val="100000"/>
              </a:lnSpc>
              <a:spcBef>
                <a:spcPct val="0"/>
              </a:spcBef>
              <a:spcAft>
                <a:spcPts val="0"/>
              </a:spcAft>
              <a:buClrTx/>
              <a:buSzTx/>
              <a:buFontTx/>
              <a:buNone/>
              <a:tabLst/>
              <a:defRPr/>
            </a:pPr>
            <a:r>
              <a:rPr lang="en-US" sz="2800" dirty="0">
                <a:solidFill>
                  <a:schemeClr val="dk1"/>
                </a:solidFill>
              </a:rPr>
              <a:t>Memory Allocation</a:t>
            </a:r>
          </a:p>
        </p:txBody>
      </p:sp>
      <p:pic>
        <p:nvPicPr>
          <p:cNvPr id="2" name="Picture 1" descr="A black and red logo&#10;&#10;Description automatically generated">
            <a:extLst>
              <a:ext uri="{FF2B5EF4-FFF2-40B4-BE49-F238E27FC236}">
                <a16:creationId xmlns:a16="http://schemas.microsoft.com/office/drawing/2014/main" id="{49CD030D-81A2-A95D-8BAF-A18485E995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Box 7">
            <a:extLst>
              <a:ext uri="{FF2B5EF4-FFF2-40B4-BE49-F238E27FC236}">
                <a16:creationId xmlns:a16="http://schemas.microsoft.com/office/drawing/2014/main" id="{ADFDAF20-4BB4-B316-75D0-8207D2A0A316}"/>
              </a:ext>
            </a:extLst>
          </p:cNvPr>
          <p:cNvSpPr txBox="1"/>
          <p:nvPr/>
        </p:nvSpPr>
        <p:spPr>
          <a:xfrm>
            <a:off x="1257300" y="1514601"/>
            <a:ext cx="9677400" cy="4062651"/>
          </a:xfrm>
          <a:prstGeom prst="rect">
            <a:avLst/>
          </a:prstGeom>
          <a:noFill/>
        </p:spPr>
        <p:txBody>
          <a:bodyPr wrap="square" rtlCol="0">
            <a:spAutoFit/>
          </a:bodyPr>
          <a:lstStyle/>
          <a:p>
            <a:r>
              <a:rPr lang="en-IN" sz="2400" b="1" dirty="0"/>
              <a:t>Definition:</a:t>
            </a:r>
            <a:r>
              <a:rPr lang="en-IN" sz="2400" dirty="0"/>
              <a:t> Memory management is a function of the OS that manages primary memory (RAM).</a:t>
            </a:r>
          </a:p>
          <a:p>
            <a:endParaRPr lang="en-IN" sz="2400" dirty="0"/>
          </a:p>
          <a:p>
            <a:pPr>
              <a:buFont typeface="Arial" panose="020B0604020202020204" pitchFamily="34" charset="0"/>
              <a:buChar char="•"/>
            </a:pPr>
            <a:r>
              <a:rPr lang="en-IN" sz="2400" b="1" dirty="0"/>
              <a:t>Objectives: </a:t>
            </a:r>
            <a:r>
              <a:rPr lang="en-IN" sz="2400" dirty="0"/>
              <a:t>Allocate memory to processes.</a:t>
            </a:r>
          </a:p>
          <a:p>
            <a:pPr>
              <a:buFont typeface="Arial" panose="020B0604020202020204" pitchFamily="34" charset="0"/>
              <a:buChar char="•"/>
            </a:pPr>
            <a:r>
              <a:rPr lang="en-IN" sz="2400" dirty="0"/>
              <a:t>Deallocate memory when processes terminate.</a:t>
            </a:r>
          </a:p>
          <a:p>
            <a:pPr>
              <a:buFont typeface="Arial" panose="020B0604020202020204" pitchFamily="34" charset="0"/>
              <a:buChar char="•"/>
            </a:pPr>
            <a:r>
              <a:rPr lang="en-IN" sz="2400" dirty="0"/>
              <a:t>Optimize memory usage and prevent fragmentation.</a:t>
            </a:r>
          </a:p>
          <a:p>
            <a:endParaRPr lang="en-IN" sz="2400" dirty="0"/>
          </a:p>
          <a:p>
            <a:pPr>
              <a:buFont typeface="Arial" panose="020B0604020202020204" pitchFamily="34" charset="0"/>
              <a:buChar char="•"/>
            </a:pPr>
            <a:r>
              <a:rPr lang="en-IN" sz="2400" b="1" dirty="0"/>
              <a:t>Functions: </a:t>
            </a:r>
            <a:r>
              <a:rPr lang="en-IN" sz="2400" dirty="0"/>
              <a:t>Track memory allocation.</a:t>
            </a:r>
          </a:p>
          <a:p>
            <a:pPr>
              <a:buFont typeface="Arial" panose="020B0604020202020204" pitchFamily="34" charset="0"/>
              <a:buChar char="•"/>
            </a:pPr>
            <a:r>
              <a:rPr lang="en-IN" sz="2400" dirty="0"/>
              <a:t>Manage free and used memory blocks.</a:t>
            </a:r>
          </a:p>
          <a:p>
            <a:pPr>
              <a:buFont typeface="Arial" panose="020B0604020202020204" pitchFamily="34" charset="0"/>
              <a:buChar char="•"/>
            </a:pPr>
            <a:r>
              <a:rPr lang="en-IN" sz="2400" dirty="0"/>
              <a:t>Handle swapping and paging.</a:t>
            </a:r>
          </a:p>
          <a:p>
            <a:endParaRPr lang="en-US" dirty="0"/>
          </a:p>
        </p:txBody>
      </p:sp>
    </p:spTree>
    <p:extLst>
      <p:ext uri="{BB962C8B-B14F-4D97-AF65-F5344CB8AC3E}">
        <p14:creationId xmlns:p14="http://schemas.microsoft.com/office/powerpoint/2010/main" val="2740900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3B61B-F07B-ECAC-7AE5-5C83D4C73D9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1E0A4BA-BB34-7DB5-36A5-135C761A8269}"/>
              </a:ext>
            </a:extLst>
          </p:cNvPr>
          <p:cNvSpPr>
            <a:spLocks noGrp="1"/>
          </p:cNvSpPr>
          <p:nvPr>
            <p:ph type="dt" sz="half" idx="10"/>
          </p:nvPr>
        </p:nvSpPr>
        <p:spPr/>
        <p:txBody>
          <a:bodyPr/>
          <a:lstStyle/>
          <a:p>
            <a:fld id="{C78BC042-64BF-4C0A-9F68-EE01E85B6BAD}" type="datetime2">
              <a:rPr lang="en-US" smtClean="0"/>
              <a:t>Monday, September 1, 2025</a:t>
            </a:fld>
            <a:endParaRPr lang="en-US"/>
          </a:p>
        </p:txBody>
      </p:sp>
      <p:sp>
        <p:nvSpPr>
          <p:cNvPr id="5" name="Footer Placeholder 4">
            <a:extLst>
              <a:ext uri="{FF2B5EF4-FFF2-40B4-BE49-F238E27FC236}">
                <a16:creationId xmlns:a16="http://schemas.microsoft.com/office/drawing/2014/main" id="{A4D8C0F7-EFBD-C6CA-C720-109062647B98}"/>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593083A6-ABB9-B8A4-B1BE-ECB3DECDCF01}"/>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7" name="Title 1">
            <a:extLst>
              <a:ext uri="{FF2B5EF4-FFF2-40B4-BE49-F238E27FC236}">
                <a16:creationId xmlns:a16="http://schemas.microsoft.com/office/drawing/2014/main" id="{4A52D2CA-C974-7A4F-699B-F379DB301E68}"/>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lvl="0" indent="0" algn="ctr" fontAlgn="auto">
              <a:lnSpc>
                <a:spcPct val="100000"/>
              </a:lnSpc>
              <a:spcBef>
                <a:spcPct val="0"/>
              </a:spcBef>
              <a:spcAft>
                <a:spcPts val="0"/>
              </a:spcAft>
              <a:buClrTx/>
              <a:buSzTx/>
              <a:buFontTx/>
              <a:buNone/>
              <a:tabLst/>
              <a:defRPr/>
            </a:pPr>
            <a:r>
              <a:rPr lang="en-IN" dirty="0"/>
              <a:t>Address Binding</a:t>
            </a:r>
            <a:endParaRPr lang="en-US" sz="2800" dirty="0">
              <a:solidFill>
                <a:schemeClr val="dk1"/>
              </a:solidFill>
            </a:endParaRPr>
          </a:p>
        </p:txBody>
      </p:sp>
      <p:pic>
        <p:nvPicPr>
          <p:cNvPr id="2" name="Picture 1" descr="A black and red logo&#10;&#10;Description automatically generated">
            <a:extLst>
              <a:ext uri="{FF2B5EF4-FFF2-40B4-BE49-F238E27FC236}">
                <a16:creationId xmlns:a16="http://schemas.microsoft.com/office/drawing/2014/main" id="{4D9712B8-4E70-D969-EC66-660355AEB9C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Box 7">
            <a:extLst>
              <a:ext uri="{FF2B5EF4-FFF2-40B4-BE49-F238E27FC236}">
                <a16:creationId xmlns:a16="http://schemas.microsoft.com/office/drawing/2014/main" id="{2020E169-43E1-6A6D-8790-32D7F448CA6E}"/>
              </a:ext>
            </a:extLst>
          </p:cNvPr>
          <p:cNvSpPr txBox="1"/>
          <p:nvPr/>
        </p:nvSpPr>
        <p:spPr>
          <a:xfrm>
            <a:off x="609600" y="1514601"/>
            <a:ext cx="10972800" cy="3785652"/>
          </a:xfrm>
          <a:prstGeom prst="rect">
            <a:avLst/>
          </a:prstGeom>
          <a:noFill/>
        </p:spPr>
        <p:txBody>
          <a:bodyPr wrap="square" rtlCol="0">
            <a:spAutoFit/>
          </a:bodyPr>
          <a:lstStyle/>
          <a:p>
            <a:r>
              <a:rPr lang="en-IN" sz="2400" b="1" dirty="0"/>
              <a:t>Address Binding:</a:t>
            </a:r>
            <a:r>
              <a:rPr lang="en-IN" sz="2400" dirty="0"/>
              <a:t> Mapping logical addresses (generated by the CPU) to physical addresses (in memory).</a:t>
            </a:r>
          </a:p>
          <a:p>
            <a:endParaRPr lang="en-IN" sz="2400" dirty="0"/>
          </a:p>
          <a:p>
            <a:r>
              <a:rPr lang="en-IN" sz="2400" b="1" dirty="0"/>
              <a:t>Types of Address Binding: </a:t>
            </a:r>
          </a:p>
          <a:p>
            <a:pPr>
              <a:buFont typeface="+mj-lt"/>
              <a:buAutoNum type="arabicPeriod"/>
            </a:pPr>
            <a:r>
              <a:rPr lang="en-IN" sz="2400" b="1" dirty="0"/>
              <a:t>Compile Time:</a:t>
            </a:r>
            <a:r>
              <a:rPr lang="en-IN" sz="2400" dirty="0"/>
              <a:t> Physical address decided at compile-time.</a:t>
            </a:r>
          </a:p>
          <a:p>
            <a:pPr>
              <a:buFont typeface="+mj-lt"/>
              <a:buAutoNum type="arabicPeriod"/>
            </a:pPr>
            <a:r>
              <a:rPr lang="en-IN" sz="2400" b="1" dirty="0"/>
              <a:t>Load Time:</a:t>
            </a:r>
            <a:r>
              <a:rPr lang="en-IN" sz="2400" dirty="0"/>
              <a:t> Address is determined when the program is loaded into memory.</a:t>
            </a:r>
          </a:p>
          <a:p>
            <a:pPr>
              <a:buFont typeface="+mj-lt"/>
              <a:buAutoNum type="arabicPeriod"/>
            </a:pPr>
            <a:r>
              <a:rPr lang="en-IN" sz="2400" b="1" dirty="0"/>
              <a:t>Execution Time:</a:t>
            </a:r>
            <a:r>
              <a:rPr lang="en-IN" sz="2400" dirty="0"/>
              <a:t> Address is resolved dynamically during execution.</a:t>
            </a:r>
          </a:p>
          <a:p>
            <a:endParaRPr lang="en-IN" sz="2400" dirty="0"/>
          </a:p>
          <a:p>
            <a:r>
              <a:rPr lang="en-IN" sz="2400" b="1" dirty="0"/>
              <a:t>Loading:</a:t>
            </a:r>
            <a:r>
              <a:rPr lang="en-IN" sz="2400" dirty="0"/>
              <a:t> Placing programs into memory.</a:t>
            </a:r>
          </a:p>
          <a:p>
            <a:r>
              <a:rPr lang="en-IN" sz="2400" b="1" dirty="0"/>
              <a:t>Linking:</a:t>
            </a:r>
            <a:r>
              <a:rPr lang="en-IN" sz="2400" dirty="0"/>
              <a:t> Combining program modules into a single executable file.</a:t>
            </a:r>
            <a:endParaRPr lang="en-US" sz="2400" dirty="0"/>
          </a:p>
        </p:txBody>
      </p:sp>
    </p:spTree>
    <p:extLst>
      <p:ext uri="{BB962C8B-B14F-4D97-AF65-F5344CB8AC3E}">
        <p14:creationId xmlns:p14="http://schemas.microsoft.com/office/powerpoint/2010/main" val="1816507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E5960-92FD-4666-339D-2509E1B9A38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B07376D-0F88-1EBC-2375-42AA0ADDB1AC}"/>
              </a:ext>
            </a:extLst>
          </p:cNvPr>
          <p:cNvSpPr>
            <a:spLocks noGrp="1"/>
          </p:cNvSpPr>
          <p:nvPr>
            <p:ph type="dt" sz="half" idx="10"/>
          </p:nvPr>
        </p:nvSpPr>
        <p:spPr/>
        <p:txBody>
          <a:bodyPr/>
          <a:lstStyle/>
          <a:p>
            <a:fld id="{7A782C7D-96B9-422B-AD1F-1E2A528A2584}" type="datetime2">
              <a:rPr lang="en-US" smtClean="0"/>
              <a:t>Monday, September 1, 2025</a:t>
            </a:fld>
            <a:endParaRPr lang="en-US"/>
          </a:p>
        </p:txBody>
      </p:sp>
      <p:sp>
        <p:nvSpPr>
          <p:cNvPr id="5" name="Footer Placeholder 4">
            <a:extLst>
              <a:ext uri="{FF2B5EF4-FFF2-40B4-BE49-F238E27FC236}">
                <a16:creationId xmlns:a16="http://schemas.microsoft.com/office/drawing/2014/main" id="{E971AC5D-83CF-A5DC-F31A-13CAAC2BC5EE}"/>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2C9D9E8E-CFCF-B3FC-BF76-0A81F0B6871D}"/>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7" name="Title 1">
            <a:extLst>
              <a:ext uri="{FF2B5EF4-FFF2-40B4-BE49-F238E27FC236}">
                <a16:creationId xmlns:a16="http://schemas.microsoft.com/office/drawing/2014/main" id="{2A2EE1A2-976B-2C3C-4CF3-AA13038586B5}"/>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lvl="0" indent="0" algn="ctr" fontAlgn="auto">
              <a:lnSpc>
                <a:spcPct val="100000"/>
              </a:lnSpc>
              <a:spcBef>
                <a:spcPct val="0"/>
              </a:spcBef>
              <a:spcAft>
                <a:spcPts val="0"/>
              </a:spcAft>
              <a:buClrTx/>
              <a:buSzTx/>
              <a:buFontTx/>
              <a:buNone/>
              <a:tabLst/>
              <a:defRPr/>
            </a:pPr>
            <a:r>
              <a:rPr lang="en-IN" dirty="0"/>
              <a:t>Memory Management Techniques</a:t>
            </a:r>
            <a:endParaRPr lang="en-US" sz="2800" dirty="0">
              <a:solidFill>
                <a:schemeClr val="dk1"/>
              </a:solidFill>
            </a:endParaRPr>
          </a:p>
        </p:txBody>
      </p:sp>
      <p:pic>
        <p:nvPicPr>
          <p:cNvPr id="2" name="Picture 1" descr="A black and red logo&#10;&#10;Description automatically generated">
            <a:extLst>
              <a:ext uri="{FF2B5EF4-FFF2-40B4-BE49-F238E27FC236}">
                <a16:creationId xmlns:a16="http://schemas.microsoft.com/office/drawing/2014/main" id="{F68E936B-566C-40DC-3331-1F55B8AF784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Box 7">
            <a:extLst>
              <a:ext uri="{FF2B5EF4-FFF2-40B4-BE49-F238E27FC236}">
                <a16:creationId xmlns:a16="http://schemas.microsoft.com/office/drawing/2014/main" id="{9A69A4F9-A8AB-37CF-33D4-4813D6EEDFC1}"/>
              </a:ext>
            </a:extLst>
          </p:cNvPr>
          <p:cNvSpPr txBox="1"/>
          <p:nvPr/>
        </p:nvSpPr>
        <p:spPr>
          <a:xfrm>
            <a:off x="609600" y="1514601"/>
            <a:ext cx="10972800" cy="3416320"/>
          </a:xfrm>
          <a:prstGeom prst="rect">
            <a:avLst/>
          </a:prstGeom>
          <a:noFill/>
        </p:spPr>
        <p:txBody>
          <a:bodyPr wrap="square" rtlCol="0">
            <a:spAutoFit/>
          </a:bodyPr>
          <a:lstStyle/>
          <a:p>
            <a:r>
              <a:rPr lang="en-IN" sz="2400" dirty="0"/>
              <a:t>Divided into two categories:</a:t>
            </a:r>
          </a:p>
          <a:p>
            <a:endParaRPr lang="en-IN" sz="2400" dirty="0"/>
          </a:p>
          <a:p>
            <a:pPr>
              <a:buFont typeface="+mj-lt"/>
              <a:buAutoNum type="arabicPeriod"/>
            </a:pPr>
            <a:r>
              <a:rPr lang="en-IN" sz="2400" b="1" dirty="0"/>
              <a:t>Contiguous Memory Allocation</a:t>
            </a:r>
          </a:p>
          <a:p>
            <a:endParaRPr lang="en-IN" sz="2400" dirty="0"/>
          </a:p>
          <a:p>
            <a:pPr marL="742950" lvl="1" indent="-285750">
              <a:buFont typeface="+mj-lt"/>
              <a:buAutoNum type="arabicPeriod"/>
            </a:pPr>
            <a:r>
              <a:rPr lang="en-IN" sz="2400" dirty="0"/>
              <a:t>Memory is allocated in a single continuous block.</a:t>
            </a:r>
          </a:p>
          <a:p>
            <a:pPr lvl="1"/>
            <a:endParaRPr lang="en-IN" sz="2400" dirty="0"/>
          </a:p>
          <a:p>
            <a:pPr>
              <a:buFont typeface="+mj-lt"/>
              <a:buAutoNum type="arabicPeriod"/>
            </a:pPr>
            <a:r>
              <a:rPr lang="en-IN" sz="2400" b="1" dirty="0"/>
              <a:t>Non-Contiguous Memory Allocation</a:t>
            </a:r>
          </a:p>
          <a:p>
            <a:endParaRPr lang="en-IN" sz="2400" dirty="0"/>
          </a:p>
          <a:p>
            <a:pPr marL="742950" lvl="1" indent="-285750">
              <a:buFont typeface="+mj-lt"/>
              <a:buAutoNum type="arabicPeriod"/>
            </a:pPr>
            <a:r>
              <a:rPr lang="en-IN" sz="2400" dirty="0"/>
              <a:t>Uses paging or segmentation for efficient allocation.</a:t>
            </a:r>
          </a:p>
        </p:txBody>
      </p:sp>
    </p:spTree>
    <p:extLst>
      <p:ext uri="{BB962C8B-B14F-4D97-AF65-F5344CB8AC3E}">
        <p14:creationId xmlns:p14="http://schemas.microsoft.com/office/powerpoint/2010/main" val="313621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610AC-3EB5-F083-30D3-75EEE5CA305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AD62B73-E5B5-BBF9-673C-A95085602DFC}"/>
              </a:ext>
            </a:extLst>
          </p:cNvPr>
          <p:cNvSpPr>
            <a:spLocks noGrp="1"/>
          </p:cNvSpPr>
          <p:nvPr>
            <p:ph type="dt" sz="half" idx="10"/>
          </p:nvPr>
        </p:nvSpPr>
        <p:spPr/>
        <p:txBody>
          <a:bodyPr/>
          <a:lstStyle/>
          <a:p>
            <a:fld id="{6EA258CC-0A2C-4024-89B4-0069AB31154A}" type="datetime2">
              <a:rPr lang="en-US" smtClean="0"/>
              <a:t>Monday, September 1, 2025</a:t>
            </a:fld>
            <a:endParaRPr lang="en-US"/>
          </a:p>
        </p:txBody>
      </p:sp>
      <p:sp>
        <p:nvSpPr>
          <p:cNvPr id="5" name="Footer Placeholder 4">
            <a:extLst>
              <a:ext uri="{FF2B5EF4-FFF2-40B4-BE49-F238E27FC236}">
                <a16:creationId xmlns:a16="http://schemas.microsoft.com/office/drawing/2014/main" id="{77D8D30B-FE12-62A5-F9F0-EB94C4525A90}"/>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BB4F6530-6DE7-749A-BADA-D12D394C2640}"/>
              </a:ext>
            </a:extLst>
          </p:cNvPr>
          <p:cNvSpPr>
            <a:spLocks noGrp="1"/>
          </p:cNvSpPr>
          <p:nvPr>
            <p:ph type="sldNum" sz="quarter" idx="12"/>
          </p:nvPr>
        </p:nvSpPr>
        <p:spPr/>
        <p:txBody>
          <a:bodyPr/>
          <a:lstStyle/>
          <a:p>
            <a:fld id="{B6F15528-21DE-4FAA-801E-634DDDAF4B2B}" type="slidenum">
              <a:rPr lang="en-US" smtClean="0"/>
              <a:pPr/>
              <a:t>12</a:t>
            </a:fld>
            <a:endParaRPr lang="en-US"/>
          </a:p>
        </p:txBody>
      </p:sp>
      <p:sp>
        <p:nvSpPr>
          <p:cNvPr id="7" name="Title 1">
            <a:extLst>
              <a:ext uri="{FF2B5EF4-FFF2-40B4-BE49-F238E27FC236}">
                <a16:creationId xmlns:a16="http://schemas.microsoft.com/office/drawing/2014/main" id="{6C33099E-C083-F229-173B-2779766CEAF7}"/>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lvl="0" indent="0" algn="ctr" fontAlgn="auto">
              <a:lnSpc>
                <a:spcPct val="100000"/>
              </a:lnSpc>
              <a:spcBef>
                <a:spcPct val="0"/>
              </a:spcBef>
              <a:spcAft>
                <a:spcPts val="0"/>
              </a:spcAft>
              <a:buClrTx/>
              <a:buSzTx/>
              <a:buFontTx/>
              <a:buNone/>
              <a:tabLst/>
              <a:defRPr/>
            </a:pPr>
            <a:r>
              <a:rPr lang="en-US" sz="2800" dirty="0">
                <a:solidFill>
                  <a:schemeClr val="dk1"/>
                </a:solidFill>
              </a:rPr>
              <a:t>Memory Allocation</a:t>
            </a:r>
          </a:p>
        </p:txBody>
      </p:sp>
      <p:pic>
        <p:nvPicPr>
          <p:cNvPr id="2" name="Picture 1" descr="A black and red logo&#10;&#10;Description automatically generated">
            <a:extLst>
              <a:ext uri="{FF2B5EF4-FFF2-40B4-BE49-F238E27FC236}">
                <a16:creationId xmlns:a16="http://schemas.microsoft.com/office/drawing/2014/main" id="{062720C6-595A-5996-0F69-796C4ED262E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Box 7">
            <a:extLst>
              <a:ext uri="{FF2B5EF4-FFF2-40B4-BE49-F238E27FC236}">
                <a16:creationId xmlns:a16="http://schemas.microsoft.com/office/drawing/2014/main" id="{25429E2A-73A5-02E2-6256-28972A9BA9EF}"/>
              </a:ext>
            </a:extLst>
          </p:cNvPr>
          <p:cNvSpPr txBox="1"/>
          <p:nvPr/>
        </p:nvSpPr>
        <p:spPr>
          <a:xfrm>
            <a:off x="1257300" y="1514601"/>
            <a:ext cx="9677400" cy="3416320"/>
          </a:xfrm>
          <a:prstGeom prst="rect">
            <a:avLst/>
          </a:prstGeom>
          <a:noFill/>
        </p:spPr>
        <p:txBody>
          <a:bodyPr wrap="square" rtlCol="0">
            <a:spAutoFit/>
          </a:bodyPr>
          <a:lstStyle/>
          <a:p>
            <a:pPr algn="just">
              <a:lnSpc>
                <a:spcPct val="150000"/>
              </a:lnSpc>
            </a:pPr>
            <a:r>
              <a:rPr lang="en-US" sz="2200" dirty="0"/>
              <a:t>Topic Objective: To understand memory allocation schemes</a:t>
            </a:r>
          </a:p>
          <a:p>
            <a:pPr marL="457200" indent="-457200" algn="just">
              <a:lnSpc>
                <a:spcPct val="150000"/>
              </a:lnSpc>
              <a:buFont typeface="Arial" panose="020B0604020202020204" pitchFamily="34" charset="0"/>
              <a:buChar char="•"/>
            </a:pPr>
            <a:r>
              <a:rPr lang="en-US" sz="2200" dirty="0"/>
              <a:t>One of the major functions of OS is memory management.</a:t>
            </a:r>
          </a:p>
          <a:p>
            <a:pPr marL="457200" indent="-457200" algn="just">
              <a:lnSpc>
                <a:spcPct val="150000"/>
              </a:lnSpc>
              <a:buFont typeface="Arial" panose="020B0604020202020204" pitchFamily="34" charset="0"/>
              <a:buChar char="•"/>
            </a:pPr>
            <a:r>
              <a:rPr lang="en-US" sz="2200" dirty="0"/>
              <a:t>The OS controls the allocation/de-allocation of physical memory.</a:t>
            </a:r>
          </a:p>
          <a:p>
            <a:pPr marL="457200" indent="-457200" algn="just">
              <a:lnSpc>
                <a:spcPct val="150000"/>
              </a:lnSpc>
              <a:buFont typeface="Arial" panose="020B0604020202020204" pitchFamily="34" charset="0"/>
              <a:buChar char="•"/>
            </a:pPr>
            <a:r>
              <a:rPr lang="en-US" sz="2200" dirty="0"/>
              <a:t>It keeps track of memory occupancy, loading of programs into free memory space, getting the memory occupied by a process when the process terminates, dynamic allocation/de-allocation of memory to executing process.</a:t>
            </a:r>
          </a:p>
          <a:p>
            <a:endParaRPr lang="en-US" dirty="0"/>
          </a:p>
        </p:txBody>
      </p:sp>
    </p:spTree>
    <p:extLst>
      <p:ext uri="{BB962C8B-B14F-4D97-AF65-F5344CB8AC3E}">
        <p14:creationId xmlns:p14="http://schemas.microsoft.com/office/powerpoint/2010/main" val="1837306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B4D7E-7C87-8E55-07C2-0DD485F2341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E121DEB-D4F4-A3E5-54EA-F3731DB85FBA}"/>
              </a:ext>
            </a:extLst>
          </p:cNvPr>
          <p:cNvSpPr>
            <a:spLocks noGrp="1"/>
          </p:cNvSpPr>
          <p:nvPr>
            <p:ph type="dt" sz="half" idx="10"/>
          </p:nvPr>
        </p:nvSpPr>
        <p:spPr/>
        <p:txBody>
          <a:bodyPr/>
          <a:lstStyle/>
          <a:p>
            <a:fld id="{1729A1EC-52B4-4EF4-BFFE-0A2AD32D1539}" type="datetime2">
              <a:rPr lang="en-US" smtClean="0"/>
              <a:t>Monday, September 1, 2025</a:t>
            </a:fld>
            <a:endParaRPr lang="en-US"/>
          </a:p>
        </p:txBody>
      </p:sp>
      <p:sp>
        <p:nvSpPr>
          <p:cNvPr id="5" name="Footer Placeholder 4">
            <a:extLst>
              <a:ext uri="{FF2B5EF4-FFF2-40B4-BE49-F238E27FC236}">
                <a16:creationId xmlns:a16="http://schemas.microsoft.com/office/drawing/2014/main" id="{401BBEA7-25A4-3CB3-1049-948A7371112E}"/>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720860AB-A332-FA87-7D28-D76099170A03}"/>
              </a:ext>
            </a:extLst>
          </p:cNvPr>
          <p:cNvSpPr>
            <a:spLocks noGrp="1"/>
          </p:cNvSpPr>
          <p:nvPr>
            <p:ph type="sldNum" sz="quarter" idx="12"/>
          </p:nvPr>
        </p:nvSpPr>
        <p:spPr/>
        <p:txBody>
          <a:bodyPr/>
          <a:lstStyle/>
          <a:p>
            <a:fld id="{B6F15528-21DE-4FAA-801E-634DDDAF4B2B}" type="slidenum">
              <a:rPr lang="en-US" smtClean="0"/>
              <a:pPr/>
              <a:t>13</a:t>
            </a:fld>
            <a:endParaRPr lang="en-US"/>
          </a:p>
        </p:txBody>
      </p:sp>
      <p:sp>
        <p:nvSpPr>
          <p:cNvPr id="7" name="Title 1">
            <a:extLst>
              <a:ext uri="{FF2B5EF4-FFF2-40B4-BE49-F238E27FC236}">
                <a16:creationId xmlns:a16="http://schemas.microsoft.com/office/drawing/2014/main" id="{FBEEDF41-8AEB-AFDC-7BC4-7EC2F88CA381}"/>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lvl="0" indent="0" algn="ctr" fontAlgn="auto">
              <a:lnSpc>
                <a:spcPct val="100000"/>
              </a:lnSpc>
              <a:spcBef>
                <a:spcPct val="0"/>
              </a:spcBef>
              <a:spcAft>
                <a:spcPts val="0"/>
              </a:spcAft>
              <a:buClrTx/>
              <a:buSzTx/>
              <a:buFontTx/>
              <a:buNone/>
              <a:tabLst/>
              <a:defRPr/>
            </a:pPr>
            <a:r>
              <a:rPr lang="en-US" sz="2800" dirty="0">
                <a:solidFill>
                  <a:schemeClr val="dk1"/>
                </a:solidFill>
              </a:rPr>
              <a:t>Memory Allocation</a:t>
            </a:r>
          </a:p>
        </p:txBody>
      </p:sp>
      <p:pic>
        <p:nvPicPr>
          <p:cNvPr id="2" name="Picture 1" descr="A black and red logo&#10;&#10;Description automatically generated">
            <a:extLst>
              <a:ext uri="{FF2B5EF4-FFF2-40B4-BE49-F238E27FC236}">
                <a16:creationId xmlns:a16="http://schemas.microsoft.com/office/drawing/2014/main" id="{E76375C1-7ADD-A691-1442-2A6006B5072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Box 7">
            <a:extLst>
              <a:ext uri="{FF2B5EF4-FFF2-40B4-BE49-F238E27FC236}">
                <a16:creationId xmlns:a16="http://schemas.microsoft.com/office/drawing/2014/main" id="{F0432349-632F-2823-7264-B5302EE093C4}"/>
              </a:ext>
            </a:extLst>
          </p:cNvPr>
          <p:cNvSpPr txBox="1"/>
          <p:nvPr/>
        </p:nvSpPr>
        <p:spPr>
          <a:xfrm>
            <a:off x="1257300" y="1514601"/>
            <a:ext cx="9677400" cy="3416320"/>
          </a:xfrm>
          <a:prstGeom prst="rect">
            <a:avLst/>
          </a:prstGeom>
          <a:noFill/>
        </p:spPr>
        <p:txBody>
          <a:bodyPr wrap="square" rtlCol="0">
            <a:spAutoFit/>
          </a:bodyPr>
          <a:lstStyle/>
          <a:p>
            <a:pPr algn="just">
              <a:lnSpc>
                <a:spcPct val="150000"/>
              </a:lnSpc>
            </a:pPr>
            <a:r>
              <a:rPr lang="en-US" sz="2200" dirty="0"/>
              <a:t>Topic Objective: To understand memory allocation schemes</a:t>
            </a:r>
          </a:p>
          <a:p>
            <a:pPr marL="457200" indent="-457200" algn="just">
              <a:lnSpc>
                <a:spcPct val="150000"/>
              </a:lnSpc>
              <a:buFont typeface="Arial" panose="020B0604020202020204" pitchFamily="34" charset="0"/>
              <a:buChar char="•"/>
            </a:pPr>
            <a:r>
              <a:rPr lang="en-US" sz="2200" dirty="0"/>
              <a:t>One of the major functions of OS is memory management.</a:t>
            </a:r>
          </a:p>
          <a:p>
            <a:pPr marL="457200" indent="-457200" algn="just">
              <a:lnSpc>
                <a:spcPct val="150000"/>
              </a:lnSpc>
              <a:buFont typeface="Arial" panose="020B0604020202020204" pitchFamily="34" charset="0"/>
              <a:buChar char="•"/>
            </a:pPr>
            <a:r>
              <a:rPr lang="en-US" sz="2200" dirty="0"/>
              <a:t>The OS controls the allocation/de-allocation of physical memory.</a:t>
            </a:r>
          </a:p>
          <a:p>
            <a:pPr marL="457200" indent="-457200" algn="just">
              <a:lnSpc>
                <a:spcPct val="150000"/>
              </a:lnSpc>
              <a:buFont typeface="Arial" panose="020B0604020202020204" pitchFamily="34" charset="0"/>
              <a:buChar char="•"/>
            </a:pPr>
            <a:r>
              <a:rPr lang="en-US" sz="2200" dirty="0"/>
              <a:t>It keeps track of memory occupancy, loading of programs into free memory space, getting the memory occupied by a process when the process terminates, dynamic allocation/de-allocation of memory to executing process.</a:t>
            </a:r>
          </a:p>
          <a:p>
            <a:endParaRPr lang="en-US" dirty="0"/>
          </a:p>
        </p:txBody>
      </p:sp>
    </p:spTree>
    <p:extLst>
      <p:ext uri="{BB962C8B-B14F-4D97-AF65-F5344CB8AC3E}">
        <p14:creationId xmlns:p14="http://schemas.microsoft.com/office/powerpoint/2010/main" val="2932756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37268-577E-2FF7-CE07-F0C2D0AC328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19102DE-5EA0-5338-D4EE-17DC67FC1A26}"/>
              </a:ext>
            </a:extLst>
          </p:cNvPr>
          <p:cNvSpPr>
            <a:spLocks noGrp="1"/>
          </p:cNvSpPr>
          <p:nvPr>
            <p:ph type="dt" sz="half" idx="10"/>
          </p:nvPr>
        </p:nvSpPr>
        <p:spPr/>
        <p:txBody>
          <a:bodyPr/>
          <a:lstStyle/>
          <a:p>
            <a:fld id="{4223DD63-4FF1-464F-90D1-C2768AB62980}" type="datetime2">
              <a:rPr lang="en-US" smtClean="0"/>
              <a:t>Monday, September 1, 2025</a:t>
            </a:fld>
            <a:endParaRPr lang="en-US"/>
          </a:p>
        </p:txBody>
      </p:sp>
      <p:sp>
        <p:nvSpPr>
          <p:cNvPr id="5" name="Footer Placeholder 4">
            <a:extLst>
              <a:ext uri="{FF2B5EF4-FFF2-40B4-BE49-F238E27FC236}">
                <a16:creationId xmlns:a16="http://schemas.microsoft.com/office/drawing/2014/main" id="{A4180299-3BF3-6F28-2525-462B441E72A2}"/>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EF7CEA1B-9CC6-CE31-CC8E-C8ECAB228B42}"/>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7" name="Title 1">
            <a:extLst>
              <a:ext uri="{FF2B5EF4-FFF2-40B4-BE49-F238E27FC236}">
                <a16:creationId xmlns:a16="http://schemas.microsoft.com/office/drawing/2014/main" id="{2D294DFB-CD34-7C4D-67CE-5983D931985F}"/>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lvl="0" indent="0" algn="ctr" fontAlgn="auto">
              <a:lnSpc>
                <a:spcPct val="100000"/>
              </a:lnSpc>
              <a:spcBef>
                <a:spcPct val="0"/>
              </a:spcBef>
              <a:spcAft>
                <a:spcPts val="0"/>
              </a:spcAft>
              <a:buClrTx/>
              <a:buSzTx/>
              <a:buFontTx/>
              <a:buNone/>
              <a:tabLst/>
              <a:defRPr/>
            </a:pPr>
            <a:r>
              <a:rPr lang="en-US" sz="2800" dirty="0">
                <a:solidFill>
                  <a:schemeClr val="dk1"/>
                </a:solidFill>
              </a:rPr>
              <a:t>Memory Allocation</a:t>
            </a:r>
          </a:p>
        </p:txBody>
      </p:sp>
      <p:pic>
        <p:nvPicPr>
          <p:cNvPr id="2" name="Picture 1" descr="A black and red logo&#10;&#10;Description automatically generated">
            <a:extLst>
              <a:ext uri="{FF2B5EF4-FFF2-40B4-BE49-F238E27FC236}">
                <a16:creationId xmlns:a16="http://schemas.microsoft.com/office/drawing/2014/main" id="{5130A3E4-152A-7D14-FA79-DF0C0EDE15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3" name="Content Placeholder 2">
            <a:extLst>
              <a:ext uri="{FF2B5EF4-FFF2-40B4-BE49-F238E27FC236}">
                <a16:creationId xmlns:a16="http://schemas.microsoft.com/office/drawing/2014/main" id="{EDD3D083-1095-3EE6-518A-63DAA6D66136}"/>
              </a:ext>
            </a:extLst>
          </p:cNvPr>
          <p:cNvGraphicFramePr>
            <a:graphicFrameLocks noGrp="1"/>
          </p:cNvGraphicFramePr>
          <p:nvPr>
            <p:ph idx="1"/>
            <p:extLst>
              <p:ext uri="{D42A27DB-BD31-4B8C-83A1-F6EECF244321}">
                <p14:modId xmlns:p14="http://schemas.microsoft.com/office/powerpoint/2010/main" val="1649154876"/>
              </p:ext>
            </p:extLst>
          </p:nvPr>
        </p:nvGraphicFramePr>
        <p:xfrm>
          <a:off x="838200" y="1289608"/>
          <a:ext cx="10515600" cy="48793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35402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F2A5F-0710-2ED4-A6C8-A0E14164ECB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2FBD98C-E7BC-E90A-8C36-1D7ED3DB1316}"/>
              </a:ext>
            </a:extLst>
          </p:cNvPr>
          <p:cNvSpPr>
            <a:spLocks noGrp="1"/>
          </p:cNvSpPr>
          <p:nvPr>
            <p:ph type="dt" sz="half" idx="10"/>
          </p:nvPr>
        </p:nvSpPr>
        <p:spPr/>
        <p:txBody>
          <a:bodyPr/>
          <a:lstStyle/>
          <a:p>
            <a:fld id="{298935B4-CC41-4479-8F04-DA29E2B0F8B1}" type="datetime2">
              <a:rPr lang="en-US" smtClean="0"/>
              <a:t>Monday, September 1, 2025</a:t>
            </a:fld>
            <a:endParaRPr lang="en-US"/>
          </a:p>
        </p:txBody>
      </p:sp>
      <p:sp>
        <p:nvSpPr>
          <p:cNvPr id="5" name="Footer Placeholder 4">
            <a:extLst>
              <a:ext uri="{FF2B5EF4-FFF2-40B4-BE49-F238E27FC236}">
                <a16:creationId xmlns:a16="http://schemas.microsoft.com/office/drawing/2014/main" id="{797C6E23-9C60-3965-94E8-4AAC1C0EEB03}"/>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F4785B20-C3CC-B0ED-FA7B-09217A100739}"/>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7" name="Title 1">
            <a:extLst>
              <a:ext uri="{FF2B5EF4-FFF2-40B4-BE49-F238E27FC236}">
                <a16:creationId xmlns:a16="http://schemas.microsoft.com/office/drawing/2014/main" id="{81617FFE-72E7-D937-0BA4-9E8FB86B77D3}"/>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lvl="0" indent="0" algn="ctr" fontAlgn="auto">
              <a:lnSpc>
                <a:spcPct val="100000"/>
              </a:lnSpc>
              <a:spcBef>
                <a:spcPct val="0"/>
              </a:spcBef>
              <a:spcAft>
                <a:spcPts val="0"/>
              </a:spcAft>
              <a:buClrTx/>
              <a:buSzTx/>
              <a:buFontTx/>
              <a:buNone/>
              <a:tabLst/>
              <a:defRPr/>
            </a:pPr>
            <a:r>
              <a:rPr lang="en-US" sz="2800" dirty="0">
                <a:solidFill>
                  <a:schemeClr val="dk1"/>
                </a:solidFill>
              </a:rPr>
              <a:t>Memory Allocation</a:t>
            </a:r>
          </a:p>
        </p:txBody>
      </p:sp>
      <p:pic>
        <p:nvPicPr>
          <p:cNvPr id="2" name="Picture 1" descr="A black and red logo&#10;&#10;Description automatically generated">
            <a:extLst>
              <a:ext uri="{FF2B5EF4-FFF2-40B4-BE49-F238E27FC236}">
                <a16:creationId xmlns:a16="http://schemas.microsoft.com/office/drawing/2014/main" id="{780E2347-CCD4-A979-5666-AB6E4EEC896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92DEBB58-FF16-902F-E9EA-724F0AE0A66C}"/>
              </a:ext>
            </a:extLst>
          </p:cNvPr>
          <p:cNvSpPr>
            <a:spLocks noGrp="1"/>
          </p:cNvSpPr>
          <p:nvPr>
            <p:ph idx="1"/>
          </p:nvPr>
        </p:nvSpPr>
        <p:spPr/>
        <p:txBody>
          <a:bodyPr>
            <a:normAutofit/>
          </a:bodyPr>
          <a:lstStyle/>
          <a:p>
            <a:pPr marL="0" indent="0" algn="just">
              <a:lnSpc>
                <a:spcPct val="150000"/>
              </a:lnSpc>
              <a:spcBef>
                <a:spcPts val="0"/>
              </a:spcBef>
              <a:buNone/>
            </a:pPr>
            <a:r>
              <a:rPr lang="en-US" sz="2200" dirty="0"/>
              <a:t>Topic objective: To understand the contiguous memory allocation and its type.</a:t>
            </a:r>
          </a:p>
          <a:p>
            <a:pPr marL="0" indent="0" algn="just">
              <a:lnSpc>
                <a:spcPct val="150000"/>
              </a:lnSpc>
              <a:spcBef>
                <a:spcPts val="0"/>
              </a:spcBef>
              <a:buNone/>
            </a:pPr>
            <a:r>
              <a:rPr lang="en-US" sz="2200" dirty="0"/>
              <a:t>In this allocation, a memory resident program occupies a single continuous block of physical memory.</a:t>
            </a:r>
          </a:p>
          <a:p>
            <a:pPr marL="0" indent="0" algn="just">
              <a:lnSpc>
                <a:spcPct val="150000"/>
              </a:lnSpc>
              <a:spcBef>
                <a:spcPts val="0"/>
              </a:spcBef>
              <a:buNone/>
            </a:pPr>
            <a:r>
              <a:rPr lang="en-US" sz="2200" dirty="0"/>
              <a:t>The physical memory is partitioned into block of different sizes for accommodating the programs. This partitioning is of two types:</a:t>
            </a:r>
          </a:p>
          <a:p>
            <a:pPr marL="514350" indent="-514350" algn="just">
              <a:lnSpc>
                <a:spcPct val="150000"/>
              </a:lnSpc>
              <a:spcBef>
                <a:spcPts val="0"/>
              </a:spcBef>
              <a:buAutoNum type="arabicPeriod"/>
            </a:pPr>
            <a:r>
              <a:rPr lang="en-US" sz="2200" dirty="0"/>
              <a:t>Fixed partitioning</a:t>
            </a:r>
          </a:p>
          <a:p>
            <a:pPr marL="514350" indent="-514350" algn="just">
              <a:lnSpc>
                <a:spcPct val="150000"/>
              </a:lnSpc>
              <a:spcBef>
                <a:spcPts val="0"/>
              </a:spcBef>
              <a:buAutoNum type="arabicPeriod"/>
            </a:pPr>
            <a:r>
              <a:rPr lang="en-US" sz="2200" dirty="0"/>
              <a:t>Variable partitioning</a:t>
            </a:r>
          </a:p>
          <a:p>
            <a:endParaRPr lang="en-US" dirty="0"/>
          </a:p>
        </p:txBody>
      </p:sp>
    </p:spTree>
    <p:extLst>
      <p:ext uri="{BB962C8B-B14F-4D97-AF65-F5344CB8AC3E}">
        <p14:creationId xmlns:p14="http://schemas.microsoft.com/office/powerpoint/2010/main" val="1166115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FA599-0473-71C6-6FFD-ADBA73963CD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4252F8C-4AE6-0186-C14A-BE6936674480}"/>
              </a:ext>
            </a:extLst>
          </p:cNvPr>
          <p:cNvSpPr>
            <a:spLocks noGrp="1"/>
          </p:cNvSpPr>
          <p:nvPr>
            <p:ph type="dt" sz="half" idx="10"/>
          </p:nvPr>
        </p:nvSpPr>
        <p:spPr/>
        <p:txBody>
          <a:bodyPr/>
          <a:lstStyle/>
          <a:p>
            <a:fld id="{83DF0DEF-CDD4-42CD-9414-9AB791AEB8FF}" type="datetime2">
              <a:rPr lang="en-US" smtClean="0"/>
              <a:t>Monday, September 1, 2025</a:t>
            </a:fld>
            <a:endParaRPr lang="en-US"/>
          </a:p>
        </p:txBody>
      </p:sp>
      <p:sp>
        <p:nvSpPr>
          <p:cNvPr id="5" name="Footer Placeholder 4">
            <a:extLst>
              <a:ext uri="{FF2B5EF4-FFF2-40B4-BE49-F238E27FC236}">
                <a16:creationId xmlns:a16="http://schemas.microsoft.com/office/drawing/2014/main" id="{27254921-D6CA-4B2D-054D-CA22A9FDEF59}"/>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EB744A3A-658A-4923-FB60-08805B5B1618}"/>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7" name="Title 1">
            <a:extLst>
              <a:ext uri="{FF2B5EF4-FFF2-40B4-BE49-F238E27FC236}">
                <a16:creationId xmlns:a16="http://schemas.microsoft.com/office/drawing/2014/main" id="{F01925CD-5528-16E0-A40E-53EBD4550364}"/>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lvl="0" indent="0" algn="ctr" fontAlgn="auto">
              <a:lnSpc>
                <a:spcPct val="100000"/>
              </a:lnSpc>
              <a:spcBef>
                <a:spcPct val="0"/>
              </a:spcBef>
              <a:spcAft>
                <a:spcPts val="0"/>
              </a:spcAft>
              <a:buClrTx/>
              <a:buSzTx/>
              <a:buFontTx/>
              <a:buNone/>
              <a:tabLst/>
              <a:defRPr/>
            </a:pPr>
            <a:r>
              <a:rPr lang="en-US" sz="2800" dirty="0">
                <a:solidFill>
                  <a:schemeClr val="dk1"/>
                </a:solidFill>
              </a:rPr>
              <a:t>Fixed Partitioning</a:t>
            </a:r>
          </a:p>
        </p:txBody>
      </p:sp>
      <p:pic>
        <p:nvPicPr>
          <p:cNvPr id="2" name="Picture 1" descr="A black and red logo&#10;&#10;Description automatically generated">
            <a:extLst>
              <a:ext uri="{FF2B5EF4-FFF2-40B4-BE49-F238E27FC236}">
                <a16:creationId xmlns:a16="http://schemas.microsoft.com/office/drawing/2014/main" id="{65D93976-B608-6A6F-1E74-DADE8659CA6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4FAE0987-8FCC-F172-5B1A-82A406A35258}"/>
              </a:ext>
            </a:extLst>
          </p:cNvPr>
          <p:cNvSpPr>
            <a:spLocks noGrp="1"/>
          </p:cNvSpPr>
          <p:nvPr>
            <p:ph idx="1"/>
          </p:nvPr>
        </p:nvSpPr>
        <p:spPr/>
        <p:txBody>
          <a:bodyPr>
            <a:normAutofit/>
          </a:bodyPr>
          <a:lstStyle/>
          <a:p>
            <a:pPr marL="0" indent="0" algn="just">
              <a:lnSpc>
                <a:spcPct val="150000"/>
              </a:lnSpc>
              <a:spcBef>
                <a:spcPts val="0"/>
              </a:spcBef>
              <a:buNone/>
            </a:pPr>
            <a:r>
              <a:rPr lang="en-US" sz="2200" dirty="0"/>
              <a:t>Topic Objective: To understand the mechanism of fixed partitioning.</a:t>
            </a:r>
          </a:p>
          <a:p>
            <a:pPr marL="0" indent="0" algn="just">
              <a:lnSpc>
                <a:spcPct val="150000"/>
              </a:lnSpc>
              <a:spcBef>
                <a:spcPts val="0"/>
              </a:spcBef>
              <a:buNone/>
            </a:pPr>
            <a:r>
              <a:rPr lang="en-US" sz="2200" dirty="0"/>
              <a:t>The memory is divided into a fixed number of partitions of different sizes, which may suit the range of usually occurring program sizes. Each partition can accommodate exactly one process. Thus, the degree of multi-programming is fixed.</a:t>
            </a:r>
          </a:p>
          <a:p>
            <a:endParaRPr lang="en-US" dirty="0"/>
          </a:p>
        </p:txBody>
      </p:sp>
    </p:spTree>
    <p:extLst>
      <p:ext uri="{BB962C8B-B14F-4D97-AF65-F5344CB8AC3E}">
        <p14:creationId xmlns:p14="http://schemas.microsoft.com/office/powerpoint/2010/main" val="26484773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A6A09-9CCD-2AC7-2C1C-212C99C99BF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BD128DB-2E28-B962-D29C-EE7E389676D0}"/>
              </a:ext>
            </a:extLst>
          </p:cNvPr>
          <p:cNvSpPr>
            <a:spLocks noGrp="1"/>
          </p:cNvSpPr>
          <p:nvPr>
            <p:ph type="dt" sz="half" idx="10"/>
          </p:nvPr>
        </p:nvSpPr>
        <p:spPr/>
        <p:txBody>
          <a:bodyPr/>
          <a:lstStyle/>
          <a:p>
            <a:fld id="{114EE54A-E097-4027-A798-D4E4D0A69A56}" type="datetime2">
              <a:rPr lang="en-US" smtClean="0"/>
              <a:t>Monday, September 1, 2025</a:t>
            </a:fld>
            <a:endParaRPr lang="en-US"/>
          </a:p>
        </p:txBody>
      </p:sp>
      <p:sp>
        <p:nvSpPr>
          <p:cNvPr id="5" name="Footer Placeholder 4">
            <a:extLst>
              <a:ext uri="{FF2B5EF4-FFF2-40B4-BE49-F238E27FC236}">
                <a16:creationId xmlns:a16="http://schemas.microsoft.com/office/drawing/2014/main" id="{931E9F3D-0C6F-07F9-BB0B-FE10EF72C745}"/>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AD46C96B-3475-F36A-1E78-B2A0E17155E6}"/>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7" name="Title 1">
            <a:extLst>
              <a:ext uri="{FF2B5EF4-FFF2-40B4-BE49-F238E27FC236}">
                <a16:creationId xmlns:a16="http://schemas.microsoft.com/office/drawing/2014/main" id="{1E62DA2B-3498-8E98-1BE2-BB6568EEE9B6}"/>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lvl="0" indent="0" algn="ctr" fontAlgn="auto">
              <a:lnSpc>
                <a:spcPct val="100000"/>
              </a:lnSpc>
              <a:spcBef>
                <a:spcPct val="0"/>
              </a:spcBef>
              <a:spcAft>
                <a:spcPts val="0"/>
              </a:spcAft>
              <a:buClrTx/>
              <a:buSzTx/>
              <a:buFontTx/>
              <a:buNone/>
              <a:tabLst/>
              <a:defRPr/>
            </a:pPr>
            <a:r>
              <a:rPr lang="en-US" sz="2800" dirty="0">
                <a:solidFill>
                  <a:schemeClr val="dk1"/>
                </a:solidFill>
              </a:rPr>
              <a:t>Implementation of Fixed Partitioning</a:t>
            </a:r>
          </a:p>
        </p:txBody>
      </p:sp>
      <p:pic>
        <p:nvPicPr>
          <p:cNvPr id="2" name="Picture 1" descr="A black and red logo&#10;&#10;Description automatically generated">
            <a:extLst>
              <a:ext uri="{FF2B5EF4-FFF2-40B4-BE49-F238E27FC236}">
                <a16:creationId xmlns:a16="http://schemas.microsoft.com/office/drawing/2014/main" id="{369E1690-4284-99D7-2E81-92F483DC8D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44A83FFA-9595-74FA-4CAA-FFEC604B50A1}"/>
              </a:ext>
            </a:extLst>
          </p:cNvPr>
          <p:cNvSpPr>
            <a:spLocks noGrp="1"/>
          </p:cNvSpPr>
          <p:nvPr>
            <p:ph idx="1"/>
          </p:nvPr>
        </p:nvSpPr>
        <p:spPr/>
        <p:txBody>
          <a:bodyPr>
            <a:normAutofit/>
          </a:bodyPr>
          <a:lstStyle/>
          <a:p>
            <a:pPr marL="0" indent="0" algn="just">
              <a:lnSpc>
                <a:spcPct val="150000"/>
              </a:lnSpc>
              <a:spcBef>
                <a:spcPts val="0"/>
              </a:spcBef>
              <a:buNone/>
            </a:pPr>
            <a:r>
              <a:rPr lang="en-US" sz="2200" dirty="0"/>
              <a:t>Topic objective: To understand the various steps in implementing the fixed partitioning scheme.</a:t>
            </a:r>
          </a:p>
          <a:p>
            <a:pPr marL="0" indent="0" algn="just">
              <a:lnSpc>
                <a:spcPct val="150000"/>
              </a:lnSpc>
              <a:spcBef>
                <a:spcPts val="0"/>
              </a:spcBef>
              <a:buNone/>
            </a:pPr>
            <a:r>
              <a:rPr lang="en-US" sz="2200" dirty="0"/>
              <a:t>Whenever, a program needs to be loaded, a partition, big enough to accommodate the program, is allocated. Since a program may not exactly fit the allocated partition, some space may be left unoccupied, after loading the program. This space is wasted and it termed as internal fragmentation.</a:t>
            </a:r>
          </a:p>
          <a:p>
            <a:pPr marL="0" indent="0" algn="just">
              <a:lnSpc>
                <a:spcPct val="150000"/>
              </a:lnSpc>
              <a:spcBef>
                <a:spcPts val="0"/>
              </a:spcBef>
              <a:buNone/>
            </a:pPr>
            <a:r>
              <a:rPr lang="en-US" sz="2200" dirty="0"/>
              <a:t>Memory management is implemented using a table called partition description table(PDT).</a:t>
            </a:r>
          </a:p>
          <a:p>
            <a:pPr marL="0" indent="0">
              <a:buNone/>
            </a:pPr>
            <a:endParaRPr lang="en-US" dirty="0"/>
          </a:p>
        </p:txBody>
      </p:sp>
    </p:spTree>
    <p:extLst>
      <p:ext uri="{BB962C8B-B14F-4D97-AF65-F5344CB8AC3E}">
        <p14:creationId xmlns:p14="http://schemas.microsoft.com/office/powerpoint/2010/main" val="17766106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18F3E-D550-FA17-0886-B6719625F8B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882C2DC-2B5E-5892-C7E8-DF2ED3DEE626}"/>
              </a:ext>
            </a:extLst>
          </p:cNvPr>
          <p:cNvSpPr>
            <a:spLocks noGrp="1"/>
          </p:cNvSpPr>
          <p:nvPr>
            <p:ph type="dt" sz="half" idx="10"/>
          </p:nvPr>
        </p:nvSpPr>
        <p:spPr/>
        <p:txBody>
          <a:bodyPr/>
          <a:lstStyle/>
          <a:p>
            <a:fld id="{36646CDE-CB5D-4481-9E1D-FD37F1841A18}" type="datetime2">
              <a:rPr lang="en-US" smtClean="0"/>
              <a:t>Monday, September 1, 2025</a:t>
            </a:fld>
            <a:endParaRPr lang="en-US"/>
          </a:p>
        </p:txBody>
      </p:sp>
      <p:sp>
        <p:nvSpPr>
          <p:cNvPr id="5" name="Footer Placeholder 4">
            <a:extLst>
              <a:ext uri="{FF2B5EF4-FFF2-40B4-BE49-F238E27FC236}">
                <a16:creationId xmlns:a16="http://schemas.microsoft.com/office/drawing/2014/main" id="{B0AD7B26-FADD-8E65-D7DC-20D574494A9C}"/>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70B7D1CD-02A0-90DC-1CA6-2E284BEF43F6}"/>
              </a:ext>
            </a:extLst>
          </p:cNvPr>
          <p:cNvSpPr>
            <a:spLocks noGrp="1"/>
          </p:cNvSpPr>
          <p:nvPr>
            <p:ph type="sldNum" sz="quarter" idx="12"/>
          </p:nvPr>
        </p:nvSpPr>
        <p:spPr/>
        <p:txBody>
          <a:bodyPr/>
          <a:lstStyle/>
          <a:p>
            <a:fld id="{B6F15528-21DE-4FAA-801E-634DDDAF4B2B}" type="slidenum">
              <a:rPr lang="en-US" smtClean="0"/>
              <a:pPr/>
              <a:t>18</a:t>
            </a:fld>
            <a:endParaRPr lang="en-US"/>
          </a:p>
        </p:txBody>
      </p:sp>
      <p:sp>
        <p:nvSpPr>
          <p:cNvPr id="7" name="Title 1">
            <a:extLst>
              <a:ext uri="{FF2B5EF4-FFF2-40B4-BE49-F238E27FC236}">
                <a16:creationId xmlns:a16="http://schemas.microsoft.com/office/drawing/2014/main" id="{306AF2AF-5A94-B106-65CD-34EB169D1022}"/>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lvl="0" indent="0" algn="ctr" fontAlgn="auto">
              <a:lnSpc>
                <a:spcPct val="100000"/>
              </a:lnSpc>
              <a:spcBef>
                <a:spcPct val="0"/>
              </a:spcBef>
              <a:spcAft>
                <a:spcPts val="0"/>
              </a:spcAft>
              <a:buClrTx/>
              <a:buSzTx/>
              <a:buFontTx/>
              <a:buNone/>
              <a:tabLst/>
              <a:defRPr/>
            </a:pPr>
            <a:r>
              <a:rPr lang="en-US" sz="2800" dirty="0">
                <a:solidFill>
                  <a:schemeClr val="dk1"/>
                </a:solidFill>
              </a:rPr>
              <a:t>Advantages of Fixed Partition</a:t>
            </a:r>
          </a:p>
        </p:txBody>
      </p:sp>
      <p:pic>
        <p:nvPicPr>
          <p:cNvPr id="2" name="Picture 1" descr="A black and red logo&#10;&#10;Description automatically generated">
            <a:extLst>
              <a:ext uri="{FF2B5EF4-FFF2-40B4-BE49-F238E27FC236}">
                <a16:creationId xmlns:a16="http://schemas.microsoft.com/office/drawing/2014/main" id="{59A9D7C0-F3E6-833D-ABE1-352ED0E7B4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CEDAE075-64F8-85F7-6059-EB0A7DFFD2BA}"/>
              </a:ext>
            </a:extLst>
          </p:cNvPr>
          <p:cNvSpPr>
            <a:spLocks noGrp="1"/>
          </p:cNvSpPr>
          <p:nvPr>
            <p:ph idx="1"/>
          </p:nvPr>
        </p:nvSpPr>
        <p:spPr/>
        <p:txBody>
          <a:bodyPr>
            <a:normAutofit/>
          </a:bodyPr>
          <a:lstStyle/>
          <a:p>
            <a:pPr marL="0" indent="0">
              <a:lnSpc>
                <a:spcPct val="150000"/>
              </a:lnSpc>
              <a:spcBef>
                <a:spcPts val="0"/>
              </a:spcBef>
              <a:buNone/>
            </a:pPr>
            <a:r>
              <a:rPr lang="en-US" sz="2200" dirty="0"/>
              <a:t>Topic objective: Analyze the fixed partition scheme from implementation point of view.</a:t>
            </a:r>
          </a:p>
          <a:p>
            <a:pPr>
              <a:lnSpc>
                <a:spcPct val="150000"/>
              </a:lnSpc>
              <a:spcBef>
                <a:spcPts val="0"/>
              </a:spcBef>
            </a:pPr>
            <a:r>
              <a:rPr lang="en-US" sz="2200" dirty="0"/>
              <a:t>The implementation is very easy.</a:t>
            </a:r>
          </a:p>
          <a:p>
            <a:pPr>
              <a:lnSpc>
                <a:spcPct val="150000"/>
              </a:lnSpc>
              <a:spcBef>
                <a:spcPts val="0"/>
              </a:spcBef>
            </a:pPr>
            <a:r>
              <a:rPr lang="en-US" sz="2200" dirty="0"/>
              <a:t>The processing overheads are low</a:t>
            </a:r>
          </a:p>
          <a:p>
            <a:pPr marL="0" indent="0">
              <a:buNone/>
            </a:pPr>
            <a:endParaRPr lang="en-US" dirty="0"/>
          </a:p>
        </p:txBody>
      </p:sp>
    </p:spTree>
    <p:extLst>
      <p:ext uri="{BB962C8B-B14F-4D97-AF65-F5344CB8AC3E}">
        <p14:creationId xmlns:p14="http://schemas.microsoft.com/office/powerpoint/2010/main" val="41459206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F4F31-F1F0-A7C7-8538-1FD9E1397F7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6C18DFD-D0D3-8267-9AEE-D23CE579DD75}"/>
              </a:ext>
            </a:extLst>
          </p:cNvPr>
          <p:cNvSpPr>
            <a:spLocks noGrp="1"/>
          </p:cNvSpPr>
          <p:nvPr>
            <p:ph type="dt" sz="half" idx="10"/>
          </p:nvPr>
        </p:nvSpPr>
        <p:spPr/>
        <p:txBody>
          <a:bodyPr/>
          <a:lstStyle/>
          <a:p>
            <a:fld id="{9646F837-9768-44B3-84F0-70BA04250A56}" type="datetime2">
              <a:rPr lang="en-US" smtClean="0"/>
              <a:t>Monday, September 1, 2025</a:t>
            </a:fld>
            <a:endParaRPr lang="en-US"/>
          </a:p>
        </p:txBody>
      </p:sp>
      <p:sp>
        <p:nvSpPr>
          <p:cNvPr id="5" name="Footer Placeholder 4">
            <a:extLst>
              <a:ext uri="{FF2B5EF4-FFF2-40B4-BE49-F238E27FC236}">
                <a16:creationId xmlns:a16="http://schemas.microsoft.com/office/drawing/2014/main" id="{1ABC9411-10DF-F36B-E8C2-0AC1EC135B6F}"/>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3B3B1276-1814-8598-8848-6B38A6E24029}"/>
              </a:ext>
            </a:extLst>
          </p:cNvPr>
          <p:cNvSpPr>
            <a:spLocks noGrp="1"/>
          </p:cNvSpPr>
          <p:nvPr>
            <p:ph type="sldNum" sz="quarter" idx="12"/>
          </p:nvPr>
        </p:nvSpPr>
        <p:spPr/>
        <p:txBody>
          <a:bodyPr/>
          <a:lstStyle/>
          <a:p>
            <a:fld id="{B6F15528-21DE-4FAA-801E-634DDDAF4B2B}" type="slidenum">
              <a:rPr lang="en-US" smtClean="0"/>
              <a:pPr/>
              <a:t>19</a:t>
            </a:fld>
            <a:endParaRPr lang="en-US"/>
          </a:p>
        </p:txBody>
      </p:sp>
      <p:sp>
        <p:nvSpPr>
          <p:cNvPr id="7" name="Title 1">
            <a:extLst>
              <a:ext uri="{FF2B5EF4-FFF2-40B4-BE49-F238E27FC236}">
                <a16:creationId xmlns:a16="http://schemas.microsoft.com/office/drawing/2014/main" id="{A3D30BEE-89DC-58C8-41B8-2897DB6992CE}"/>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lvl="0" indent="0" algn="ctr" fontAlgn="auto">
              <a:lnSpc>
                <a:spcPct val="100000"/>
              </a:lnSpc>
              <a:spcBef>
                <a:spcPct val="0"/>
              </a:spcBef>
              <a:spcAft>
                <a:spcPts val="0"/>
              </a:spcAft>
              <a:buClrTx/>
              <a:buSzTx/>
              <a:buFontTx/>
              <a:buNone/>
              <a:tabLst/>
              <a:defRPr/>
            </a:pPr>
            <a:r>
              <a:rPr lang="en-US" sz="2800" dirty="0">
                <a:solidFill>
                  <a:schemeClr val="dk1"/>
                </a:solidFill>
              </a:rPr>
              <a:t>Disadvantages of Fixed Partition</a:t>
            </a:r>
          </a:p>
        </p:txBody>
      </p:sp>
      <p:pic>
        <p:nvPicPr>
          <p:cNvPr id="2" name="Picture 1" descr="A black and red logo&#10;&#10;Description automatically generated">
            <a:extLst>
              <a:ext uri="{FF2B5EF4-FFF2-40B4-BE49-F238E27FC236}">
                <a16:creationId xmlns:a16="http://schemas.microsoft.com/office/drawing/2014/main" id="{1081071E-3F26-3218-CAED-0FFC05891EC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1F1F52E1-188B-BC25-39E0-B97AE986C693}"/>
              </a:ext>
            </a:extLst>
          </p:cNvPr>
          <p:cNvSpPr>
            <a:spLocks noGrp="1"/>
          </p:cNvSpPr>
          <p:nvPr>
            <p:ph idx="1"/>
          </p:nvPr>
        </p:nvSpPr>
        <p:spPr/>
        <p:txBody>
          <a:bodyPr>
            <a:normAutofit/>
          </a:bodyPr>
          <a:lstStyle/>
          <a:p>
            <a:pPr marL="0" indent="0">
              <a:lnSpc>
                <a:spcPct val="150000"/>
              </a:lnSpc>
              <a:spcBef>
                <a:spcPts val="0"/>
              </a:spcBef>
              <a:buNone/>
            </a:pPr>
            <a:r>
              <a:rPr lang="en-US" sz="2400" dirty="0"/>
              <a:t>Topic objective: Analyze the fixed partition from the point of memory utilization</a:t>
            </a:r>
          </a:p>
          <a:p>
            <a:pPr>
              <a:lnSpc>
                <a:spcPct val="150000"/>
              </a:lnSpc>
              <a:spcBef>
                <a:spcPts val="0"/>
              </a:spcBef>
            </a:pPr>
            <a:r>
              <a:rPr lang="en-US" sz="2400" dirty="0"/>
              <a:t>The degree of multiprogramming is fixed, since the number of partition is fixed.</a:t>
            </a:r>
          </a:p>
          <a:p>
            <a:pPr>
              <a:lnSpc>
                <a:spcPct val="150000"/>
              </a:lnSpc>
              <a:spcBef>
                <a:spcPts val="0"/>
              </a:spcBef>
            </a:pPr>
            <a:r>
              <a:rPr lang="en-US" sz="2400" dirty="0"/>
              <a:t>Suffers from internal fragmentation</a:t>
            </a:r>
          </a:p>
          <a:p>
            <a:pPr marL="0" indent="0">
              <a:buNone/>
            </a:pPr>
            <a:endParaRPr lang="en-US" dirty="0"/>
          </a:p>
        </p:txBody>
      </p:sp>
    </p:spTree>
    <p:extLst>
      <p:ext uri="{BB962C8B-B14F-4D97-AF65-F5344CB8AC3E}">
        <p14:creationId xmlns:p14="http://schemas.microsoft.com/office/powerpoint/2010/main" val="5042546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23A0B-15C8-4485-8290-95DF0017350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519317D-2E54-7108-EC16-E8E4A23920CD}"/>
              </a:ext>
            </a:extLst>
          </p:cNvPr>
          <p:cNvSpPr>
            <a:spLocks noGrp="1"/>
          </p:cNvSpPr>
          <p:nvPr>
            <p:ph type="dt" sz="half" idx="10"/>
          </p:nvPr>
        </p:nvSpPr>
        <p:spPr/>
        <p:txBody>
          <a:bodyPr/>
          <a:lstStyle/>
          <a:p>
            <a:fld id="{4581D570-6B7D-4715-8453-6BD9CAFD17D5}" type="datetime2">
              <a:rPr lang="en-US" smtClean="0"/>
              <a:t>Monday, September 1, 2025</a:t>
            </a:fld>
            <a:endParaRPr lang="en-US"/>
          </a:p>
        </p:txBody>
      </p:sp>
      <p:sp>
        <p:nvSpPr>
          <p:cNvPr id="5" name="Footer Placeholder 4">
            <a:extLst>
              <a:ext uri="{FF2B5EF4-FFF2-40B4-BE49-F238E27FC236}">
                <a16:creationId xmlns:a16="http://schemas.microsoft.com/office/drawing/2014/main" id="{F225C1ED-E53F-E1A3-528A-8845FC3E96ED}"/>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77AB8058-3850-3D23-3607-08C612BC2749}"/>
              </a:ext>
            </a:extLst>
          </p:cNvPr>
          <p:cNvSpPr>
            <a:spLocks noGrp="1"/>
          </p:cNvSpPr>
          <p:nvPr>
            <p:ph type="sldNum" sz="quarter" idx="12"/>
          </p:nvPr>
        </p:nvSpPr>
        <p:spPr/>
        <p:txBody>
          <a:bodyPr/>
          <a:lstStyle/>
          <a:p>
            <a:fld id="{B6F15528-21DE-4FAA-801E-634DDDAF4B2B}" type="slidenum">
              <a:rPr lang="en-US" smtClean="0"/>
              <a:pPr/>
              <a:t>20</a:t>
            </a:fld>
            <a:endParaRPr lang="en-US"/>
          </a:p>
        </p:txBody>
      </p:sp>
      <p:sp>
        <p:nvSpPr>
          <p:cNvPr id="7" name="Title 1">
            <a:extLst>
              <a:ext uri="{FF2B5EF4-FFF2-40B4-BE49-F238E27FC236}">
                <a16:creationId xmlns:a16="http://schemas.microsoft.com/office/drawing/2014/main" id="{F753AC9B-484B-20A8-219D-1247B2FFCFC8}"/>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lvl="0" indent="0" algn="ctr" fontAlgn="auto">
              <a:lnSpc>
                <a:spcPct val="100000"/>
              </a:lnSpc>
              <a:spcBef>
                <a:spcPct val="0"/>
              </a:spcBef>
              <a:spcAft>
                <a:spcPts val="0"/>
              </a:spcAft>
              <a:buClrTx/>
              <a:buSzTx/>
              <a:buFontTx/>
              <a:buNone/>
              <a:tabLst/>
              <a:defRPr/>
            </a:pPr>
            <a:r>
              <a:rPr lang="en-US" sz="2800" dirty="0">
                <a:solidFill>
                  <a:schemeClr val="dk1"/>
                </a:solidFill>
              </a:rPr>
              <a:t>Dynamic Partitioning</a:t>
            </a:r>
          </a:p>
        </p:txBody>
      </p:sp>
      <p:pic>
        <p:nvPicPr>
          <p:cNvPr id="2" name="Picture 1" descr="A black and red logo&#10;&#10;Description automatically generated">
            <a:extLst>
              <a:ext uri="{FF2B5EF4-FFF2-40B4-BE49-F238E27FC236}">
                <a16:creationId xmlns:a16="http://schemas.microsoft.com/office/drawing/2014/main" id="{FE02D775-99E4-8DA5-A319-ED3A72336F6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C0AB576C-2BA0-D01D-81AC-C1E662717CF9}"/>
              </a:ext>
            </a:extLst>
          </p:cNvPr>
          <p:cNvSpPr>
            <a:spLocks noGrp="1"/>
          </p:cNvSpPr>
          <p:nvPr>
            <p:ph idx="1"/>
          </p:nvPr>
        </p:nvSpPr>
        <p:spPr/>
        <p:txBody>
          <a:bodyPr>
            <a:normAutofit/>
          </a:bodyPr>
          <a:lstStyle/>
          <a:p>
            <a:pPr marL="0" indent="0" algn="just">
              <a:lnSpc>
                <a:spcPct val="150000"/>
              </a:lnSpc>
              <a:spcBef>
                <a:spcPts val="0"/>
              </a:spcBef>
              <a:buNone/>
            </a:pPr>
            <a:r>
              <a:rPr lang="en-US" sz="2200" dirty="0"/>
              <a:t>Topic objective: To understand the dynamic partitioning and how we remove the limitation of fixed partition by implementing it.</a:t>
            </a:r>
          </a:p>
          <a:p>
            <a:pPr marL="0" indent="0" algn="just">
              <a:lnSpc>
                <a:spcPct val="150000"/>
              </a:lnSpc>
              <a:spcBef>
                <a:spcPts val="0"/>
              </a:spcBef>
              <a:buNone/>
            </a:pPr>
            <a:r>
              <a:rPr lang="en-US" sz="2200" dirty="0"/>
              <a:t>This scheme is free of the limitations encountered in the case of fixed partitioning.</a:t>
            </a:r>
          </a:p>
          <a:p>
            <a:pPr marL="0" indent="0" algn="just">
              <a:lnSpc>
                <a:spcPct val="150000"/>
              </a:lnSpc>
              <a:spcBef>
                <a:spcPts val="0"/>
              </a:spcBef>
              <a:buNone/>
            </a:pPr>
            <a:r>
              <a:rPr lang="en-US" sz="2200" dirty="0"/>
              <a:t>Its functions are as follows:</a:t>
            </a:r>
          </a:p>
          <a:p>
            <a:pPr marL="0" indent="0" algn="just">
              <a:lnSpc>
                <a:spcPct val="150000"/>
              </a:lnSpc>
              <a:spcBef>
                <a:spcPts val="0"/>
              </a:spcBef>
              <a:buNone/>
            </a:pPr>
            <a:r>
              <a:rPr lang="en-US" sz="2200" dirty="0"/>
              <a:t>Initially, the entire available memory is treated as a single partition.</a:t>
            </a:r>
          </a:p>
          <a:p>
            <a:pPr marL="0" indent="0" algn="just">
              <a:lnSpc>
                <a:spcPct val="150000"/>
              </a:lnSpc>
              <a:spcBef>
                <a:spcPts val="0"/>
              </a:spcBef>
              <a:buNone/>
            </a:pPr>
            <a:r>
              <a:rPr lang="en-US" sz="2200" dirty="0"/>
              <a:t>The incoming programs, requesting memory allocation, are queued up.</a:t>
            </a:r>
          </a:p>
          <a:p>
            <a:pPr marL="0" indent="0">
              <a:buNone/>
            </a:pPr>
            <a:endParaRPr lang="en-US" dirty="0"/>
          </a:p>
        </p:txBody>
      </p:sp>
    </p:spTree>
    <p:extLst>
      <p:ext uri="{BB962C8B-B14F-4D97-AF65-F5344CB8AC3E}">
        <p14:creationId xmlns:p14="http://schemas.microsoft.com/office/powerpoint/2010/main" val="26627212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E410D-0754-62C4-B5BE-A0D0598BE49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2EF4151-4059-F979-6054-6D6883FD6325}"/>
              </a:ext>
            </a:extLst>
          </p:cNvPr>
          <p:cNvSpPr>
            <a:spLocks noGrp="1"/>
          </p:cNvSpPr>
          <p:nvPr>
            <p:ph type="dt" sz="half" idx="10"/>
          </p:nvPr>
        </p:nvSpPr>
        <p:spPr/>
        <p:txBody>
          <a:bodyPr/>
          <a:lstStyle/>
          <a:p>
            <a:fld id="{1D9B7E67-83CC-4A2D-B083-6F0EB5341CD3}" type="datetime2">
              <a:rPr lang="en-US" smtClean="0"/>
              <a:t>Monday, September 1, 2025</a:t>
            </a:fld>
            <a:endParaRPr lang="en-US"/>
          </a:p>
        </p:txBody>
      </p:sp>
      <p:sp>
        <p:nvSpPr>
          <p:cNvPr id="5" name="Footer Placeholder 4">
            <a:extLst>
              <a:ext uri="{FF2B5EF4-FFF2-40B4-BE49-F238E27FC236}">
                <a16:creationId xmlns:a16="http://schemas.microsoft.com/office/drawing/2014/main" id="{A05EEC7F-0472-C8A5-9EDD-26D3132049D2}"/>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1AACA1CA-32B7-518A-B9B4-A9A04B620AB8}"/>
              </a:ext>
            </a:extLst>
          </p:cNvPr>
          <p:cNvSpPr>
            <a:spLocks noGrp="1"/>
          </p:cNvSpPr>
          <p:nvPr>
            <p:ph type="sldNum" sz="quarter" idx="12"/>
          </p:nvPr>
        </p:nvSpPr>
        <p:spPr/>
        <p:txBody>
          <a:bodyPr/>
          <a:lstStyle/>
          <a:p>
            <a:fld id="{B6F15528-21DE-4FAA-801E-634DDDAF4B2B}" type="slidenum">
              <a:rPr lang="en-US" smtClean="0"/>
              <a:pPr/>
              <a:t>21</a:t>
            </a:fld>
            <a:endParaRPr lang="en-US"/>
          </a:p>
        </p:txBody>
      </p:sp>
      <p:sp>
        <p:nvSpPr>
          <p:cNvPr id="7" name="Title 1">
            <a:extLst>
              <a:ext uri="{FF2B5EF4-FFF2-40B4-BE49-F238E27FC236}">
                <a16:creationId xmlns:a16="http://schemas.microsoft.com/office/drawing/2014/main" id="{D292C9C7-00AB-1026-FFB7-D59B790AFF43}"/>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lvl="0" indent="0" algn="ctr" fontAlgn="auto">
              <a:lnSpc>
                <a:spcPct val="100000"/>
              </a:lnSpc>
              <a:spcBef>
                <a:spcPct val="0"/>
              </a:spcBef>
              <a:spcAft>
                <a:spcPts val="0"/>
              </a:spcAft>
              <a:buClrTx/>
              <a:buSzTx/>
              <a:buFontTx/>
              <a:buNone/>
              <a:tabLst/>
              <a:defRPr/>
            </a:pPr>
            <a:r>
              <a:rPr lang="en-US" sz="2800" dirty="0">
                <a:solidFill>
                  <a:schemeClr val="dk1"/>
                </a:solidFill>
              </a:rPr>
              <a:t>Dynamic Partitioning</a:t>
            </a:r>
          </a:p>
        </p:txBody>
      </p:sp>
      <p:pic>
        <p:nvPicPr>
          <p:cNvPr id="2" name="Picture 1" descr="A black and red logo&#10;&#10;Description automatically generated">
            <a:extLst>
              <a:ext uri="{FF2B5EF4-FFF2-40B4-BE49-F238E27FC236}">
                <a16:creationId xmlns:a16="http://schemas.microsoft.com/office/drawing/2014/main" id="{2D306AF5-80B2-DECA-E875-DD6F9528C6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2D142E5A-4647-4055-F262-C1352CB814C2}"/>
              </a:ext>
            </a:extLst>
          </p:cNvPr>
          <p:cNvSpPr>
            <a:spLocks noGrp="1"/>
          </p:cNvSpPr>
          <p:nvPr>
            <p:ph idx="1"/>
          </p:nvPr>
        </p:nvSpPr>
        <p:spPr/>
        <p:txBody>
          <a:bodyPr>
            <a:normAutofit/>
          </a:bodyPr>
          <a:lstStyle/>
          <a:p>
            <a:pPr marL="0" indent="0" algn="just">
              <a:lnSpc>
                <a:spcPct val="150000"/>
              </a:lnSpc>
              <a:buNone/>
            </a:pPr>
            <a:r>
              <a:rPr lang="en-US" sz="2200" dirty="0"/>
              <a:t>Topic objective:  To understand and implement dynamic partitioning.</a:t>
            </a:r>
          </a:p>
          <a:p>
            <a:pPr marL="0" indent="0" algn="just">
              <a:lnSpc>
                <a:spcPct val="150000"/>
              </a:lnSpc>
              <a:buNone/>
            </a:pPr>
            <a:r>
              <a:rPr lang="en-US" sz="2200" dirty="0"/>
              <a:t>A waiting program is loaded, only when a free partition, big enough to fit the program, is available. When a program is loaded, it is allocated a space , exactly equal to its size. The balance unoccupied space, in the allocated partitioned is treated as another free space.</a:t>
            </a:r>
          </a:p>
          <a:p>
            <a:pPr marL="0" indent="0">
              <a:buNone/>
            </a:pPr>
            <a:endParaRPr lang="en-US" dirty="0"/>
          </a:p>
        </p:txBody>
      </p:sp>
    </p:spTree>
    <p:extLst>
      <p:ext uri="{BB962C8B-B14F-4D97-AF65-F5344CB8AC3E}">
        <p14:creationId xmlns:p14="http://schemas.microsoft.com/office/powerpoint/2010/main" val="7766943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3368F-714E-692E-1C32-7BFFDC68209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4B6752C-AF11-74AA-3EB2-6C12C5FF5FA1}"/>
              </a:ext>
            </a:extLst>
          </p:cNvPr>
          <p:cNvSpPr>
            <a:spLocks noGrp="1"/>
          </p:cNvSpPr>
          <p:nvPr>
            <p:ph type="dt" sz="half" idx="10"/>
          </p:nvPr>
        </p:nvSpPr>
        <p:spPr/>
        <p:txBody>
          <a:bodyPr/>
          <a:lstStyle/>
          <a:p>
            <a:fld id="{B7BD82B5-B8AC-401E-9B0E-DA4A220935E8}" type="datetime2">
              <a:rPr lang="en-US" smtClean="0"/>
              <a:t>Monday, September 1, 2025</a:t>
            </a:fld>
            <a:endParaRPr lang="en-US"/>
          </a:p>
        </p:txBody>
      </p:sp>
      <p:sp>
        <p:nvSpPr>
          <p:cNvPr id="5" name="Footer Placeholder 4">
            <a:extLst>
              <a:ext uri="{FF2B5EF4-FFF2-40B4-BE49-F238E27FC236}">
                <a16:creationId xmlns:a16="http://schemas.microsoft.com/office/drawing/2014/main" id="{A07B2190-ADA4-157B-FFFC-8E4CE105E1B1}"/>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1B3981B4-B7AE-D736-4821-05853157F91F}"/>
              </a:ext>
            </a:extLst>
          </p:cNvPr>
          <p:cNvSpPr>
            <a:spLocks noGrp="1"/>
          </p:cNvSpPr>
          <p:nvPr>
            <p:ph type="sldNum" sz="quarter" idx="12"/>
          </p:nvPr>
        </p:nvSpPr>
        <p:spPr/>
        <p:txBody>
          <a:bodyPr/>
          <a:lstStyle/>
          <a:p>
            <a:fld id="{B6F15528-21DE-4FAA-801E-634DDDAF4B2B}" type="slidenum">
              <a:rPr lang="en-US" smtClean="0"/>
              <a:pPr/>
              <a:t>22</a:t>
            </a:fld>
            <a:endParaRPr lang="en-US"/>
          </a:p>
        </p:txBody>
      </p:sp>
      <p:sp>
        <p:nvSpPr>
          <p:cNvPr id="7" name="Title 1">
            <a:extLst>
              <a:ext uri="{FF2B5EF4-FFF2-40B4-BE49-F238E27FC236}">
                <a16:creationId xmlns:a16="http://schemas.microsoft.com/office/drawing/2014/main" id="{C132D620-30B2-EDCF-B08D-EEF9B8CCF5C1}"/>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lvl="0" indent="0" algn="ctr" fontAlgn="auto">
              <a:lnSpc>
                <a:spcPct val="100000"/>
              </a:lnSpc>
              <a:spcBef>
                <a:spcPct val="0"/>
              </a:spcBef>
              <a:spcAft>
                <a:spcPts val="0"/>
              </a:spcAft>
              <a:buClrTx/>
              <a:buSzTx/>
              <a:buFontTx/>
              <a:buNone/>
              <a:tabLst/>
              <a:defRPr/>
            </a:pPr>
            <a:r>
              <a:rPr lang="en-US" sz="2800" dirty="0">
                <a:solidFill>
                  <a:schemeClr val="dk1"/>
                </a:solidFill>
              </a:rPr>
              <a:t>Dynamic Partitioning</a:t>
            </a:r>
          </a:p>
        </p:txBody>
      </p:sp>
      <p:pic>
        <p:nvPicPr>
          <p:cNvPr id="2" name="Picture 1" descr="A black and red logo&#10;&#10;Description automatically generated">
            <a:extLst>
              <a:ext uri="{FF2B5EF4-FFF2-40B4-BE49-F238E27FC236}">
                <a16:creationId xmlns:a16="http://schemas.microsoft.com/office/drawing/2014/main" id="{96063359-DED9-A4B9-13B5-81AF3D0745D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C9E63C1D-5535-8ADE-468C-E67795E55C00}"/>
              </a:ext>
            </a:extLst>
          </p:cNvPr>
          <p:cNvSpPr>
            <a:spLocks noGrp="1"/>
          </p:cNvSpPr>
          <p:nvPr>
            <p:ph idx="1"/>
          </p:nvPr>
        </p:nvSpPr>
        <p:spPr/>
        <p:txBody>
          <a:bodyPr>
            <a:normAutofit/>
          </a:bodyPr>
          <a:lstStyle/>
          <a:p>
            <a:pPr marL="0" indent="0" algn="just">
              <a:lnSpc>
                <a:spcPct val="150000"/>
              </a:lnSpc>
              <a:buNone/>
            </a:pPr>
            <a:r>
              <a:rPr lang="en-US" sz="2400" dirty="0"/>
              <a:t>When a process terminates, it releases the partition occupied. If the released partition is continuous to another free partition, then both the free partitions are clubbed together into a single free partition.</a:t>
            </a:r>
          </a:p>
          <a:p>
            <a:pPr marL="0" indent="0">
              <a:buNone/>
            </a:pPr>
            <a:endParaRPr lang="en-US" dirty="0"/>
          </a:p>
        </p:txBody>
      </p:sp>
    </p:spTree>
    <p:extLst>
      <p:ext uri="{BB962C8B-B14F-4D97-AF65-F5344CB8AC3E}">
        <p14:creationId xmlns:p14="http://schemas.microsoft.com/office/powerpoint/2010/main" val="3821671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3E603-AE68-A83B-6054-F0098BE2129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B418E6C-0B4E-F41C-5F23-1A13D2B2F353}"/>
              </a:ext>
            </a:extLst>
          </p:cNvPr>
          <p:cNvSpPr>
            <a:spLocks noGrp="1"/>
          </p:cNvSpPr>
          <p:nvPr>
            <p:ph type="dt" sz="half" idx="10"/>
          </p:nvPr>
        </p:nvSpPr>
        <p:spPr/>
        <p:txBody>
          <a:bodyPr/>
          <a:lstStyle/>
          <a:p>
            <a:fld id="{0640F5D9-8357-4730-BAA9-34954F0DC053}" type="datetime2">
              <a:rPr lang="en-US" smtClean="0"/>
              <a:t>Monday, September 1, 2025</a:t>
            </a:fld>
            <a:endParaRPr lang="en-US"/>
          </a:p>
        </p:txBody>
      </p:sp>
      <p:sp>
        <p:nvSpPr>
          <p:cNvPr id="5" name="Footer Placeholder 4">
            <a:extLst>
              <a:ext uri="{FF2B5EF4-FFF2-40B4-BE49-F238E27FC236}">
                <a16:creationId xmlns:a16="http://schemas.microsoft.com/office/drawing/2014/main" id="{ED02743C-E661-979B-F800-268F0385E1B9}"/>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1A7E78BE-5C51-04D2-CEC2-86C4498077B6}"/>
              </a:ext>
            </a:extLst>
          </p:cNvPr>
          <p:cNvSpPr>
            <a:spLocks noGrp="1"/>
          </p:cNvSpPr>
          <p:nvPr>
            <p:ph type="sldNum" sz="quarter" idx="12"/>
          </p:nvPr>
        </p:nvSpPr>
        <p:spPr/>
        <p:txBody>
          <a:bodyPr/>
          <a:lstStyle/>
          <a:p>
            <a:fld id="{B6F15528-21DE-4FAA-801E-634DDDAF4B2B}" type="slidenum">
              <a:rPr lang="en-US" smtClean="0"/>
              <a:pPr/>
              <a:t>23</a:t>
            </a:fld>
            <a:endParaRPr lang="en-US"/>
          </a:p>
        </p:txBody>
      </p:sp>
      <p:sp>
        <p:nvSpPr>
          <p:cNvPr id="7" name="Title 1">
            <a:extLst>
              <a:ext uri="{FF2B5EF4-FFF2-40B4-BE49-F238E27FC236}">
                <a16:creationId xmlns:a16="http://schemas.microsoft.com/office/drawing/2014/main" id="{77DCF948-E4F7-735D-8371-DDF9C097DD73}"/>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lvl="0" indent="0" algn="ctr" fontAlgn="auto">
              <a:lnSpc>
                <a:spcPct val="100000"/>
              </a:lnSpc>
              <a:spcBef>
                <a:spcPct val="0"/>
              </a:spcBef>
              <a:spcAft>
                <a:spcPts val="0"/>
              </a:spcAft>
              <a:buClrTx/>
              <a:buSzTx/>
              <a:buFontTx/>
              <a:buNone/>
              <a:tabLst/>
              <a:defRPr/>
            </a:pPr>
            <a:r>
              <a:rPr lang="en-US" sz="2800" dirty="0">
                <a:solidFill>
                  <a:schemeClr val="dk1"/>
                </a:solidFill>
              </a:rPr>
              <a:t>External fragmentation</a:t>
            </a:r>
          </a:p>
        </p:txBody>
      </p:sp>
      <p:pic>
        <p:nvPicPr>
          <p:cNvPr id="2" name="Picture 1" descr="A black and red logo&#10;&#10;Description automatically generated">
            <a:extLst>
              <a:ext uri="{FF2B5EF4-FFF2-40B4-BE49-F238E27FC236}">
                <a16:creationId xmlns:a16="http://schemas.microsoft.com/office/drawing/2014/main" id="{5197F533-5CAE-F8D5-E516-559AEB344F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2ED96399-4205-0376-5F73-CCB38CBFF1C2}"/>
              </a:ext>
            </a:extLst>
          </p:cNvPr>
          <p:cNvSpPr>
            <a:spLocks noGrp="1"/>
          </p:cNvSpPr>
          <p:nvPr>
            <p:ph idx="1"/>
          </p:nvPr>
        </p:nvSpPr>
        <p:spPr/>
        <p:txBody>
          <a:bodyPr>
            <a:normAutofit/>
          </a:bodyPr>
          <a:lstStyle/>
          <a:p>
            <a:pPr marL="0" indent="0" algn="just">
              <a:lnSpc>
                <a:spcPct val="150000"/>
              </a:lnSpc>
              <a:buNone/>
            </a:pPr>
            <a:r>
              <a:rPr lang="en-US" sz="2400" dirty="0"/>
              <a:t>Topic Objective: To elucidate the concept of external fragmentation and removal of it through compaction technique.</a:t>
            </a:r>
          </a:p>
          <a:p>
            <a:pPr marL="0" indent="0" algn="just">
              <a:lnSpc>
                <a:spcPct val="150000"/>
              </a:lnSpc>
              <a:buNone/>
            </a:pPr>
            <a:r>
              <a:rPr lang="en-US" sz="2400" dirty="0"/>
              <a:t>When a free partition is too small to accommodate any program, it is called External fragmentation.</a:t>
            </a:r>
          </a:p>
          <a:p>
            <a:pPr marL="0" indent="0" algn="just">
              <a:lnSpc>
                <a:spcPct val="150000"/>
              </a:lnSpc>
              <a:buNone/>
            </a:pPr>
            <a:r>
              <a:rPr lang="en-US" sz="2400" dirty="0"/>
              <a:t>External fragmentation refers to the large number of small chunks of free memory that may be scattered all over the physical memory and individually each of the chunks may not be big enough to accommodate even the small program. </a:t>
            </a:r>
          </a:p>
          <a:p>
            <a:pPr marL="0" indent="0">
              <a:buNone/>
            </a:pPr>
            <a:endParaRPr lang="en-US" dirty="0"/>
          </a:p>
        </p:txBody>
      </p:sp>
    </p:spTree>
    <p:extLst>
      <p:ext uri="{BB962C8B-B14F-4D97-AF65-F5344CB8AC3E}">
        <p14:creationId xmlns:p14="http://schemas.microsoft.com/office/powerpoint/2010/main" val="1016541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92579-4A96-A4D2-F02A-7C071F1B412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5B50C30-0C2C-C7A7-3A80-C098A0CF6C4C}"/>
              </a:ext>
            </a:extLst>
          </p:cNvPr>
          <p:cNvSpPr>
            <a:spLocks noGrp="1"/>
          </p:cNvSpPr>
          <p:nvPr>
            <p:ph type="dt" sz="half" idx="10"/>
          </p:nvPr>
        </p:nvSpPr>
        <p:spPr/>
        <p:txBody>
          <a:bodyPr/>
          <a:lstStyle/>
          <a:p>
            <a:fld id="{A65A6489-51CB-4BC4-9F8C-3DDA27A21C17}" type="datetime2">
              <a:rPr lang="en-US" smtClean="0"/>
              <a:t>Monday, September 1, 2025</a:t>
            </a:fld>
            <a:endParaRPr lang="en-US"/>
          </a:p>
        </p:txBody>
      </p:sp>
      <p:sp>
        <p:nvSpPr>
          <p:cNvPr id="5" name="Footer Placeholder 4">
            <a:extLst>
              <a:ext uri="{FF2B5EF4-FFF2-40B4-BE49-F238E27FC236}">
                <a16:creationId xmlns:a16="http://schemas.microsoft.com/office/drawing/2014/main" id="{0B8727D7-F1D0-61E5-2C49-2A504274B235}"/>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D9283783-F3C2-E07A-634F-86AEEE399B49}"/>
              </a:ext>
            </a:extLst>
          </p:cNvPr>
          <p:cNvSpPr>
            <a:spLocks noGrp="1"/>
          </p:cNvSpPr>
          <p:nvPr>
            <p:ph type="sldNum" sz="quarter" idx="12"/>
          </p:nvPr>
        </p:nvSpPr>
        <p:spPr/>
        <p:txBody>
          <a:bodyPr/>
          <a:lstStyle/>
          <a:p>
            <a:fld id="{B6F15528-21DE-4FAA-801E-634DDDAF4B2B}" type="slidenum">
              <a:rPr lang="en-US" smtClean="0"/>
              <a:pPr/>
              <a:t>24</a:t>
            </a:fld>
            <a:endParaRPr lang="en-US"/>
          </a:p>
        </p:txBody>
      </p:sp>
      <p:sp>
        <p:nvSpPr>
          <p:cNvPr id="7" name="Title 1">
            <a:extLst>
              <a:ext uri="{FF2B5EF4-FFF2-40B4-BE49-F238E27FC236}">
                <a16:creationId xmlns:a16="http://schemas.microsoft.com/office/drawing/2014/main" id="{490C37BF-0D95-A79B-ED99-23EF26F1DCA6}"/>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lvl="0" indent="0" algn="ctr" fontAlgn="auto">
              <a:lnSpc>
                <a:spcPct val="100000"/>
              </a:lnSpc>
              <a:spcBef>
                <a:spcPct val="0"/>
              </a:spcBef>
              <a:spcAft>
                <a:spcPts val="0"/>
              </a:spcAft>
              <a:buClrTx/>
              <a:buSzTx/>
              <a:buFontTx/>
              <a:buNone/>
              <a:tabLst/>
              <a:defRPr/>
            </a:pPr>
            <a:r>
              <a:rPr lang="en-US" sz="2800" dirty="0">
                <a:solidFill>
                  <a:schemeClr val="dk1"/>
                </a:solidFill>
              </a:rPr>
              <a:t>External fragmentation</a:t>
            </a:r>
          </a:p>
        </p:txBody>
      </p:sp>
      <p:pic>
        <p:nvPicPr>
          <p:cNvPr id="2" name="Picture 1" descr="A black and red logo&#10;&#10;Description automatically generated">
            <a:extLst>
              <a:ext uri="{FF2B5EF4-FFF2-40B4-BE49-F238E27FC236}">
                <a16:creationId xmlns:a16="http://schemas.microsoft.com/office/drawing/2014/main" id="{0037CCDA-1ECA-946F-F77C-66E4624CD9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E331264F-CFCD-D2B0-BBC9-46BE4C9B76AC}"/>
              </a:ext>
            </a:extLst>
          </p:cNvPr>
          <p:cNvSpPr>
            <a:spLocks noGrp="1"/>
          </p:cNvSpPr>
          <p:nvPr>
            <p:ph idx="1"/>
          </p:nvPr>
        </p:nvSpPr>
        <p:spPr/>
        <p:txBody>
          <a:bodyPr>
            <a:normAutofit/>
          </a:bodyPr>
          <a:lstStyle/>
          <a:p>
            <a:pPr marL="0" indent="0" algn="just">
              <a:lnSpc>
                <a:spcPct val="150000"/>
              </a:lnSpc>
              <a:spcBef>
                <a:spcPts val="0"/>
              </a:spcBef>
              <a:buNone/>
            </a:pPr>
            <a:r>
              <a:rPr lang="en-US" sz="2400" dirty="0"/>
              <a:t>However, if joined together, the total free space, thus resulted, may be big enough to accommodate some more programs that may be waiting for loading.</a:t>
            </a:r>
          </a:p>
          <a:p>
            <a:pPr marL="0" indent="0" algn="just">
              <a:lnSpc>
                <a:spcPct val="150000"/>
              </a:lnSpc>
              <a:spcBef>
                <a:spcPts val="0"/>
              </a:spcBef>
              <a:buNone/>
            </a:pPr>
            <a:r>
              <a:rPr lang="en-US" sz="2400" b="1" dirty="0"/>
              <a:t>Compaction</a:t>
            </a:r>
            <a:r>
              <a:rPr lang="en-US" sz="2400" dirty="0"/>
              <a:t> is a technique, by which the resident programs are re-located in such a way that the small chunks of free are made contiguous to each other and clubbed together into a single free partition, that may be big enough to accommodate Some more programs. But the compaction has very high processing overheads.</a:t>
            </a:r>
          </a:p>
          <a:p>
            <a:pPr marL="0" indent="0">
              <a:buNone/>
            </a:pPr>
            <a:endParaRPr lang="en-US" dirty="0"/>
          </a:p>
        </p:txBody>
      </p:sp>
    </p:spTree>
    <p:extLst>
      <p:ext uri="{BB962C8B-B14F-4D97-AF65-F5344CB8AC3E}">
        <p14:creationId xmlns:p14="http://schemas.microsoft.com/office/powerpoint/2010/main" val="4511567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FDF90-6EA7-B404-D0E2-4680FC5B9FC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35A6BAE-53A8-B11D-3342-AD3279572D39}"/>
              </a:ext>
            </a:extLst>
          </p:cNvPr>
          <p:cNvSpPr>
            <a:spLocks noGrp="1"/>
          </p:cNvSpPr>
          <p:nvPr>
            <p:ph type="dt" sz="half" idx="10"/>
          </p:nvPr>
        </p:nvSpPr>
        <p:spPr/>
        <p:txBody>
          <a:bodyPr/>
          <a:lstStyle/>
          <a:p>
            <a:fld id="{0FA95688-44F8-4239-9CE9-90CE8BD0BC6D}" type="datetime2">
              <a:rPr lang="en-US" smtClean="0"/>
              <a:t>Monday, September 1, 2025</a:t>
            </a:fld>
            <a:endParaRPr lang="en-US"/>
          </a:p>
        </p:txBody>
      </p:sp>
      <p:sp>
        <p:nvSpPr>
          <p:cNvPr id="5" name="Footer Placeholder 4">
            <a:extLst>
              <a:ext uri="{FF2B5EF4-FFF2-40B4-BE49-F238E27FC236}">
                <a16:creationId xmlns:a16="http://schemas.microsoft.com/office/drawing/2014/main" id="{52E5DCDD-4CD8-0CA3-899B-37B5FA459007}"/>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D24C5242-BABE-B72B-04E3-EBB0B0092E68}"/>
              </a:ext>
            </a:extLst>
          </p:cNvPr>
          <p:cNvSpPr>
            <a:spLocks noGrp="1"/>
          </p:cNvSpPr>
          <p:nvPr>
            <p:ph type="sldNum" sz="quarter" idx="12"/>
          </p:nvPr>
        </p:nvSpPr>
        <p:spPr/>
        <p:txBody>
          <a:bodyPr/>
          <a:lstStyle/>
          <a:p>
            <a:fld id="{B6F15528-21DE-4FAA-801E-634DDDAF4B2B}" type="slidenum">
              <a:rPr lang="en-US" smtClean="0"/>
              <a:pPr/>
              <a:t>25</a:t>
            </a:fld>
            <a:endParaRPr lang="en-US"/>
          </a:p>
        </p:txBody>
      </p:sp>
      <p:sp>
        <p:nvSpPr>
          <p:cNvPr id="7" name="Title 1">
            <a:extLst>
              <a:ext uri="{FF2B5EF4-FFF2-40B4-BE49-F238E27FC236}">
                <a16:creationId xmlns:a16="http://schemas.microsoft.com/office/drawing/2014/main" id="{81383B5B-E5D8-53D0-12EF-39C32C9A5AD2}"/>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lvl="0" indent="0" algn="ctr" fontAlgn="auto">
              <a:lnSpc>
                <a:spcPct val="100000"/>
              </a:lnSpc>
              <a:spcBef>
                <a:spcPct val="0"/>
              </a:spcBef>
              <a:spcAft>
                <a:spcPts val="0"/>
              </a:spcAft>
              <a:buClrTx/>
              <a:buSzTx/>
              <a:buFontTx/>
              <a:buNone/>
              <a:tabLst/>
              <a:defRPr/>
            </a:pPr>
            <a:r>
              <a:rPr lang="en-US" sz="2800" dirty="0">
                <a:solidFill>
                  <a:schemeClr val="dk1"/>
                </a:solidFill>
              </a:rPr>
              <a:t>Daily Quiz</a:t>
            </a:r>
          </a:p>
        </p:txBody>
      </p:sp>
      <p:pic>
        <p:nvPicPr>
          <p:cNvPr id="2" name="Picture 1" descr="A black and red logo&#10;&#10;Description automatically generated">
            <a:extLst>
              <a:ext uri="{FF2B5EF4-FFF2-40B4-BE49-F238E27FC236}">
                <a16:creationId xmlns:a16="http://schemas.microsoft.com/office/drawing/2014/main" id="{A6D57835-B2A8-69D4-8567-D2C028D781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E1257FF5-464B-ECF2-CEFF-A6E3145D8290}"/>
              </a:ext>
            </a:extLst>
          </p:cNvPr>
          <p:cNvSpPr>
            <a:spLocks noGrp="1"/>
          </p:cNvSpPr>
          <p:nvPr>
            <p:ph idx="1"/>
          </p:nvPr>
        </p:nvSpPr>
        <p:spPr>
          <a:xfrm>
            <a:off x="228600" y="1055219"/>
            <a:ext cx="11734800" cy="5070946"/>
          </a:xfrm>
        </p:spPr>
        <p:txBody>
          <a:bodyPr>
            <a:normAutofit fontScale="40000" lnSpcReduction="20000"/>
          </a:bodyPr>
          <a:lstStyle/>
          <a:p>
            <a:pPr marL="0" indent="0">
              <a:buNone/>
            </a:pPr>
            <a:r>
              <a:rPr lang="en-IN" b="1" dirty="0"/>
              <a:t>Which of the following is NOT a function of memory management?</a:t>
            </a:r>
            <a:br>
              <a:rPr lang="en-IN" dirty="0"/>
            </a:br>
            <a:r>
              <a:rPr lang="en-IN" dirty="0"/>
              <a:t>a) Allocation of memory to processes</a:t>
            </a:r>
            <a:br>
              <a:rPr lang="en-IN" dirty="0"/>
            </a:br>
            <a:r>
              <a:rPr lang="en-IN" dirty="0"/>
              <a:t>b) Deallocation of memory</a:t>
            </a:r>
            <a:br>
              <a:rPr lang="en-IN" dirty="0"/>
            </a:br>
            <a:r>
              <a:rPr lang="en-IN" dirty="0"/>
              <a:t>c) Preventing CPU overheating</a:t>
            </a:r>
            <a:br>
              <a:rPr lang="en-IN" dirty="0"/>
            </a:br>
            <a:r>
              <a:rPr lang="en-IN" dirty="0"/>
              <a:t>d) Handling fragmentation</a:t>
            </a:r>
          </a:p>
          <a:p>
            <a:pPr marL="0" indent="0">
              <a:buNone/>
            </a:pPr>
            <a:endParaRPr lang="en-IN" dirty="0"/>
          </a:p>
          <a:p>
            <a:pPr marL="0" indent="0">
              <a:buNone/>
            </a:pPr>
            <a:r>
              <a:rPr lang="en-IN" b="1" dirty="0"/>
              <a:t>Address binding done during program execution is known as:</a:t>
            </a:r>
            <a:br>
              <a:rPr lang="en-IN" dirty="0"/>
            </a:br>
            <a:r>
              <a:rPr lang="en-IN" dirty="0"/>
              <a:t>a) Compile-time binding</a:t>
            </a:r>
            <a:br>
              <a:rPr lang="en-IN" dirty="0"/>
            </a:br>
            <a:r>
              <a:rPr lang="en-IN" dirty="0"/>
              <a:t>b) Load-time binding</a:t>
            </a:r>
            <a:br>
              <a:rPr lang="en-IN" dirty="0"/>
            </a:br>
            <a:r>
              <a:rPr lang="en-IN" dirty="0"/>
              <a:t>c) Execution-time binding</a:t>
            </a:r>
            <a:br>
              <a:rPr lang="en-IN" dirty="0"/>
            </a:br>
            <a:r>
              <a:rPr lang="en-IN" dirty="0"/>
              <a:t>d) Dynamic binding</a:t>
            </a:r>
          </a:p>
          <a:p>
            <a:pPr marL="0" indent="0">
              <a:buNone/>
            </a:pPr>
            <a:endParaRPr lang="en-IN" dirty="0"/>
          </a:p>
          <a:p>
            <a:pPr marL="0" indent="0">
              <a:buNone/>
            </a:pPr>
            <a:r>
              <a:rPr lang="en-IN" b="1" dirty="0"/>
              <a:t>In fixed partitioning, unused memory within allocated partitions is referred to as:</a:t>
            </a:r>
            <a:br>
              <a:rPr lang="en-IN" dirty="0"/>
            </a:br>
            <a:r>
              <a:rPr lang="en-IN" dirty="0"/>
              <a:t>a) External fragmentation</a:t>
            </a:r>
            <a:br>
              <a:rPr lang="en-IN" dirty="0"/>
            </a:br>
            <a:r>
              <a:rPr lang="en-IN" dirty="0"/>
              <a:t>b) Internal fragmentation</a:t>
            </a:r>
            <a:br>
              <a:rPr lang="en-IN" dirty="0"/>
            </a:br>
            <a:r>
              <a:rPr lang="en-IN" dirty="0"/>
              <a:t>c) Swapping</a:t>
            </a:r>
            <a:br>
              <a:rPr lang="en-IN" dirty="0"/>
            </a:br>
            <a:r>
              <a:rPr lang="en-IN" dirty="0"/>
              <a:t>d) Segmentation</a:t>
            </a:r>
          </a:p>
          <a:p>
            <a:pPr marL="0" indent="0">
              <a:buNone/>
            </a:pPr>
            <a:endParaRPr lang="en-IN" dirty="0"/>
          </a:p>
          <a:p>
            <a:pPr marL="0" indent="0">
              <a:buNone/>
            </a:pPr>
            <a:r>
              <a:rPr lang="en-IN" b="1" dirty="0"/>
              <a:t>What is the main issue with variable partitions?</a:t>
            </a:r>
            <a:br>
              <a:rPr lang="en-IN" dirty="0"/>
            </a:br>
            <a:r>
              <a:rPr lang="en-IN" dirty="0"/>
              <a:t>a) Internal fragmentation</a:t>
            </a:r>
            <a:br>
              <a:rPr lang="en-IN" dirty="0"/>
            </a:br>
            <a:r>
              <a:rPr lang="en-IN" dirty="0"/>
              <a:t>b) External fragmentation</a:t>
            </a:r>
            <a:br>
              <a:rPr lang="en-IN" dirty="0"/>
            </a:br>
            <a:r>
              <a:rPr lang="en-IN" dirty="0"/>
              <a:t>c) High implementation complexity</a:t>
            </a:r>
            <a:br>
              <a:rPr lang="en-IN" dirty="0"/>
            </a:br>
            <a:r>
              <a:rPr lang="en-IN" dirty="0"/>
              <a:t>d) Low memory utilization</a:t>
            </a:r>
          </a:p>
          <a:p>
            <a:pPr marL="0" indent="0">
              <a:buNone/>
            </a:pPr>
            <a:endParaRPr lang="en-IN" dirty="0"/>
          </a:p>
          <a:p>
            <a:r>
              <a:rPr lang="en-IN" b="1" dirty="0"/>
              <a:t>Fill in the Blanks</a:t>
            </a:r>
          </a:p>
          <a:p>
            <a:pPr>
              <a:buFont typeface="+mj-lt"/>
              <a:buAutoNum type="arabicPeriod"/>
            </a:pPr>
            <a:r>
              <a:rPr lang="en-IN" dirty="0"/>
              <a:t>In __________ memory allocation, a single contiguous block is allocated to each process.</a:t>
            </a:r>
          </a:p>
          <a:p>
            <a:pPr>
              <a:buFont typeface="+mj-lt"/>
              <a:buAutoNum type="arabicPeriod"/>
            </a:pPr>
            <a:r>
              <a:rPr lang="en-IN" dirty="0"/>
              <a:t>__________ is the process of mapping logical addresses to physical addresses.</a:t>
            </a:r>
          </a:p>
          <a:p>
            <a:pPr>
              <a:buFont typeface="+mj-lt"/>
              <a:buAutoNum type="arabicPeriod"/>
            </a:pPr>
            <a:r>
              <a:rPr lang="en-IN" dirty="0"/>
              <a:t>External fragmentation occurs in __________ memory allocation technique.</a:t>
            </a:r>
          </a:p>
          <a:p>
            <a:pPr marL="0" indent="0">
              <a:buNone/>
            </a:pPr>
            <a:endParaRPr lang="en-US" dirty="0"/>
          </a:p>
        </p:txBody>
      </p:sp>
    </p:spTree>
    <p:extLst>
      <p:ext uri="{BB962C8B-B14F-4D97-AF65-F5344CB8AC3E}">
        <p14:creationId xmlns:p14="http://schemas.microsoft.com/office/powerpoint/2010/main" val="21710996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2D656-FA41-B402-AAAB-3BE16C9E429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2ED8F56-40F6-CFCE-3537-E079FB031911}"/>
              </a:ext>
            </a:extLst>
          </p:cNvPr>
          <p:cNvSpPr>
            <a:spLocks noGrp="1"/>
          </p:cNvSpPr>
          <p:nvPr>
            <p:ph type="dt" sz="half" idx="10"/>
          </p:nvPr>
        </p:nvSpPr>
        <p:spPr/>
        <p:txBody>
          <a:bodyPr/>
          <a:lstStyle/>
          <a:p>
            <a:fld id="{EEEA6A08-D9E7-4667-A893-6E5A03515983}" type="datetime2">
              <a:rPr lang="en-US" smtClean="0"/>
              <a:t>Monday, September 1, 2025</a:t>
            </a:fld>
            <a:endParaRPr lang="en-US"/>
          </a:p>
        </p:txBody>
      </p:sp>
      <p:sp>
        <p:nvSpPr>
          <p:cNvPr id="5" name="Footer Placeholder 4">
            <a:extLst>
              <a:ext uri="{FF2B5EF4-FFF2-40B4-BE49-F238E27FC236}">
                <a16:creationId xmlns:a16="http://schemas.microsoft.com/office/drawing/2014/main" id="{0D9B9D73-61B5-6220-1456-985A19083CE4}"/>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00490581-C77B-9ABF-3655-C52EF7EAB033}"/>
              </a:ext>
            </a:extLst>
          </p:cNvPr>
          <p:cNvSpPr>
            <a:spLocks noGrp="1"/>
          </p:cNvSpPr>
          <p:nvPr>
            <p:ph type="sldNum" sz="quarter" idx="12"/>
          </p:nvPr>
        </p:nvSpPr>
        <p:spPr/>
        <p:txBody>
          <a:bodyPr/>
          <a:lstStyle/>
          <a:p>
            <a:fld id="{B6F15528-21DE-4FAA-801E-634DDDAF4B2B}" type="slidenum">
              <a:rPr lang="en-US" smtClean="0"/>
              <a:pPr/>
              <a:t>26</a:t>
            </a:fld>
            <a:endParaRPr lang="en-US"/>
          </a:p>
        </p:txBody>
      </p:sp>
      <p:sp>
        <p:nvSpPr>
          <p:cNvPr id="7" name="Title 1">
            <a:extLst>
              <a:ext uri="{FF2B5EF4-FFF2-40B4-BE49-F238E27FC236}">
                <a16:creationId xmlns:a16="http://schemas.microsoft.com/office/drawing/2014/main" id="{2F068D00-D28F-3411-27FF-A4D8AA6407FD}"/>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Different Strategy for Partition Allocation</a:t>
            </a:r>
          </a:p>
        </p:txBody>
      </p:sp>
      <p:pic>
        <p:nvPicPr>
          <p:cNvPr id="2" name="Picture 1" descr="A black and red logo&#10;&#10;Description automatically generated">
            <a:extLst>
              <a:ext uri="{FF2B5EF4-FFF2-40B4-BE49-F238E27FC236}">
                <a16:creationId xmlns:a16="http://schemas.microsoft.com/office/drawing/2014/main" id="{231A8B00-0B23-8AFC-D8E6-2EED899F37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460F563A-E9B7-82C7-CE33-BAF4093BF601}"/>
              </a:ext>
            </a:extLst>
          </p:cNvPr>
          <p:cNvSpPr>
            <a:spLocks noGrp="1"/>
          </p:cNvSpPr>
          <p:nvPr>
            <p:ph idx="1"/>
          </p:nvPr>
        </p:nvSpPr>
        <p:spPr>
          <a:xfrm>
            <a:off x="609600" y="1280878"/>
            <a:ext cx="10972800" cy="4525963"/>
          </a:xfrm>
        </p:spPr>
        <p:txBody>
          <a:bodyPr>
            <a:normAutofit/>
          </a:bodyPr>
          <a:lstStyle/>
          <a:p>
            <a:pPr marL="0" indent="0">
              <a:lnSpc>
                <a:spcPct val="150000"/>
              </a:lnSpc>
              <a:buNone/>
            </a:pPr>
            <a:r>
              <a:rPr lang="en-US" sz="2400" dirty="0"/>
              <a:t>Topic objective: To explore the following allocation strategies and its implementation.</a:t>
            </a:r>
          </a:p>
          <a:p>
            <a:pPr marL="0" indent="0">
              <a:lnSpc>
                <a:spcPct val="150000"/>
              </a:lnSpc>
              <a:buNone/>
            </a:pPr>
            <a:r>
              <a:rPr lang="en-US" sz="2400" dirty="0"/>
              <a:t>There are three strategies:</a:t>
            </a:r>
          </a:p>
          <a:p>
            <a:pPr lvl="2">
              <a:lnSpc>
                <a:spcPct val="150000"/>
              </a:lnSpc>
            </a:pPr>
            <a:r>
              <a:rPr lang="en-US" dirty="0"/>
              <a:t>First Fit</a:t>
            </a:r>
          </a:p>
          <a:p>
            <a:pPr lvl="2">
              <a:lnSpc>
                <a:spcPct val="150000"/>
              </a:lnSpc>
            </a:pPr>
            <a:r>
              <a:rPr lang="en-US" dirty="0"/>
              <a:t>Best Fit</a:t>
            </a:r>
          </a:p>
          <a:p>
            <a:pPr lvl="2">
              <a:lnSpc>
                <a:spcPct val="150000"/>
              </a:lnSpc>
            </a:pPr>
            <a:r>
              <a:rPr lang="en-US" dirty="0"/>
              <a:t>Worst Fit</a:t>
            </a:r>
          </a:p>
          <a:p>
            <a:pPr marL="0" indent="0">
              <a:buNone/>
            </a:pPr>
            <a:endParaRPr lang="en-US" dirty="0"/>
          </a:p>
        </p:txBody>
      </p:sp>
    </p:spTree>
    <p:extLst>
      <p:ext uri="{BB962C8B-B14F-4D97-AF65-F5344CB8AC3E}">
        <p14:creationId xmlns:p14="http://schemas.microsoft.com/office/powerpoint/2010/main" val="29003444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EED01-1CEB-12F8-2D9E-0B421A1FCCD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E60DFCD-1ABC-DB94-0728-2BCACDCD37DC}"/>
              </a:ext>
            </a:extLst>
          </p:cNvPr>
          <p:cNvSpPr>
            <a:spLocks noGrp="1"/>
          </p:cNvSpPr>
          <p:nvPr>
            <p:ph type="dt" sz="half" idx="10"/>
          </p:nvPr>
        </p:nvSpPr>
        <p:spPr/>
        <p:txBody>
          <a:bodyPr/>
          <a:lstStyle/>
          <a:p>
            <a:fld id="{55342C5C-3F2B-4B8F-964E-530D96A9592D}" type="datetime2">
              <a:rPr lang="en-US" smtClean="0"/>
              <a:t>Monday, September 1, 2025</a:t>
            </a:fld>
            <a:endParaRPr lang="en-US"/>
          </a:p>
        </p:txBody>
      </p:sp>
      <p:sp>
        <p:nvSpPr>
          <p:cNvPr id="5" name="Footer Placeholder 4">
            <a:extLst>
              <a:ext uri="{FF2B5EF4-FFF2-40B4-BE49-F238E27FC236}">
                <a16:creationId xmlns:a16="http://schemas.microsoft.com/office/drawing/2014/main" id="{D9882678-9EE9-EE47-76E3-1958DCB6BE06}"/>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30656F8D-B72D-5ACC-6C80-759F6AD188D7}"/>
              </a:ext>
            </a:extLst>
          </p:cNvPr>
          <p:cNvSpPr>
            <a:spLocks noGrp="1"/>
          </p:cNvSpPr>
          <p:nvPr>
            <p:ph type="sldNum" sz="quarter" idx="12"/>
          </p:nvPr>
        </p:nvSpPr>
        <p:spPr/>
        <p:txBody>
          <a:bodyPr/>
          <a:lstStyle/>
          <a:p>
            <a:fld id="{B6F15528-21DE-4FAA-801E-634DDDAF4B2B}" type="slidenum">
              <a:rPr lang="en-US" smtClean="0"/>
              <a:pPr/>
              <a:t>27</a:t>
            </a:fld>
            <a:endParaRPr lang="en-US"/>
          </a:p>
        </p:txBody>
      </p:sp>
      <p:sp>
        <p:nvSpPr>
          <p:cNvPr id="7" name="Title 1">
            <a:extLst>
              <a:ext uri="{FF2B5EF4-FFF2-40B4-BE49-F238E27FC236}">
                <a16:creationId xmlns:a16="http://schemas.microsoft.com/office/drawing/2014/main" id="{81A92DA9-1209-1BA9-6586-07910EFD1409}"/>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First Fit</a:t>
            </a:r>
          </a:p>
        </p:txBody>
      </p:sp>
      <p:pic>
        <p:nvPicPr>
          <p:cNvPr id="2" name="Picture 1" descr="A black and red logo&#10;&#10;Description automatically generated">
            <a:extLst>
              <a:ext uri="{FF2B5EF4-FFF2-40B4-BE49-F238E27FC236}">
                <a16:creationId xmlns:a16="http://schemas.microsoft.com/office/drawing/2014/main" id="{5E2D5B43-140D-661D-8E3B-01C8C498EA5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FF9258CF-DED3-5635-500A-0BB81EF0CEDC}"/>
              </a:ext>
            </a:extLst>
          </p:cNvPr>
          <p:cNvSpPr>
            <a:spLocks noGrp="1"/>
          </p:cNvSpPr>
          <p:nvPr>
            <p:ph idx="1"/>
          </p:nvPr>
        </p:nvSpPr>
        <p:spPr>
          <a:xfrm>
            <a:off x="609600" y="1280878"/>
            <a:ext cx="10972800" cy="4525963"/>
          </a:xfrm>
        </p:spPr>
        <p:txBody>
          <a:bodyPr>
            <a:normAutofit/>
          </a:bodyPr>
          <a:lstStyle/>
          <a:p>
            <a:pPr marL="0" indent="0" algn="just">
              <a:lnSpc>
                <a:spcPct val="150000"/>
              </a:lnSpc>
              <a:spcBef>
                <a:spcPts val="0"/>
              </a:spcBef>
              <a:buNone/>
            </a:pPr>
            <a:r>
              <a:rPr lang="en-US" sz="2400" dirty="0"/>
              <a:t>Topic Objective: To analyze its merit and demerit.</a:t>
            </a:r>
          </a:p>
          <a:p>
            <a:pPr marL="0" indent="0" algn="just">
              <a:lnSpc>
                <a:spcPct val="150000"/>
              </a:lnSpc>
              <a:spcBef>
                <a:spcPts val="0"/>
              </a:spcBef>
              <a:buNone/>
            </a:pPr>
            <a:r>
              <a:rPr lang="en-US" sz="2400" dirty="0"/>
              <a:t>This refers to the allocation of the first encountered partition that may be big enough to accommodate the program being loaded. This algorithm works both for fixed as well as variable partition allocation.</a:t>
            </a:r>
          </a:p>
          <a:p>
            <a:pPr marL="0" indent="0" algn="just">
              <a:lnSpc>
                <a:spcPct val="150000"/>
              </a:lnSpc>
              <a:spcBef>
                <a:spcPts val="0"/>
              </a:spcBef>
              <a:buNone/>
            </a:pPr>
            <a:r>
              <a:rPr lang="en-US" sz="2400" dirty="0"/>
              <a:t>Advantage: search time is small</a:t>
            </a:r>
          </a:p>
          <a:p>
            <a:pPr marL="0" indent="0" algn="just">
              <a:lnSpc>
                <a:spcPct val="150000"/>
              </a:lnSpc>
              <a:spcBef>
                <a:spcPts val="0"/>
              </a:spcBef>
              <a:buNone/>
            </a:pPr>
            <a:r>
              <a:rPr lang="en-US" sz="2400" dirty="0"/>
              <a:t>Disadvantage: The memory loss, on account of fragmentation, is likely to be high.</a:t>
            </a:r>
          </a:p>
          <a:p>
            <a:pPr marL="0" indent="0">
              <a:buNone/>
            </a:pPr>
            <a:endParaRPr lang="en-US" dirty="0"/>
          </a:p>
        </p:txBody>
      </p:sp>
    </p:spTree>
    <p:extLst>
      <p:ext uri="{BB962C8B-B14F-4D97-AF65-F5344CB8AC3E}">
        <p14:creationId xmlns:p14="http://schemas.microsoft.com/office/powerpoint/2010/main" val="26759471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8C832-5408-872C-B0C3-D313F845651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44C5761-7A32-2375-EA91-4BC1C867B1B1}"/>
              </a:ext>
            </a:extLst>
          </p:cNvPr>
          <p:cNvSpPr>
            <a:spLocks noGrp="1"/>
          </p:cNvSpPr>
          <p:nvPr>
            <p:ph type="dt" sz="half" idx="10"/>
          </p:nvPr>
        </p:nvSpPr>
        <p:spPr/>
        <p:txBody>
          <a:bodyPr/>
          <a:lstStyle/>
          <a:p>
            <a:fld id="{D041C943-EA5D-4892-8FE3-999F0894AA9F}" type="datetime2">
              <a:rPr lang="en-US" smtClean="0"/>
              <a:t>Monday, September 1, 2025</a:t>
            </a:fld>
            <a:endParaRPr lang="en-US"/>
          </a:p>
        </p:txBody>
      </p:sp>
      <p:sp>
        <p:nvSpPr>
          <p:cNvPr id="5" name="Footer Placeholder 4">
            <a:extLst>
              <a:ext uri="{FF2B5EF4-FFF2-40B4-BE49-F238E27FC236}">
                <a16:creationId xmlns:a16="http://schemas.microsoft.com/office/drawing/2014/main" id="{70A0F90C-DB1E-A307-D5C8-8FC0ADC3E0BA}"/>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E7BD7BEB-33B2-0F2F-F98E-554E16E42BAD}"/>
              </a:ext>
            </a:extLst>
          </p:cNvPr>
          <p:cNvSpPr>
            <a:spLocks noGrp="1"/>
          </p:cNvSpPr>
          <p:nvPr>
            <p:ph type="sldNum" sz="quarter" idx="12"/>
          </p:nvPr>
        </p:nvSpPr>
        <p:spPr/>
        <p:txBody>
          <a:bodyPr/>
          <a:lstStyle/>
          <a:p>
            <a:fld id="{B6F15528-21DE-4FAA-801E-634DDDAF4B2B}" type="slidenum">
              <a:rPr lang="en-US" smtClean="0"/>
              <a:pPr/>
              <a:t>28</a:t>
            </a:fld>
            <a:endParaRPr lang="en-US"/>
          </a:p>
        </p:txBody>
      </p:sp>
      <p:sp>
        <p:nvSpPr>
          <p:cNvPr id="7" name="Title 1">
            <a:extLst>
              <a:ext uri="{FF2B5EF4-FFF2-40B4-BE49-F238E27FC236}">
                <a16:creationId xmlns:a16="http://schemas.microsoft.com/office/drawing/2014/main" id="{A091AB3F-89DC-9094-14C7-79229390AB6A}"/>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 Best Fit</a:t>
            </a:r>
          </a:p>
        </p:txBody>
      </p:sp>
      <p:pic>
        <p:nvPicPr>
          <p:cNvPr id="2" name="Picture 1" descr="A black and red logo&#10;&#10;Description automatically generated">
            <a:extLst>
              <a:ext uri="{FF2B5EF4-FFF2-40B4-BE49-F238E27FC236}">
                <a16:creationId xmlns:a16="http://schemas.microsoft.com/office/drawing/2014/main" id="{C98E39CA-451E-5D47-701E-3D325FB5EE2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A3E1AA01-F497-BBC7-5D29-49628CEB52C0}"/>
              </a:ext>
            </a:extLst>
          </p:cNvPr>
          <p:cNvSpPr>
            <a:spLocks noGrp="1"/>
          </p:cNvSpPr>
          <p:nvPr>
            <p:ph idx="1"/>
          </p:nvPr>
        </p:nvSpPr>
        <p:spPr>
          <a:xfrm>
            <a:off x="609600" y="1280878"/>
            <a:ext cx="10972800" cy="4525963"/>
          </a:xfrm>
        </p:spPr>
        <p:txBody>
          <a:bodyPr>
            <a:normAutofit/>
          </a:bodyPr>
          <a:lstStyle/>
          <a:p>
            <a:pPr marL="0" indent="0" algn="just">
              <a:lnSpc>
                <a:spcPct val="150000"/>
              </a:lnSpc>
              <a:spcBef>
                <a:spcPts val="0"/>
              </a:spcBef>
              <a:buNone/>
            </a:pPr>
            <a:r>
              <a:rPr lang="en-US" sz="2400" dirty="0"/>
              <a:t>Topic objective: To analyze the merits and demerits of Best fit allocation strategy.</a:t>
            </a:r>
          </a:p>
          <a:p>
            <a:pPr marL="0" indent="0" algn="just">
              <a:lnSpc>
                <a:spcPct val="150000"/>
              </a:lnSpc>
              <a:spcBef>
                <a:spcPts val="0"/>
              </a:spcBef>
              <a:buNone/>
            </a:pPr>
            <a:r>
              <a:rPr lang="en-US" sz="2400" dirty="0"/>
              <a:t>It refers to the allocation of the smallest available free partition that may be big enough to accommodate the program being loaded. This algorithms also works for both fixed partition and variable partition.</a:t>
            </a:r>
          </a:p>
          <a:p>
            <a:pPr marL="0" indent="0" algn="just">
              <a:lnSpc>
                <a:spcPct val="150000"/>
              </a:lnSpc>
              <a:spcBef>
                <a:spcPts val="0"/>
              </a:spcBef>
              <a:buNone/>
            </a:pPr>
            <a:r>
              <a:rPr lang="en-US" sz="2400" dirty="0"/>
              <a:t>Advantage: The memory loss, on account of fragmentation will be lesser than in the case of first fit.</a:t>
            </a:r>
          </a:p>
          <a:p>
            <a:pPr marL="0" indent="0" algn="just">
              <a:lnSpc>
                <a:spcPct val="150000"/>
              </a:lnSpc>
              <a:spcBef>
                <a:spcPts val="0"/>
              </a:spcBef>
              <a:buNone/>
            </a:pPr>
            <a:r>
              <a:rPr lang="en-US" sz="2400" dirty="0"/>
              <a:t>Disadvantage: Search time will be larger, as compared to first fit.</a:t>
            </a:r>
          </a:p>
          <a:p>
            <a:pPr marL="0" indent="0">
              <a:buNone/>
            </a:pPr>
            <a:endParaRPr lang="en-US" dirty="0"/>
          </a:p>
        </p:txBody>
      </p:sp>
    </p:spTree>
    <p:extLst>
      <p:ext uri="{BB962C8B-B14F-4D97-AF65-F5344CB8AC3E}">
        <p14:creationId xmlns:p14="http://schemas.microsoft.com/office/powerpoint/2010/main" val="38209923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FC061-7A68-41EE-4718-902D06F567C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0A4B67A-0DC5-E27A-DFF6-D78D0BB42A9E}"/>
              </a:ext>
            </a:extLst>
          </p:cNvPr>
          <p:cNvSpPr>
            <a:spLocks noGrp="1"/>
          </p:cNvSpPr>
          <p:nvPr>
            <p:ph type="dt" sz="half" idx="10"/>
          </p:nvPr>
        </p:nvSpPr>
        <p:spPr/>
        <p:txBody>
          <a:bodyPr/>
          <a:lstStyle/>
          <a:p>
            <a:fld id="{E45FB419-2873-4A1E-AB91-E5DCAB639426}" type="datetime2">
              <a:rPr lang="en-US" smtClean="0"/>
              <a:t>Monday, September 1, 2025</a:t>
            </a:fld>
            <a:endParaRPr lang="en-US"/>
          </a:p>
        </p:txBody>
      </p:sp>
      <p:sp>
        <p:nvSpPr>
          <p:cNvPr id="5" name="Footer Placeholder 4">
            <a:extLst>
              <a:ext uri="{FF2B5EF4-FFF2-40B4-BE49-F238E27FC236}">
                <a16:creationId xmlns:a16="http://schemas.microsoft.com/office/drawing/2014/main" id="{CBB87982-951E-9BBB-A126-3F1010D274F8}"/>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08134F0A-14B7-39BB-981B-AF7A67AEC7F0}"/>
              </a:ext>
            </a:extLst>
          </p:cNvPr>
          <p:cNvSpPr>
            <a:spLocks noGrp="1"/>
          </p:cNvSpPr>
          <p:nvPr>
            <p:ph type="sldNum" sz="quarter" idx="12"/>
          </p:nvPr>
        </p:nvSpPr>
        <p:spPr/>
        <p:txBody>
          <a:bodyPr/>
          <a:lstStyle/>
          <a:p>
            <a:fld id="{B6F15528-21DE-4FAA-801E-634DDDAF4B2B}" type="slidenum">
              <a:rPr lang="en-US" smtClean="0"/>
              <a:pPr/>
              <a:t>29</a:t>
            </a:fld>
            <a:endParaRPr lang="en-US"/>
          </a:p>
        </p:txBody>
      </p:sp>
      <p:sp>
        <p:nvSpPr>
          <p:cNvPr id="7" name="Title 1">
            <a:extLst>
              <a:ext uri="{FF2B5EF4-FFF2-40B4-BE49-F238E27FC236}">
                <a16:creationId xmlns:a16="http://schemas.microsoft.com/office/drawing/2014/main" id="{AEAF2DA0-D3A5-493F-47CE-87530916A8B6}"/>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Worst Fit</a:t>
            </a:r>
          </a:p>
        </p:txBody>
      </p:sp>
      <p:pic>
        <p:nvPicPr>
          <p:cNvPr id="2" name="Picture 1" descr="A black and red logo&#10;&#10;Description automatically generated">
            <a:extLst>
              <a:ext uri="{FF2B5EF4-FFF2-40B4-BE49-F238E27FC236}">
                <a16:creationId xmlns:a16="http://schemas.microsoft.com/office/drawing/2014/main" id="{89FF31DB-08C6-8071-5109-DBFC50D4DF3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A1ADEEAC-B363-E5E7-0886-7DDA2FCC3D55}"/>
              </a:ext>
            </a:extLst>
          </p:cNvPr>
          <p:cNvSpPr>
            <a:spLocks noGrp="1"/>
          </p:cNvSpPr>
          <p:nvPr>
            <p:ph idx="1"/>
          </p:nvPr>
        </p:nvSpPr>
        <p:spPr>
          <a:xfrm>
            <a:off x="609600" y="1280878"/>
            <a:ext cx="10972800" cy="4525963"/>
          </a:xfrm>
        </p:spPr>
        <p:txBody>
          <a:bodyPr>
            <a:normAutofit/>
          </a:bodyPr>
          <a:lstStyle/>
          <a:p>
            <a:pPr marL="0" indent="0" algn="just">
              <a:lnSpc>
                <a:spcPct val="160000"/>
              </a:lnSpc>
              <a:spcBef>
                <a:spcPts val="0"/>
              </a:spcBef>
              <a:buNone/>
            </a:pPr>
            <a:r>
              <a:rPr lang="en-US" sz="2400" dirty="0"/>
              <a:t>Topic objective: To analyze the merits and demerits of worst fit allocation strategy.</a:t>
            </a:r>
          </a:p>
          <a:p>
            <a:pPr marL="0" indent="0" algn="just">
              <a:lnSpc>
                <a:spcPct val="160000"/>
              </a:lnSpc>
              <a:buNone/>
            </a:pPr>
            <a:r>
              <a:rPr lang="en-US" sz="2400" dirty="0"/>
              <a:t>It refers to the allocation of the largest partition out of the ones which are available, which may be bigger enough to accommodate the program.</a:t>
            </a:r>
          </a:p>
          <a:p>
            <a:pPr marL="0" indent="0" algn="just">
              <a:lnSpc>
                <a:spcPct val="160000"/>
              </a:lnSpc>
              <a:buNone/>
            </a:pPr>
            <a:r>
              <a:rPr lang="en-US" sz="2400" dirty="0"/>
              <a:t>The sprit behind this scheme is that the balance space, left in the allocated partition, after loading program, may be big enough to load another small program; and in that eventually, memory loss due to fragmentation may be lower than first fit. Search time in this scheme would be of the same order as in the case of Best Fit.</a:t>
            </a:r>
          </a:p>
          <a:p>
            <a:pPr marL="0" indent="0">
              <a:buNone/>
            </a:pPr>
            <a:endParaRPr lang="en-US" dirty="0"/>
          </a:p>
        </p:txBody>
      </p:sp>
    </p:spTree>
    <p:extLst>
      <p:ext uri="{BB962C8B-B14F-4D97-AF65-F5344CB8AC3E}">
        <p14:creationId xmlns:p14="http://schemas.microsoft.com/office/powerpoint/2010/main" val="28706071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AAE5C-02F0-BE23-A8CC-262777796DC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C7698A9-EB79-40E7-BC14-3DA3101E4719}"/>
              </a:ext>
            </a:extLst>
          </p:cNvPr>
          <p:cNvSpPr>
            <a:spLocks noGrp="1"/>
          </p:cNvSpPr>
          <p:nvPr>
            <p:ph type="dt" sz="half" idx="10"/>
          </p:nvPr>
        </p:nvSpPr>
        <p:spPr/>
        <p:txBody>
          <a:bodyPr/>
          <a:lstStyle/>
          <a:p>
            <a:fld id="{88D802BD-BFEA-48F5-9089-9DF9C4E79ED5}" type="datetime2">
              <a:rPr lang="en-US" smtClean="0"/>
              <a:t>Monday, September 1, 2025</a:t>
            </a:fld>
            <a:endParaRPr lang="en-US"/>
          </a:p>
        </p:txBody>
      </p:sp>
      <p:sp>
        <p:nvSpPr>
          <p:cNvPr id="5" name="Footer Placeholder 4">
            <a:extLst>
              <a:ext uri="{FF2B5EF4-FFF2-40B4-BE49-F238E27FC236}">
                <a16:creationId xmlns:a16="http://schemas.microsoft.com/office/drawing/2014/main" id="{5D8A35B5-AC18-3FB5-D0B4-38F98C004662}"/>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348A396B-FC3A-D928-4C7A-832BB5CA8EB0}"/>
              </a:ext>
            </a:extLst>
          </p:cNvPr>
          <p:cNvSpPr>
            <a:spLocks noGrp="1"/>
          </p:cNvSpPr>
          <p:nvPr>
            <p:ph type="sldNum" sz="quarter" idx="12"/>
          </p:nvPr>
        </p:nvSpPr>
        <p:spPr/>
        <p:txBody>
          <a:bodyPr/>
          <a:lstStyle/>
          <a:p>
            <a:fld id="{B6F15528-21DE-4FAA-801E-634DDDAF4B2B}" type="slidenum">
              <a:rPr lang="en-US" smtClean="0"/>
              <a:pPr/>
              <a:t>30</a:t>
            </a:fld>
            <a:endParaRPr lang="en-US"/>
          </a:p>
        </p:txBody>
      </p:sp>
      <p:sp>
        <p:nvSpPr>
          <p:cNvPr id="7" name="Title 1">
            <a:extLst>
              <a:ext uri="{FF2B5EF4-FFF2-40B4-BE49-F238E27FC236}">
                <a16:creationId xmlns:a16="http://schemas.microsoft.com/office/drawing/2014/main" id="{1E05119D-F8E4-06D9-BD20-0C16E9572ED2}"/>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Worst Fit</a:t>
            </a:r>
          </a:p>
        </p:txBody>
      </p:sp>
      <p:pic>
        <p:nvPicPr>
          <p:cNvPr id="2" name="Picture 1" descr="A black and red logo&#10;&#10;Description automatically generated">
            <a:extLst>
              <a:ext uri="{FF2B5EF4-FFF2-40B4-BE49-F238E27FC236}">
                <a16:creationId xmlns:a16="http://schemas.microsoft.com/office/drawing/2014/main" id="{7155EFA5-7C4D-4E90-0C90-1916E11D4AA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764A66BE-5D8B-FB7B-509B-BC50437FCCC7}"/>
              </a:ext>
            </a:extLst>
          </p:cNvPr>
          <p:cNvSpPr>
            <a:spLocks noGrp="1"/>
          </p:cNvSpPr>
          <p:nvPr>
            <p:ph idx="1"/>
          </p:nvPr>
        </p:nvSpPr>
        <p:spPr>
          <a:xfrm>
            <a:off x="609600" y="1280878"/>
            <a:ext cx="10972800" cy="4525963"/>
          </a:xfrm>
        </p:spPr>
        <p:txBody>
          <a:bodyPr>
            <a:normAutofit/>
          </a:bodyPr>
          <a:lstStyle/>
          <a:p>
            <a:pPr marL="0" indent="0" algn="just">
              <a:lnSpc>
                <a:spcPct val="170000"/>
              </a:lnSpc>
              <a:buNone/>
            </a:pPr>
            <a:r>
              <a:rPr lang="en-US" sz="2400" dirty="0"/>
              <a:t>Advantage: It is expected to provide a smaller memory loss on account of fragmentation.</a:t>
            </a:r>
          </a:p>
          <a:p>
            <a:pPr marL="0" indent="0" algn="just">
              <a:lnSpc>
                <a:spcPct val="170000"/>
              </a:lnSpc>
              <a:buNone/>
            </a:pPr>
            <a:r>
              <a:rPr lang="en-US" sz="2400" dirty="0"/>
              <a:t>Disadvantage: Search time is larger than first fit. It is same as in the case of Best Fit.</a:t>
            </a:r>
          </a:p>
          <a:p>
            <a:pPr marL="0" indent="0" algn="just">
              <a:lnSpc>
                <a:spcPct val="170000"/>
              </a:lnSpc>
              <a:buNone/>
            </a:pPr>
            <a:r>
              <a:rPr lang="en-US" sz="2400" dirty="0"/>
              <a:t>This algorithm is designed only for variable-partition allocation. </a:t>
            </a:r>
          </a:p>
          <a:p>
            <a:pPr marL="0" indent="0" algn="just">
              <a:lnSpc>
                <a:spcPct val="170000"/>
              </a:lnSpc>
              <a:buNone/>
            </a:pPr>
            <a:r>
              <a:rPr lang="en-US" sz="2400" dirty="0"/>
              <a:t>By mistake if used along with fixed partition, the results will be suicidal.</a:t>
            </a:r>
          </a:p>
          <a:p>
            <a:pPr marL="0" indent="0">
              <a:buNone/>
            </a:pPr>
            <a:endParaRPr lang="en-US" dirty="0"/>
          </a:p>
        </p:txBody>
      </p:sp>
    </p:spTree>
    <p:extLst>
      <p:ext uri="{BB962C8B-B14F-4D97-AF65-F5344CB8AC3E}">
        <p14:creationId xmlns:p14="http://schemas.microsoft.com/office/powerpoint/2010/main" val="38426882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4B8B8-92F5-A67F-B634-9B93CFA0C88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8796138-1A62-A924-34C7-F4E39C23A003}"/>
              </a:ext>
            </a:extLst>
          </p:cNvPr>
          <p:cNvSpPr>
            <a:spLocks noGrp="1"/>
          </p:cNvSpPr>
          <p:nvPr>
            <p:ph type="dt" sz="half" idx="10"/>
          </p:nvPr>
        </p:nvSpPr>
        <p:spPr/>
        <p:txBody>
          <a:bodyPr/>
          <a:lstStyle/>
          <a:p>
            <a:fld id="{DC0DB408-7252-4093-B05C-02C4C98FBEF2}" type="datetime2">
              <a:rPr lang="en-US" smtClean="0"/>
              <a:t>Monday, September 1, 2025</a:t>
            </a:fld>
            <a:endParaRPr lang="en-US"/>
          </a:p>
        </p:txBody>
      </p:sp>
      <p:sp>
        <p:nvSpPr>
          <p:cNvPr id="5" name="Footer Placeholder 4">
            <a:extLst>
              <a:ext uri="{FF2B5EF4-FFF2-40B4-BE49-F238E27FC236}">
                <a16:creationId xmlns:a16="http://schemas.microsoft.com/office/drawing/2014/main" id="{12631D66-7E09-004F-73B0-1C23DCBA1886}"/>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D10DF9E2-5325-9C4F-77AA-97B766E96D6F}"/>
              </a:ext>
            </a:extLst>
          </p:cNvPr>
          <p:cNvSpPr>
            <a:spLocks noGrp="1"/>
          </p:cNvSpPr>
          <p:nvPr>
            <p:ph type="sldNum" sz="quarter" idx="12"/>
          </p:nvPr>
        </p:nvSpPr>
        <p:spPr/>
        <p:txBody>
          <a:bodyPr/>
          <a:lstStyle/>
          <a:p>
            <a:fld id="{B6F15528-21DE-4FAA-801E-634DDDAF4B2B}" type="slidenum">
              <a:rPr lang="en-US" smtClean="0"/>
              <a:pPr/>
              <a:t>31</a:t>
            </a:fld>
            <a:endParaRPr lang="en-US"/>
          </a:p>
        </p:txBody>
      </p:sp>
      <p:sp>
        <p:nvSpPr>
          <p:cNvPr id="7" name="Title 1">
            <a:extLst>
              <a:ext uri="{FF2B5EF4-FFF2-40B4-BE49-F238E27FC236}">
                <a16:creationId xmlns:a16="http://schemas.microsoft.com/office/drawing/2014/main" id="{B61167E3-1765-2955-9F33-7BB1FC7382F4}"/>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Memory protection in contiguous memory allocation</a:t>
            </a:r>
          </a:p>
        </p:txBody>
      </p:sp>
      <p:pic>
        <p:nvPicPr>
          <p:cNvPr id="2" name="Picture 1" descr="A black and red logo&#10;&#10;Description automatically generated">
            <a:extLst>
              <a:ext uri="{FF2B5EF4-FFF2-40B4-BE49-F238E27FC236}">
                <a16:creationId xmlns:a16="http://schemas.microsoft.com/office/drawing/2014/main" id="{546FA602-5090-E849-651C-48154331A2D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44D7C29E-DC5C-FBF6-D0FF-F0CF6725377D}"/>
              </a:ext>
            </a:extLst>
          </p:cNvPr>
          <p:cNvSpPr>
            <a:spLocks noGrp="1"/>
          </p:cNvSpPr>
          <p:nvPr>
            <p:ph idx="1"/>
          </p:nvPr>
        </p:nvSpPr>
        <p:spPr>
          <a:xfrm>
            <a:off x="609600" y="1280878"/>
            <a:ext cx="10972800" cy="4525963"/>
          </a:xfrm>
        </p:spPr>
        <p:txBody>
          <a:bodyPr>
            <a:normAutofit/>
          </a:bodyPr>
          <a:lstStyle/>
          <a:p>
            <a:pPr marL="0" indent="0">
              <a:buNone/>
            </a:pPr>
            <a:r>
              <a:rPr lang="en-US" sz="2800" dirty="0"/>
              <a:t>Topic objective: To implement security for protecting the data from address space.</a:t>
            </a:r>
          </a:p>
          <a:p>
            <a:pPr marL="0" indent="0">
              <a:buNone/>
            </a:pPr>
            <a:endParaRPr lang="en-US" sz="2400" dirty="0"/>
          </a:p>
          <a:p>
            <a:pPr marL="0" indent="0">
              <a:buNone/>
            </a:pPr>
            <a:r>
              <a:rPr lang="en-US" sz="2400" dirty="0"/>
              <a:t>If (Logical address L &lt; limit register Value M)</a:t>
            </a:r>
          </a:p>
          <a:p>
            <a:pPr marL="0" indent="0">
              <a:buNone/>
            </a:pPr>
            <a:r>
              <a:rPr lang="en-US" sz="2400" dirty="0"/>
              <a:t>    Physical address P=Logical address L + Relocation value R;</a:t>
            </a:r>
          </a:p>
          <a:p>
            <a:pPr marL="0" indent="0">
              <a:buNone/>
            </a:pPr>
            <a:r>
              <a:rPr lang="en-US" sz="2400" dirty="0"/>
              <a:t>else</a:t>
            </a:r>
          </a:p>
          <a:p>
            <a:pPr marL="0" indent="0">
              <a:buNone/>
            </a:pPr>
            <a:r>
              <a:rPr lang="en-US" sz="2400" dirty="0"/>
              <a:t>     Raise Exception: Invalid Address</a:t>
            </a:r>
          </a:p>
          <a:p>
            <a:pPr marL="0" indent="0">
              <a:buNone/>
            </a:pPr>
            <a:endParaRPr lang="en-US" dirty="0"/>
          </a:p>
        </p:txBody>
      </p:sp>
      <p:pic>
        <p:nvPicPr>
          <p:cNvPr id="3" name="Picture 4" descr="8">
            <a:extLst>
              <a:ext uri="{FF2B5EF4-FFF2-40B4-BE49-F238E27FC236}">
                <a16:creationId xmlns:a16="http://schemas.microsoft.com/office/drawing/2014/main" id="{E97B4DF9-99D6-44FB-9AF6-C82EF536627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5600" y="3617233"/>
            <a:ext cx="4966696" cy="246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01058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2F89E-7C82-F32D-FF1D-93284FAD56B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6038F7D-483A-CD80-6D33-08D3C6F0F4E4}"/>
              </a:ext>
            </a:extLst>
          </p:cNvPr>
          <p:cNvSpPr>
            <a:spLocks noGrp="1"/>
          </p:cNvSpPr>
          <p:nvPr>
            <p:ph type="dt" sz="half" idx="10"/>
          </p:nvPr>
        </p:nvSpPr>
        <p:spPr/>
        <p:txBody>
          <a:bodyPr/>
          <a:lstStyle/>
          <a:p>
            <a:fld id="{E754819C-28DC-4352-B9C1-471C4B266BCD}" type="datetime2">
              <a:rPr lang="en-US" smtClean="0"/>
              <a:t>Monday, September 1, 2025</a:t>
            </a:fld>
            <a:endParaRPr lang="en-US"/>
          </a:p>
        </p:txBody>
      </p:sp>
      <p:sp>
        <p:nvSpPr>
          <p:cNvPr id="5" name="Footer Placeholder 4">
            <a:extLst>
              <a:ext uri="{FF2B5EF4-FFF2-40B4-BE49-F238E27FC236}">
                <a16:creationId xmlns:a16="http://schemas.microsoft.com/office/drawing/2014/main" id="{5DA12C9E-CD41-F06A-F8A0-2C170505A09F}"/>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0485DCA2-05BB-ED4D-4D54-92C95A6A181E}"/>
              </a:ext>
            </a:extLst>
          </p:cNvPr>
          <p:cNvSpPr>
            <a:spLocks noGrp="1"/>
          </p:cNvSpPr>
          <p:nvPr>
            <p:ph type="sldNum" sz="quarter" idx="12"/>
          </p:nvPr>
        </p:nvSpPr>
        <p:spPr/>
        <p:txBody>
          <a:bodyPr/>
          <a:lstStyle/>
          <a:p>
            <a:fld id="{B6F15528-21DE-4FAA-801E-634DDDAF4B2B}" type="slidenum">
              <a:rPr lang="en-US" smtClean="0"/>
              <a:pPr/>
              <a:t>32</a:t>
            </a:fld>
            <a:endParaRPr lang="en-US"/>
          </a:p>
        </p:txBody>
      </p:sp>
      <p:sp>
        <p:nvSpPr>
          <p:cNvPr id="7" name="Title 1">
            <a:extLst>
              <a:ext uri="{FF2B5EF4-FFF2-40B4-BE49-F238E27FC236}">
                <a16:creationId xmlns:a16="http://schemas.microsoft.com/office/drawing/2014/main" id="{A54AE5EF-DE61-C1D0-3E23-A9C407F9BC02}"/>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Non-Contiguous Memory Allocation</a:t>
            </a:r>
          </a:p>
        </p:txBody>
      </p:sp>
      <p:pic>
        <p:nvPicPr>
          <p:cNvPr id="2" name="Picture 1" descr="A black and red logo&#10;&#10;Description automatically generated">
            <a:extLst>
              <a:ext uri="{FF2B5EF4-FFF2-40B4-BE49-F238E27FC236}">
                <a16:creationId xmlns:a16="http://schemas.microsoft.com/office/drawing/2014/main" id="{9E392EEA-2C94-0937-FF91-73B937449A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0FCCBDAD-C1B4-D435-3D7B-40882500D8C1}"/>
              </a:ext>
            </a:extLst>
          </p:cNvPr>
          <p:cNvSpPr>
            <a:spLocks noGrp="1"/>
          </p:cNvSpPr>
          <p:nvPr>
            <p:ph idx="1"/>
          </p:nvPr>
        </p:nvSpPr>
        <p:spPr>
          <a:xfrm>
            <a:off x="609600" y="1280878"/>
            <a:ext cx="10972800" cy="4525963"/>
          </a:xfrm>
        </p:spPr>
        <p:txBody>
          <a:bodyPr>
            <a:normAutofit/>
          </a:bodyPr>
          <a:lstStyle/>
          <a:p>
            <a:pPr marL="0" indent="0" algn="just">
              <a:lnSpc>
                <a:spcPct val="150000"/>
              </a:lnSpc>
              <a:spcBef>
                <a:spcPts val="0"/>
              </a:spcBef>
              <a:buNone/>
            </a:pPr>
            <a:r>
              <a:rPr lang="en-US" sz="2400" dirty="0"/>
              <a:t>Topic Objective: To understand and implement the non-contiguous memory allocation scheme.</a:t>
            </a:r>
          </a:p>
          <a:p>
            <a:pPr marL="0" indent="0" algn="just">
              <a:lnSpc>
                <a:spcPct val="150000"/>
              </a:lnSpc>
              <a:spcBef>
                <a:spcPts val="0"/>
              </a:spcBef>
              <a:buNone/>
            </a:pPr>
            <a:r>
              <a:rPr lang="en-US" sz="2400" dirty="0"/>
              <a:t>It offers the following advantages over contiguous memory allocation:</a:t>
            </a:r>
          </a:p>
          <a:p>
            <a:pPr algn="just">
              <a:lnSpc>
                <a:spcPct val="150000"/>
              </a:lnSpc>
              <a:spcBef>
                <a:spcPts val="0"/>
              </a:spcBef>
            </a:pPr>
            <a:r>
              <a:rPr lang="en-US" sz="2400" dirty="0"/>
              <a:t>Permits sharing of code and data amongst processes.</a:t>
            </a:r>
          </a:p>
          <a:p>
            <a:pPr algn="just">
              <a:lnSpc>
                <a:spcPct val="150000"/>
              </a:lnSpc>
              <a:spcBef>
                <a:spcPts val="0"/>
              </a:spcBef>
            </a:pPr>
            <a:r>
              <a:rPr lang="en-US" sz="2400" dirty="0"/>
              <a:t>There is no external fragmentation of physical memory.</a:t>
            </a:r>
          </a:p>
          <a:p>
            <a:pPr algn="just">
              <a:lnSpc>
                <a:spcPct val="150000"/>
              </a:lnSpc>
              <a:spcBef>
                <a:spcPts val="0"/>
              </a:spcBef>
            </a:pPr>
            <a:r>
              <a:rPr lang="en-US" sz="2400" dirty="0"/>
              <a:t>Supports virtual memory concepts.</a:t>
            </a:r>
          </a:p>
          <a:p>
            <a:pPr marL="0" indent="0">
              <a:buNone/>
            </a:pPr>
            <a:endParaRPr lang="en-US" dirty="0"/>
          </a:p>
        </p:txBody>
      </p:sp>
    </p:spTree>
    <p:extLst>
      <p:ext uri="{BB962C8B-B14F-4D97-AF65-F5344CB8AC3E}">
        <p14:creationId xmlns:p14="http://schemas.microsoft.com/office/powerpoint/2010/main" val="15487012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D955F-2E58-9852-B18A-A68868F0525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0E5196C-6A00-7CDB-4C06-1526BFFEF79B}"/>
              </a:ext>
            </a:extLst>
          </p:cNvPr>
          <p:cNvSpPr>
            <a:spLocks noGrp="1"/>
          </p:cNvSpPr>
          <p:nvPr>
            <p:ph type="dt" sz="half" idx="10"/>
          </p:nvPr>
        </p:nvSpPr>
        <p:spPr/>
        <p:txBody>
          <a:bodyPr/>
          <a:lstStyle/>
          <a:p>
            <a:fld id="{B172717E-167F-4C7B-B0CC-5C66CBD7AB64}" type="datetime2">
              <a:rPr lang="en-US" smtClean="0"/>
              <a:t>Monday, September 1, 2025</a:t>
            </a:fld>
            <a:endParaRPr lang="en-US"/>
          </a:p>
        </p:txBody>
      </p:sp>
      <p:sp>
        <p:nvSpPr>
          <p:cNvPr id="5" name="Footer Placeholder 4">
            <a:extLst>
              <a:ext uri="{FF2B5EF4-FFF2-40B4-BE49-F238E27FC236}">
                <a16:creationId xmlns:a16="http://schemas.microsoft.com/office/drawing/2014/main" id="{D098FF4B-E1A9-C1C5-7528-CD3E01DE6150}"/>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552B40BC-572C-DD2C-22B8-68A62EE419D3}"/>
              </a:ext>
            </a:extLst>
          </p:cNvPr>
          <p:cNvSpPr>
            <a:spLocks noGrp="1"/>
          </p:cNvSpPr>
          <p:nvPr>
            <p:ph type="sldNum" sz="quarter" idx="12"/>
          </p:nvPr>
        </p:nvSpPr>
        <p:spPr/>
        <p:txBody>
          <a:bodyPr/>
          <a:lstStyle/>
          <a:p>
            <a:fld id="{B6F15528-21DE-4FAA-801E-634DDDAF4B2B}" type="slidenum">
              <a:rPr lang="en-US" smtClean="0"/>
              <a:pPr/>
              <a:t>33</a:t>
            </a:fld>
            <a:endParaRPr lang="en-US"/>
          </a:p>
        </p:txBody>
      </p:sp>
      <p:sp>
        <p:nvSpPr>
          <p:cNvPr id="7" name="Title 1">
            <a:extLst>
              <a:ext uri="{FF2B5EF4-FFF2-40B4-BE49-F238E27FC236}">
                <a16:creationId xmlns:a16="http://schemas.microsoft.com/office/drawing/2014/main" id="{C6611770-6B88-9D55-FC1D-35FE31BE0369}"/>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Non-Contiguous Memory Allocation</a:t>
            </a:r>
          </a:p>
        </p:txBody>
      </p:sp>
      <p:pic>
        <p:nvPicPr>
          <p:cNvPr id="2" name="Picture 1" descr="A black and red logo&#10;&#10;Description automatically generated">
            <a:extLst>
              <a:ext uri="{FF2B5EF4-FFF2-40B4-BE49-F238E27FC236}">
                <a16:creationId xmlns:a16="http://schemas.microsoft.com/office/drawing/2014/main" id="{547F0F00-42BB-DD05-A839-CF0D843E7A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A2BD08D5-5B1A-2698-E043-9B19C5F6E7A1}"/>
              </a:ext>
            </a:extLst>
          </p:cNvPr>
          <p:cNvSpPr>
            <a:spLocks noGrp="1"/>
          </p:cNvSpPr>
          <p:nvPr>
            <p:ph idx="1"/>
          </p:nvPr>
        </p:nvSpPr>
        <p:spPr>
          <a:xfrm>
            <a:off x="609600" y="1280878"/>
            <a:ext cx="10972800" cy="4525963"/>
          </a:xfrm>
        </p:spPr>
        <p:txBody>
          <a:bodyPr>
            <a:normAutofit/>
          </a:bodyPr>
          <a:lstStyle/>
          <a:p>
            <a:pPr marL="0" indent="0" algn="just">
              <a:lnSpc>
                <a:spcPct val="150000"/>
              </a:lnSpc>
              <a:spcBef>
                <a:spcPts val="0"/>
              </a:spcBef>
              <a:buNone/>
            </a:pPr>
            <a:r>
              <a:rPr lang="en-US" sz="2400" dirty="0"/>
              <a:t>Topic objective: To understand the implementation of non contiguous memory allocation.</a:t>
            </a:r>
          </a:p>
          <a:p>
            <a:pPr marL="0" indent="0" algn="just">
              <a:lnSpc>
                <a:spcPct val="150000"/>
              </a:lnSpc>
              <a:spcBef>
                <a:spcPts val="0"/>
              </a:spcBef>
              <a:buNone/>
            </a:pPr>
            <a:r>
              <a:rPr lang="en-US" sz="2400" dirty="0"/>
              <a:t>It involves a complex implementation and involves additional costs in terms of memory and processing.</a:t>
            </a:r>
          </a:p>
          <a:p>
            <a:pPr marL="0" indent="0" algn="just">
              <a:lnSpc>
                <a:spcPct val="150000"/>
              </a:lnSpc>
              <a:spcBef>
                <a:spcPts val="0"/>
              </a:spcBef>
              <a:buNone/>
            </a:pPr>
            <a:r>
              <a:rPr lang="en-US" sz="2400" dirty="0"/>
              <a:t>It can be implemented by the concept of:</a:t>
            </a:r>
          </a:p>
          <a:p>
            <a:pPr algn="just">
              <a:lnSpc>
                <a:spcPct val="150000"/>
              </a:lnSpc>
              <a:spcBef>
                <a:spcPts val="0"/>
              </a:spcBef>
            </a:pPr>
            <a:r>
              <a:rPr lang="en-US" sz="2400" dirty="0"/>
              <a:t>Paging</a:t>
            </a:r>
          </a:p>
          <a:p>
            <a:pPr algn="just">
              <a:lnSpc>
                <a:spcPct val="150000"/>
              </a:lnSpc>
              <a:spcBef>
                <a:spcPts val="0"/>
              </a:spcBef>
            </a:pPr>
            <a:r>
              <a:rPr lang="en-US" sz="2400" dirty="0"/>
              <a:t>Segmentation</a:t>
            </a:r>
          </a:p>
          <a:p>
            <a:pPr algn="just">
              <a:lnSpc>
                <a:spcPct val="150000"/>
              </a:lnSpc>
              <a:spcBef>
                <a:spcPts val="0"/>
              </a:spcBef>
            </a:pPr>
            <a:r>
              <a:rPr lang="en-US" sz="2400" dirty="0"/>
              <a:t>Segmentation with paging</a:t>
            </a:r>
          </a:p>
          <a:p>
            <a:pPr marL="0" indent="0">
              <a:buNone/>
            </a:pPr>
            <a:endParaRPr lang="en-US" dirty="0"/>
          </a:p>
        </p:txBody>
      </p:sp>
    </p:spTree>
    <p:extLst>
      <p:ext uri="{BB962C8B-B14F-4D97-AF65-F5344CB8AC3E}">
        <p14:creationId xmlns:p14="http://schemas.microsoft.com/office/powerpoint/2010/main" val="15023819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95A5E-C8C3-9207-602F-DB62EBC6251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4B8082A-2B10-4184-4C03-D8B7A681889A}"/>
              </a:ext>
            </a:extLst>
          </p:cNvPr>
          <p:cNvSpPr>
            <a:spLocks noGrp="1"/>
          </p:cNvSpPr>
          <p:nvPr>
            <p:ph type="dt" sz="half" idx="10"/>
          </p:nvPr>
        </p:nvSpPr>
        <p:spPr/>
        <p:txBody>
          <a:bodyPr/>
          <a:lstStyle/>
          <a:p>
            <a:fld id="{B886FB90-3A61-4E1C-871A-67E94910CD42}" type="datetime2">
              <a:rPr lang="en-US" smtClean="0"/>
              <a:t>Monday, September 1, 2025</a:t>
            </a:fld>
            <a:endParaRPr lang="en-US"/>
          </a:p>
        </p:txBody>
      </p:sp>
      <p:sp>
        <p:nvSpPr>
          <p:cNvPr id="5" name="Footer Placeholder 4">
            <a:extLst>
              <a:ext uri="{FF2B5EF4-FFF2-40B4-BE49-F238E27FC236}">
                <a16:creationId xmlns:a16="http://schemas.microsoft.com/office/drawing/2014/main" id="{FF488223-FA0B-CA25-7485-1210AA9D4E95}"/>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226B3B9F-6093-431A-B8A3-E60CF8132B92}"/>
              </a:ext>
            </a:extLst>
          </p:cNvPr>
          <p:cNvSpPr>
            <a:spLocks noGrp="1"/>
          </p:cNvSpPr>
          <p:nvPr>
            <p:ph type="sldNum" sz="quarter" idx="12"/>
          </p:nvPr>
        </p:nvSpPr>
        <p:spPr/>
        <p:txBody>
          <a:bodyPr/>
          <a:lstStyle/>
          <a:p>
            <a:fld id="{B6F15528-21DE-4FAA-801E-634DDDAF4B2B}" type="slidenum">
              <a:rPr lang="en-US" smtClean="0"/>
              <a:pPr/>
              <a:t>34</a:t>
            </a:fld>
            <a:endParaRPr lang="en-US"/>
          </a:p>
        </p:txBody>
      </p:sp>
      <p:sp>
        <p:nvSpPr>
          <p:cNvPr id="7" name="Title 1">
            <a:extLst>
              <a:ext uri="{FF2B5EF4-FFF2-40B4-BE49-F238E27FC236}">
                <a16:creationId xmlns:a16="http://schemas.microsoft.com/office/drawing/2014/main" id="{17A8764A-772A-B0E5-1145-DB77F545A616}"/>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Paging</a:t>
            </a:r>
          </a:p>
        </p:txBody>
      </p:sp>
      <p:pic>
        <p:nvPicPr>
          <p:cNvPr id="2" name="Picture 1" descr="A black and red logo&#10;&#10;Description automatically generated">
            <a:extLst>
              <a:ext uri="{FF2B5EF4-FFF2-40B4-BE49-F238E27FC236}">
                <a16:creationId xmlns:a16="http://schemas.microsoft.com/office/drawing/2014/main" id="{943C0473-645F-BB44-C137-41DFC85E0FD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D360364E-396C-BECD-D88C-ECCF5BCAFAC8}"/>
              </a:ext>
            </a:extLst>
          </p:cNvPr>
          <p:cNvSpPr>
            <a:spLocks noGrp="1"/>
          </p:cNvSpPr>
          <p:nvPr>
            <p:ph idx="1"/>
          </p:nvPr>
        </p:nvSpPr>
        <p:spPr>
          <a:xfrm>
            <a:off x="609600" y="1150145"/>
            <a:ext cx="10972800" cy="4525963"/>
          </a:xfrm>
        </p:spPr>
        <p:txBody>
          <a:bodyPr>
            <a:normAutofit/>
          </a:bodyPr>
          <a:lstStyle/>
          <a:p>
            <a:r>
              <a:rPr lang="en-US" sz="2400" dirty="0"/>
              <a:t>Topic Objective: To explain the paging hardware with the help of following diagram</a:t>
            </a:r>
          </a:p>
          <a:p>
            <a:pPr marL="0" indent="0">
              <a:buNone/>
            </a:pPr>
            <a:endParaRPr lang="en-US" dirty="0"/>
          </a:p>
        </p:txBody>
      </p:sp>
      <p:pic>
        <p:nvPicPr>
          <p:cNvPr id="3" name="Picture 5">
            <a:extLst>
              <a:ext uri="{FF2B5EF4-FFF2-40B4-BE49-F238E27FC236}">
                <a16:creationId xmlns:a16="http://schemas.microsoft.com/office/drawing/2014/main" id="{1F9DD951-2792-CEB0-3790-799210B7BAB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5007" y="1676401"/>
            <a:ext cx="6630987"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98937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3A359-2A02-2C4A-58D5-1AD27B6AE33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E3ACB54-A27E-8443-6640-39EE5DA8E3BE}"/>
              </a:ext>
            </a:extLst>
          </p:cNvPr>
          <p:cNvSpPr>
            <a:spLocks noGrp="1"/>
          </p:cNvSpPr>
          <p:nvPr>
            <p:ph type="dt" sz="half" idx="10"/>
          </p:nvPr>
        </p:nvSpPr>
        <p:spPr/>
        <p:txBody>
          <a:bodyPr/>
          <a:lstStyle/>
          <a:p>
            <a:fld id="{C28AF2FF-BFBF-4E7D-A883-C28EAE4975BC}" type="datetime2">
              <a:rPr lang="en-US" smtClean="0"/>
              <a:t>Monday, September 1, 2025</a:t>
            </a:fld>
            <a:endParaRPr lang="en-US"/>
          </a:p>
        </p:txBody>
      </p:sp>
      <p:sp>
        <p:nvSpPr>
          <p:cNvPr id="5" name="Footer Placeholder 4">
            <a:extLst>
              <a:ext uri="{FF2B5EF4-FFF2-40B4-BE49-F238E27FC236}">
                <a16:creationId xmlns:a16="http://schemas.microsoft.com/office/drawing/2014/main" id="{A13CADFF-7BD2-9550-E58A-E1D4362A1CE2}"/>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B2D2C26F-78C5-40D3-4AF1-F8AB522DEB80}"/>
              </a:ext>
            </a:extLst>
          </p:cNvPr>
          <p:cNvSpPr>
            <a:spLocks noGrp="1"/>
          </p:cNvSpPr>
          <p:nvPr>
            <p:ph type="sldNum" sz="quarter" idx="12"/>
          </p:nvPr>
        </p:nvSpPr>
        <p:spPr/>
        <p:txBody>
          <a:bodyPr/>
          <a:lstStyle/>
          <a:p>
            <a:fld id="{B6F15528-21DE-4FAA-801E-634DDDAF4B2B}" type="slidenum">
              <a:rPr lang="en-US" smtClean="0"/>
              <a:pPr/>
              <a:t>35</a:t>
            </a:fld>
            <a:endParaRPr lang="en-US"/>
          </a:p>
        </p:txBody>
      </p:sp>
      <p:sp>
        <p:nvSpPr>
          <p:cNvPr id="7" name="Title 1">
            <a:extLst>
              <a:ext uri="{FF2B5EF4-FFF2-40B4-BE49-F238E27FC236}">
                <a16:creationId xmlns:a16="http://schemas.microsoft.com/office/drawing/2014/main" id="{8C21010F-415C-05DF-C970-4DB04532F860}"/>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Paging</a:t>
            </a:r>
          </a:p>
        </p:txBody>
      </p:sp>
      <p:pic>
        <p:nvPicPr>
          <p:cNvPr id="2" name="Picture 1" descr="A black and red logo&#10;&#10;Description automatically generated">
            <a:extLst>
              <a:ext uri="{FF2B5EF4-FFF2-40B4-BE49-F238E27FC236}">
                <a16:creationId xmlns:a16="http://schemas.microsoft.com/office/drawing/2014/main" id="{391A025A-22C6-B7F0-D953-1931286CDF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9303F013-F356-265D-5008-CBB38CB93115}"/>
              </a:ext>
            </a:extLst>
          </p:cNvPr>
          <p:cNvSpPr>
            <a:spLocks noGrp="1"/>
          </p:cNvSpPr>
          <p:nvPr>
            <p:ph idx="1"/>
          </p:nvPr>
        </p:nvSpPr>
        <p:spPr>
          <a:xfrm>
            <a:off x="609600" y="1150145"/>
            <a:ext cx="10972800" cy="4525963"/>
          </a:xfrm>
        </p:spPr>
        <p:txBody>
          <a:bodyPr>
            <a:normAutofit/>
          </a:bodyPr>
          <a:lstStyle/>
          <a:p>
            <a:pPr marL="0" indent="0" algn="just">
              <a:lnSpc>
                <a:spcPct val="150000"/>
              </a:lnSpc>
              <a:spcBef>
                <a:spcPts val="0"/>
              </a:spcBef>
              <a:buNone/>
            </a:pPr>
            <a:r>
              <a:rPr lang="en-US" sz="2400" dirty="0"/>
              <a:t>Topic Objective: To understand the paging mechanism and how logical address is translated into physical address in this mechanism</a:t>
            </a:r>
          </a:p>
          <a:p>
            <a:pPr marL="0" indent="0" algn="just">
              <a:lnSpc>
                <a:spcPct val="150000"/>
              </a:lnSpc>
              <a:spcBef>
                <a:spcPts val="0"/>
              </a:spcBef>
              <a:buNone/>
            </a:pPr>
            <a:r>
              <a:rPr lang="en-US" sz="2400" dirty="0"/>
              <a:t>It permits physical address space of a process to be non-contiguous.</a:t>
            </a:r>
          </a:p>
          <a:p>
            <a:pPr marL="0" indent="0" algn="just">
              <a:lnSpc>
                <a:spcPct val="150000"/>
              </a:lnSpc>
              <a:buNone/>
            </a:pPr>
            <a:r>
              <a:rPr lang="en-US" sz="2400" dirty="0"/>
              <a:t>The logical address space of a process is divided into blocks of fixed size called Pages.</a:t>
            </a:r>
          </a:p>
          <a:p>
            <a:pPr marL="0" indent="0" algn="just">
              <a:lnSpc>
                <a:spcPct val="150000"/>
              </a:lnSpc>
              <a:buNone/>
            </a:pPr>
            <a:r>
              <a:rPr lang="en-US" sz="2400" dirty="0"/>
              <a:t>Also, the physical memory is divided into blocks of fixed sizes called Frames.</a:t>
            </a:r>
          </a:p>
          <a:p>
            <a:pPr marL="0" indent="0" algn="just">
              <a:lnSpc>
                <a:spcPct val="150000"/>
              </a:lnSpc>
              <a:buNone/>
            </a:pPr>
            <a:r>
              <a:rPr lang="en-US" sz="2400" dirty="0"/>
              <a:t>In the system, the page and frame will be of same size.</a:t>
            </a:r>
          </a:p>
          <a:p>
            <a:pPr marL="0" indent="0">
              <a:buNone/>
            </a:pPr>
            <a:endParaRPr lang="en-US" dirty="0"/>
          </a:p>
        </p:txBody>
      </p:sp>
    </p:spTree>
    <p:extLst>
      <p:ext uri="{BB962C8B-B14F-4D97-AF65-F5344CB8AC3E}">
        <p14:creationId xmlns:p14="http://schemas.microsoft.com/office/powerpoint/2010/main" val="34783377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77E8C-A307-8EE1-EAB0-340C9507A36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3DD9DFC-BA08-CC06-D7FF-026A95A7CEB4}"/>
              </a:ext>
            </a:extLst>
          </p:cNvPr>
          <p:cNvSpPr>
            <a:spLocks noGrp="1"/>
          </p:cNvSpPr>
          <p:nvPr>
            <p:ph type="dt" sz="half" idx="10"/>
          </p:nvPr>
        </p:nvSpPr>
        <p:spPr/>
        <p:txBody>
          <a:bodyPr/>
          <a:lstStyle/>
          <a:p>
            <a:fld id="{4DB3A4CA-499E-40C1-A804-01E16B02DA08}" type="datetime2">
              <a:rPr lang="en-US" smtClean="0"/>
              <a:t>Monday, September 1, 2025</a:t>
            </a:fld>
            <a:endParaRPr lang="en-US"/>
          </a:p>
        </p:txBody>
      </p:sp>
      <p:sp>
        <p:nvSpPr>
          <p:cNvPr id="5" name="Footer Placeholder 4">
            <a:extLst>
              <a:ext uri="{FF2B5EF4-FFF2-40B4-BE49-F238E27FC236}">
                <a16:creationId xmlns:a16="http://schemas.microsoft.com/office/drawing/2014/main" id="{003F62F9-87D6-0D01-76F2-23B0610DCC04}"/>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262C8B3C-A011-A9AA-2B9C-5238237A47FB}"/>
              </a:ext>
            </a:extLst>
          </p:cNvPr>
          <p:cNvSpPr>
            <a:spLocks noGrp="1"/>
          </p:cNvSpPr>
          <p:nvPr>
            <p:ph type="sldNum" sz="quarter" idx="12"/>
          </p:nvPr>
        </p:nvSpPr>
        <p:spPr/>
        <p:txBody>
          <a:bodyPr/>
          <a:lstStyle/>
          <a:p>
            <a:fld id="{B6F15528-21DE-4FAA-801E-634DDDAF4B2B}" type="slidenum">
              <a:rPr lang="en-US" smtClean="0"/>
              <a:pPr/>
              <a:t>36</a:t>
            </a:fld>
            <a:endParaRPr lang="en-US"/>
          </a:p>
        </p:txBody>
      </p:sp>
      <p:sp>
        <p:nvSpPr>
          <p:cNvPr id="7" name="Title 1">
            <a:extLst>
              <a:ext uri="{FF2B5EF4-FFF2-40B4-BE49-F238E27FC236}">
                <a16:creationId xmlns:a16="http://schemas.microsoft.com/office/drawing/2014/main" id="{EE4618A8-C67E-1A5E-713D-B223F0507489}"/>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Paging</a:t>
            </a:r>
          </a:p>
        </p:txBody>
      </p:sp>
      <p:pic>
        <p:nvPicPr>
          <p:cNvPr id="2" name="Picture 1" descr="A black and red logo&#10;&#10;Description automatically generated">
            <a:extLst>
              <a:ext uri="{FF2B5EF4-FFF2-40B4-BE49-F238E27FC236}">
                <a16:creationId xmlns:a16="http://schemas.microsoft.com/office/drawing/2014/main" id="{A0C3C37C-9CC1-2826-3D3E-76B8F045F0E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C3F5A3DD-DBAB-B869-8710-6B368DF2EF88}"/>
              </a:ext>
            </a:extLst>
          </p:cNvPr>
          <p:cNvSpPr>
            <a:spLocks noGrp="1"/>
          </p:cNvSpPr>
          <p:nvPr>
            <p:ph idx="1"/>
          </p:nvPr>
        </p:nvSpPr>
        <p:spPr>
          <a:xfrm>
            <a:off x="609600" y="1150145"/>
            <a:ext cx="10972800" cy="4525963"/>
          </a:xfrm>
        </p:spPr>
        <p:txBody>
          <a:bodyPr>
            <a:normAutofit/>
          </a:bodyPr>
          <a:lstStyle/>
          <a:p>
            <a:pPr marL="0" indent="0" algn="just">
              <a:lnSpc>
                <a:spcPct val="150000"/>
              </a:lnSpc>
              <a:buNone/>
            </a:pPr>
            <a:r>
              <a:rPr lang="en-US" sz="2400" dirty="0"/>
              <a:t>The size is of the order of 512 bytes to a few MB.</a:t>
            </a:r>
          </a:p>
          <a:p>
            <a:pPr marL="0" indent="0" algn="just">
              <a:lnSpc>
                <a:spcPct val="150000"/>
              </a:lnSpc>
              <a:buNone/>
            </a:pPr>
            <a:r>
              <a:rPr lang="en-US" sz="2400" dirty="0"/>
              <a:t>Whenever, a process is to be executed, its page are moved from secondary storage(Hard disk) to the available frames in physical memory(RAM).</a:t>
            </a:r>
          </a:p>
          <a:p>
            <a:pPr marL="0" indent="0" algn="just">
              <a:lnSpc>
                <a:spcPct val="150000"/>
              </a:lnSpc>
              <a:buNone/>
            </a:pPr>
            <a:r>
              <a:rPr lang="en-US" sz="2400" dirty="0"/>
              <a:t>The information about frame number, in which a page is resident, is entered in page table. The page table is indexed by page number.</a:t>
            </a:r>
          </a:p>
          <a:p>
            <a:pPr marL="0" indent="0">
              <a:buNone/>
            </a:pPr>
            <a:endParaRPr lang="en-US" dirty="0"/>
          </a:p>
        </p:txBody>
      </p:sp>
    </p:spTree>
    <p:extLst>
      <p:ext uri="{BB962C8B-B14F-4D97-AF65-F5344CB8AC3E}">
        <p14:creationId xmlns:p14="http://schemas.microsoft.com/office/powerpoint/2010/main" val="30090022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E0DF1-5CD3-114D-7052-5251262F0FC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4033B7A-8F9D-ECC4-C16D-046207C44BFC}"/>
              </a:ext>
            </a:extLst>
          </p:cNvPr>
          <p:cNvSpPr>
            <a:spLocks noGrp="1"/>
          </p:cNvSpPr>
          <p:nvPr>
            <p:ph type="dt" sz="half" idx="10"/>
          </p:nvPr>
        </p:nvSpPr>
        <p:spPr/>
        <p:txBody>
          <a:bodyPr/>
          <a:lstStyle/>
          <a:p>
            <a:fld id="{B265C574-BA1B-4AEB-B977-6D92F085E19D}" type="datetime2">
              <a:rPr lang="en-US" smtClean="0"/>
              <a:t>Monday, September 1, 2025</a:t>
            </a:fld>
            <a:endParaRPr lang="en-US"/>
          </a:p>
        </p:txBody>
      </p:sp>
      <p:sp>
        <p:nvSpPr>
          <p:cNvPr id="5" name="Footer Placeholder 4">
            <a:extLst>
              <a:ext uri="{FF2B5EF4-FFF2-40B4-BE49-F238E27FC236}">
                <a16:creationId xmlns:a16="http://schemas.microsoft.com/office/drawing/2014/main" id="{E745C161-D5A8-5E6C-9E1F-EA877ABB1CDC}"/>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45490FBB-B590-4DF7-1047-2A01DE69946D}"/>
              </a:ext>
            </a:extLst>
          </p:cNvPr>
          <p:cNvSpPr>
            <a:spLocks noGrp="1"/>
          </p:cNvSpPr>
          <p:nvPr>
            <p:ph type="sldNum" sz="quarter" idx="12"/>
          </p:nvPr>
        </p:nvSpPr>
        <p:spPr/>
        <p:txBody>
          <a:bodyPr/>
          <a:lstStyle/>
          <a:p>
            <a:fld id="{B6F15528-21DE-4FAA-801E-634DDDAF4B2B}" type="slidenum">
              <a:rPr lang="en-US" smtClean="0"/>
              <a:pPr/>
              <a:t>37</a:t>
            </a:fld>
            <a:endParaRPr lang="en-US"/>
          </a:p>
        </p:txBody>
      </p:sp>
      <p:sp>
        <p:nvSpPr>
          <p:cNvPr id="7" name="Title 1">
            <a:extLst>
              <a:ext uri="{FF2B5EF4-FFF2-40B4-BE49-F238E27FC236}">
                <a16:creationId xmlns:a16="http://schemas.microsoft.com/office/drawing/2014/main" id="{D4C266DE-3B6B-6EF3-3474-D39C10895009}"/>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Translation of Logical address into physical address</a:t>
            </a:r>
          </a:p>
        </p:txBody>
      </p:sp>
      <p:pic>
        <p:nvPicPr>
          <p:cNvPr id="2" name="Picture 1" descr="A black and red logo&#10;&#10;Description automatically generated">
            <a:extLst>
              <a:ext uri="{FF2B5EF4-FFF2-40B4-BE49-F238E27FC236}">
                <a16:creationId xmlns:a16="http://schemas.microsoft.com/office/drawing/2014/main" id="{9AC4FA72-65BD-9852-CCFF-C2F795500C0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5164F7AD-FD43-CF15-A4AA-FE12DD450C1A}"/>
              </a:ext>
            </a:extLst>
          </p:cNvPr>
          <p:cNvSpPr>
            <a:spLocks noGrp="1"/>
          </p:cNvSpPr>
          <p:nvPr>
            <p:ph idx="1"/>
          </p:nvPr>
        </p:nvSpPr>
        <p:spPr>
          <a:xfrm>
            <a:off x="609600" y="1150145"/>
            <a:ext cx="10972800" cy="4525963"/>
          </a:xfrm>
        </p:spPr>
        <p:txBody>
          <a:bodyPr>
            <a:normAutofit/>
          </a:bodyPr>
          <a:lstStyle/>
          <a:p>
            <a:pPr marL="0" indent="0" algn="just">
              <a:lnSpc>
                <a:spcPct val="150000"/>
              </a:lnSpc>
              <a:spcBef>
                <a:spcPts val="0"/>
              </a:spcBef>
              <a:buNone/>
            </a:pPr>
            <a:r>
              <a:rPr lang="en-US" sz="2400" dirty="0"/>
              <a:t>For a ‘m’ bit processor, the logical address will be m bits long.</a:t>
            </a:r>
          </a:p>
          <a:p>
            <a:pPr marL="0" indent="0" algn="just">
              <a:lnSpc>
                <a:spcPct val="150000"/>
              </a:lnSpc>
              <a:spcBef>
                <a:spcPts val="0"/>
              </a:spcBef>
              <a:buNone/>
            </a:pPr>
            <a:r>
              <a:rPr lang="en-US" sz="2400" dirty="0"/>
              <a:t>Let the page size be 2</a:t>
            </a:r>
            <a:r>
              <a:rPr lang="en-US" sz="2400" baseline="30000" dirty="0"/>
              <a:t>n</a:t>
            </a:r>
            <a:r>
              <a:rPr lang="en-US" sz="2400" dirty="0"/>
              <a:t> bytes.</a:t>
            </a:r>
          </a:p>
          <a:p>
            <a:pPr marL="0" indent="0" algn="just">
              <a:lnSpc>
                <a:spcPct val="150000"/>
              </a:lnSpc>
              <a:spcBef>
                <a:spcPts val="0"/>
              </a:spcBef>
              <a:buNone/>
            </a:pPr>
            <a:r>
              <a:rPr lang="en-US" sz="2400" dirty="0"/>
              <a:t>Then lower order n bits of a logical address (L) will represent page offset(d) and the higher order m-n bits will represent the page number (p).</a:t>
            </a:r>
          </a:p>
          <a:p>
            <a:pPr marL="0" indent="0" algn="just">
              <a:lnSpc>
                <a:spcPct val="150000"/>
              </a:lnSpc>
              <a:spcBef>
                <a:spcPts val="0"/>
              </a:spcBef>
              <a:buNone/>
            </a:pPr>
            <a:r>
              <a:rPr lang="en-US" sz="2400" dirty="0"/>
              <a:t>Then page number p=L/2</a:t>
            </a:r>
            <a:r>
              <a:rPr lang="en-US" sz="2400" baseline="30000" dirty="0"/>
              <a:t>n</a:t>
            </a:r>
          </a:p>
          <a:p>
            <a:pPr marL="0" indent="0" algn="just">
              <a:lnSpc>
                <a:spcPct val="150000"/>
              </a:lnSpc>
              <a:spcBef>
                <a:spcPts val="0"/>
              </a:spcBef>
              <a:buNone/>
            </a:pPr>
            <a:r>
              <a:rPr lang="en-US" sz="2400" dirty="0"/>
              <a:t>And page offset d=L%2</a:t>
            </a:r>
            <a:r>
              <a:rPr lang="en-US" sz="2400" baseline="30000" dirty="0"/>
              <a:t>n</a:t>
            </a:r>
            <a:endParaRPr lang="en-US" sz="2400" dirty="0"/>
          </a:p>
          <a:p>
            <a:pPr marL="0" indent="0">
              <a:buNone/>
            </a:pPr>
            <a:endParaRPr lang="en-US" dirty="0"/>
          </a:p>
        </p:txBody>
      </p:sp>
    </p:spTree>
    <p:extLst>
      <p:ext uri="{BB962C8B-B14F-4D97-AF65-F5344CB8AC3E}">
        <p14:creationId xmlns:p14="http://schemas.microsoft.com/office/powerpoint/2010/main" val="2472231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24C6C-7293-4E24-F305-AD9B9B04970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1CFE41F-915B-08C5-CE14-EAB414038B60}"/>
              </a:ext>
            </a:extLst>
          </p:cNvPr>
          <p:cNvSpPr>
            <a:spLocks noGrp="1"/>
          </p:cNvSpPr>
          <p:nvPr>
            <p:ph type="dt" sz="half" idx="10"/>
          </p:nvPr>
        </p:nvSpPr>
        <p:spPr/>
        <p:txBody>
          <a:bodyPr/>
          <a:lstStyle/>
          <a:p>
            <a:fld id="{AC3EDE49-798B-4A2E-AC15-47956208478F}" type="datetime2">
              <a:rPr lang="en-US" smtClean="0"/>
              <a:t>Monday, September 1, 2025</a:t>
            </a:fld>
            <a:endParaRPr lang="en-US"/>
          </a:p>
        </p:txBody>
      </p:sp>
      <p:sp>
        <p:nvSpPr>
          <p:cNvPr id="5" name="Footer Placeholder 4">
            <a:extLst>
              <a:ext uri="{FF2B5EF4-FFF2-40B4-BE49-F238E27FC236}">
                <a16:creationId xmlns:a16="http://schemas.microsoft.com/office/drawing/2014/main" id="{71DB589A-A638-E6AE-1AF5-40D43E1184A6}"/>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1D8F83C5-CF8D-2723-53A7-934D752AE171}"/>
              </a:ext>
            </a:extLst>
          </p:cNvPr>
          <p:cNvSpPr>
            <a:spLocks noGrp="1"/>
          </p:cNvSpPr>
          <p:nvPr>
            <p:ph type="sldNum" sz="quarter" idx="12"/>
          </p:nvPr>
        </p:nvSpPr>
        <p:spPr/>
        <p:txBody>
          <a:bodyPr/>
          <a:lstStyle/>
          <a:p>
            <a:fld id="{B6F15528-21DE-4FAA-801E-634DDDAF4B2B}" type="slidenum">
              <a:rPr lang="en-US" smtClean="0"/>
              <a:pPr/>
              <a:t>38</a:t>
            </a:fld>
            <a:endParaRPr lang="en-US"/>
          </a:p>
        </p:txBody>
      </p:sp>
      <p:sp>
        <p:nvSpPr>
          <p:cNvPr id="7" name="Title 1">
            <a:extLst>
              <a:ext uri="{FF2B5EF4-FFF2-40B4-BE49-F238E27FC236}">
                <a16:creationId xmlns:a16="http://schemas.microsoft.com/office/drawing/2014/main" id="{FC1CD265-E1FB-EF06-D4EF-C6E8DB85E88F}"/>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nSpc>
                <a:spcPct val="150000"/>
              </a:lnSpc>
            </a:pPr>
            <a:r>
              <a:rPr lang="en-US" sz="2800" dirty="0">
                <a:solidFill>
                  <a:schemeClr val="dk1"/>
                </a:solidFill>
              </a:rPr>
              <a:t>Translation of Logical address into physical address</a:t>
            </a:r>
          </a:p>
        </p:txBody>
      </p:sp>
      <p:pic>
        <p:nvPicPr>
          <p:cNvPr id="2" name="Picture 1" descr="A black and red logo&#10;&#10;Description automatically generated">
            <a:extLst>
              <a:ext uri="{FF2B5EF4-FFF2-40B4-BE49-F238E27FC236}">
                <a16:creationId xmlns:a16="http://schemas.microsoft.com/office/drawing/2014/main" id="{BC202F5E-C414-09B0-755B-ED92DC511F6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36B50252-183D-62C1-7248-ACABB807418B}"/>
              </a:ext>
            </a:extLst>
          </p:cNvPr>
          <p:cNvSpPr>
            <a:spLocks noGrp="1"/>
          </p:cNvSpPr>
          <p:nvPr>
            <p:ph idx="1"/>
          </p:nvPr>
        </p:nvSpPr>
        <p:spPr>
          <a:xfrm>
            <a:off x="609600" y="1150145"/>
            <a:ext cx="10972800" cy="4525963"/>
          </a:xfrm>
        </p:spPr>
        <p:txBody>
          <a:bodyPr>
            <a:normAutofit/>
          </a:bodyPr>
          <a:lstStyle/>
          <a:p>
            <a:pPr marL="0" indent="0" algn="just">
              <a:lnSpc>
                <a:spcPct val="150000"/>
              </a:lnSpc>
              <a:spcBef>
                <a:spcPts val="0"/>
              </a:spcBef>
              <a:buNone/>
            </a:pPr>
            <a:r>
              <a:rPr lang="en-US" sz="2400" dirty="0"/>
              <a:t>Let f be the frame number that holds the page referenced by logical address (L).</a:t>
            </a:r>
          </a:p>
          <a:p>
            <a:pPr marL="0" indent="0" algn="just">
              <a:lnSpc>
                <a:spcPct val="150000"/>
              </a:lnSpc>
              <a:spcBef>
                <a:spcPts val="0"/>
              </a:spcBef>
              <a:buNone/>
            </a:pPr>
            <a:r>
              <a:rPr lang="en-US" sz="2400" dirty="0"/>
              <a:t>Then f can be obtained by indexing into page table, by using page number p as index</a:t>
            </a:r>
          </a:p>
          <a:p>
            <a:pPr marL="0" indent="0" algn="just">
              <a:lnSpc>
                <a:spcPct val="150000"/>
              </a:lnSpc>
              <a:spcBef>
                <a:spcPts val="0"/>
              </a:spcBef>
              <a:buNone/>
            </a:pPr>
            <a:r>
              <a:rPr lang="en-US" sz="2400" dirty="0"/>
              <a:t>f=page-table[p].</a:t>
            </a:r>
          </a:p>
          <a:p>
            <a:pPr marL="0" indent="0" algn="just">
              <a:lnSpc>
                <a:spcPct val="150000"/>
              </a:lnSpc>
              <a:spcBef>
                <a:spcPts val="0"/>
              </a:spcBef>
              <a:buNone/>
            </a:pPr>
            <a:r>
              <a:rPr lang="en-US" sz="2400" dirty="0"/>
              <a:t>Corresponding physical address (P)=f*2</a:t>
            </a:r>
            <a:r>
              <a:rPr lang="en-US" sz="2400" baseline="30000" dirty="0"/>
              <a:t>n </a:t>
            </a:r>
            <a:r>
              <a:rPr lang="en-US" sz="2400" dirty="0"/>
              <a:t>+ d</a:t>
            </a:r>
          </a:p>
          <a:p>
            <a:pPr marL="0" indent="0" algn="just">
              <a:lnSpc>
                <a:spcPct val="150000"/>
              </a:lnSpc>
              <a:spcBef>
                <a:spcPts val="0"/>
              </a:spcBef>
              <a:buNone/>
            </a:pPr>
            <a:r>
              <a:rPr lang="en-US" sz="2400" dirty="0"/>
              <a:t>This physical address is fed to MMU to access the memory location, referenced by logical address L.</a:t>
            </a:r>
          </a:p>
          <a:p>
            <a:pPr marL="0" indent="0">
              <a:buNone/>
            </a:pPr>
            <a:endParaRPr lang="en-US" dirty="0"/>
          </a:p>
        </p:txBody>
      </p:sp>
    </p:spTree>
    <p:extLst>
      <p:ext uri="{BB962C8B-B14F-4D97-AF65-F5344CB8AC3E}">
        <p14:creationId xmlns:p14="http://schemas.microsoft.com/office/powerpoint/2010/main" val="3014763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3E778-DFD9-140A-69F4-2BFED93F3E2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1B4D44E-4563-F15C-4B1D-47D6FA7B1FE2}"/>
              </a:ext>
            </a:extLst>
          </p:cNvPr>
          <p:cNvSpPr>
            <a:spLocks noGrp="1"/>
          </p:cNvSpPr>
          <p:nvPr>
            <p:ph type="dt" sz="half" idx="10"/>
          </p:nvPr>
        </p:nvSpPr>
        <p:spPr/>
        <p:txBody>
          <a:bodyPr/>
          <a:lstStyle/>
          <a:p>
            <a:fld id="{773D2291-D2B6-4DEC-ADA8-7A895365593C}" type="datetime2">
              <a:rPr lang="en-US" smtClean="0"/>
              <a:t>Monday, September 1, 2025</a:t>
            </a:fld>
            <a:endParaRPr lang="en-US"/>
          </a:p>
        </p:txBody>
      </p:sp>
      <p:sp>
        <p:nvSpPr>
          <p:cNvPr id="5" name="Footer Placeholder 4">
            <a:extLst>
              <a:ext uri="{FF2B5EF4-FFF2-40B4-BE49-F238E27FC236}">
                <a16:creationId xmlns:a16="http://schemas.microsoft.com/office/drawing/2014/main" id="{7212FA22-E107-F595-5A0A-3F0775B121D3}"/>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8317E705-B7C8-ADAA-22C8-E4211B184B3A}"/>
              </a:ext>
            </a:extLst>
          </p:cNvPr>
          <p:cNvSpPr>
            <a:spLocks noGrp="1"/>
          </p:cNvSpPr>
          <p:nvPr>
            <p:ph type="sldNum" sz="quarter" idx="12"/>
          </p:nvPr>
        </p:nvSpPr>
        <p:spPr/>
        <p:txBody>
          <a:bodyPr/>
          <a:lstStyle/>
          <a:p>
            <a:fld id="{B6F15528-21DE-4FAA-801E-634DDDAF4B2B}" type="slidenum">
              <a:rPr lang="en-US" smtClean="0"/>
              <a:pPr/>
              <a:t>39</a:t>
            </a:fld>
            <a:endParaRPr lang="en-US"/>
          </a:p>
        </p:txBody>
      </p:sp>
      <p:sp>
        <p:nvSpPr>
          <p:cNvPr id="7" name="Title 1">
            <a:extLst>
              <a:ext uri="{FF2B5EF4-FFF2-40B4-BE49-F238E27FC236}">
                <a16:creationId xmlns:a16="http://schemas.microsoft.com/office/drawing/2014/main" id="{23FF4F25-DE82-18B4-5FE1-137716AA26EE}"/>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Internal Fragmentation in Paging</a:t>
            </a:r>
          </a:p>
        </p:txBody>
      </p:sp>
      <p:pic>
        <p:nvPicPr>
          <p:cNvPr id="2" name="Picture 1" descr="A black and red logo&#10;&#10;Description automatically generated">
            <a:extLst>
              <a:ext uri="{FF2B5EF4-FFF2-40B4-BE49-F238E27FC236}">
                <a16:creationId xmlns:a16="http://schemas.microsoft.com/office/drawing/2014/main" id="{EC2DB8CC-3294-87AA-5C80-126DACAF01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D23B4FF1-BBF5-1B36-B575-5AE256EA6AA1}"/>
              </a:ext>
            </a:extLst>
          </p:cNvPr>
          <p:cNvSpPr>
            <a:spLocks noGrp="1"/>
          </p:cNvSpPr>
          <p:nvPr>
            <p:ph idx="1"/>
          </p:nvPr>
        </p:nvSpPr>
        <p:spPr>
          <a:xfrm>
            <a:off x="609600" y="1150145"/>
            <a:ext cx="10972800" cy="4990306"/>
          </a:xfrm>
        </p:spPr>
        <p:txBody>
          <a:bodyPr>
            <a:normAutofit/>
          </a:bodyPr>
          <a:lstStyle/>
          <a:p>
            <a:pPr marL="0" indent="0" algn="just">
              <a:lnSpc>
                <a:spcPct val="150000"/>
              </a:lnSpc>
              <a:spcBef>
                <a:spcPts val="0"/>
              </a:spcBef>
              <a:buNone/>
            </a:pPr>
            <a:r>
              <a:rPr lang="en-US" sz="2400" dirty="0"/>
              <a:t>Topic Objective: To compute internal fragmentation in paging mechanism.</a:t>
            </a:r>
          </a:p>
          <a:p>
            <a:pPr marL="0" indent="0" algn="just">
              <a:lnSpc>
                <a:spcPct val="150000"/>
              </a:lnSpc>
              <a:spcBef>
                <a:spcPts val="0"/>
              </a:spcBef>
              <a:buNone/>
            </a:pPr>
            <a:r>
              <a:rPr lang="en-US" sz="2400" dirty="0"/>
              <a:t>Since, a program size may not be an exact multiple of the page-size, some space would remain unoccupied in the last page of the process.</a:t>
            </a:r>
          </a:p>
          <a:p>
            <a:pPr marL="0" indent="0" algn="just">
              <a:lnSpc>
                <a:spcPct val="150000"/>
              </a:lnSpc>
              <a:spcBef>
                <a:spcPts val="0"/>
              </a:spcBef>
              <a:buNone/>
            </a:pPr>
            <a:r>
              <a:rPr lang="en-US" sz="2400" dirty="0"/>
              <a:t>The average memory loss, due to internal fragmentation, would be of the order of half page per process. So, larger the page size, larger would be the loss of memory, by internal fragmentation.</a:t>
            </a:r>
          </a:p>
          <a:p>
            <a:pPr marL="0" indent="0" algn="just">
              <a:lnSpc>
                <a:spcPct val="150000"/>
              </a:lnSpc>
              <a:spcBef>
                <a:spcPts val="0"/>
              </a:spcBef>
              <a:buNone/>
            </a:pPr>
            <a:r>
              <a:rPr lang="en-US" sz="2400" dirty="0"/>
              <a:t>Suppose, a system supports a page-size of P bytes.</a:t>
            </a:r>
          </a:p>
          <a:p>
            <a:pPr marL="0" indent="0" algn="just">
              <a:lnSpc>
                <a:spcPct val="150000"/>
              </a:lnSpc>
              <a:spcBef>
                <a:spcPts val="0"/>
              </a:spcBef>
              <a:buNone/>
            </a:pPr>
            <a:r>
              <a:rPr lang="en-US" sz="2400" dirty="0"/>
              <a:t>Then a program of size M bytes, will have an internal fragmentation= P-(M%P) bytes</a:t>
            </a:r>
          </a:p>
          <a:p>
            <a:pPr marL="0" indent="0">
              <a:buNone/>
            </a:pPr>
            <a:endParaRPr lang="en-US" dirty="0"/>
          </a:p>
        </p:txBody>
      </p:sp>
    </p:spTree>
    <p:extLst>
      <p:ext uri="{BB962C8B-B14F-4D97-AF65-F5344CB8AC3E}">
        <p14:creationId xmlns:p14="http://schemas.microsoft.com/office/powerpoint/2010/main" val="27764550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5DCDF-5F93-B370-E32B-C5634EC8312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6D4CDCB-E8BE-B7A2-63D9-0BA8198143A8}"/>
              </a:ext>
            </a:extLst>
          </p:cNvPr>
          <p:cNvSpPr>
            <a:spLocks noGrp="1"/>
          </p:cNvSpPr>
          <p:nvPr>
            <p:ph type="dt" sz="half" idx="10"/>
          </p:nvPr>
        </p:nvSpPr>
        <p:spPr/>
        <p:txBody>
          <a:bodyPr/>
          <a:lstStyle/>
          <a:p>
            <a:fld id="{A14C5F35-03A5-4C00-BB14-E39777493B19}" type="datetime2">
              <a:rPr lang="en-US" smtClean="0"/>
              <a:t>Monday, September 1, 2025</a:t>
            </a:fld>
            <a:endParaRPr lang="en-US"/>
          </a:p>
        </p:txBody>
      </p:sp>
      <p:sp>
        <p:nvSpPr>
          <p:cNvPr id="5" name="Footer Placeholder 4">
            <a:extLst>
              <a:ext uri="{FF2B5EF4-FFF2-40B4-BE49-F238E27FC236}">
                <a16:creationId xmlns:a16="http://schemas.microsoft.com/office/drawing/2014/main" id="{AD149527-D965-D2F1-E5E1-4F5EFB15B900}"/>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323DDEE1-2F9C-F486-3722-043326AABE6E}"/>
              </a:ext>
            </a:extLst>
          </p:cNvPr>
          <p:cNvSpPr>
            <a:spLocks noGrp="1"/>
          </p:cNvSpPr>
          <p:nvPr>
            <p:ph type="sldNum" sz="quarter" idx="12"/>
          </p:nvPr>
        </p:nvSpPr>
        <p:spPr/>
        <p:txBody>
          <a:bodyPr/>
          <a:lstStyle/>
          <a:p>
            <a:fld id="{B6F15528-21DE-4FAA-801E-634DDDAF4B2B}" type="slidenum">
              <a:rPr lang="en-US" smtClean="0"/>
              <a:pPr/>
              <a:t>40</a:t>
            </a:fld>
            <a:endParaRPr lang="en-US"/>
          </a:p>
        </p:txBody>
      </p:sp>
      <p:sp>
        <p:nvSpPr>
          <p:cNvPr id="7" name="Title 1">
            <a:extLst>
              <a:ext uri="{FF2B5EF4-FFF2-40B4-BE49-F238E27FC236}">
                <a16:creationId xmlns:a16="http://schemas.microsoft.com/office/drawing/2014/main" id="{B9A24E7D-B39C-C754-3881-9CFB0D2455E5}"/>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nSpc>
                <a:spcPct val="150000"/>
              </a:lnSpc>
            </a:pPr>
            <a:r>
              <a:rPr lang="en-US" sz="2800" dirty="0">
                <a:solidFill>
                  <a:schemeClr val="dk1"/>
                </a:solidFill>
              </a:rPr>
              <a:t>Limitation of Basic Paging Scheme</a:t>
            </a:r>
          </a:p>
        </p:txBody>
      </p:sp>
      <p:pic>
        <p:nvPicPr>
          <p:cNvPr id="2" name="Picture 1" descr="A black and red logo&#10;&#10;Description automatically generated">
            <a:extLst>
              <a:ext uri="{FF2B5EF4-FFF2-40B4-BE49-F238E27FC236}">
                <a16:creationId xmlns:a16="http://schemas.microsoft.com/office/drawing/2014/main" id="{B6B81969-40B3-C010-D351-273FED3DCA2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20E25ABB-E694-7010-E827-A13AA26C1E9B}"/>
              </a:ext>
            </a:extLst>
          </p:cNvPr>
          <p:cNvSpPr>
            <a:spLocks noGrp="1"/>
          </p:cNvSpPr>
          <p:nvPr>
            <p:ph idx="1"/>
          </p:nvPr>
        </p:nvSpPr>
        <p:spPr>
          <a:xfrm>
            <a:off x="609600" y="1150145"/>
            <a:ext cx="10972800" cy="4990306"/>
          </a:xfrm>
        </p:spPr>
        <p:txBody>
          <a:bodyPr>
            <a:normAutofit/>
          </a:bodyPr>
          <a:lstStyle/>
          <a:p>
            <a:pPr marL="0" indent="0" algn="just">
              <a:lnSpc>
                <a:spcPct val="150000"/>
              </a:lnSpc>
              <a:spcBef>
                <a:spcPts val="0"/>
              </a:spcBef>
              <a:buNone/>
            </a:pPr>
            <a:r>
              <a:rPr lang="en-US" sz="2400" dirty="0"/>
              <a:t>Topic objective: to compare paging with fixed partitioning scheme.</a:t>
            </a:r>
          </a:p>
          <a:p>
            <a:pPr algn="just">
              <a:lnSpc>
                <a:spcPct val="150000"/>
              </a:lnSpc>
              <a:spcBef>
                <a:spcPts val="0"/>
              </a:spcBef>
            </a:pPr>
            <a:r>
              <a:rPr lang="en-US" sz="2400" dirty="0"/>
              <a:t> The effective memory access time increases, since for accessing of an operand, first its frame number has to be accessed. Since, the page table resides in the RAM itself, the effective access time to get an operand will be twice the RAM access time. So, if RAM access time is 100 ns, the effective access time would be 200 ns.</a:t>
            </a:r>
          </a:p>
          <a:p>
            <a:pPr algn="just">
              <a:lnSpc>
                <a:spcPct val="150000"/>
              </a:lnSpc>
              <a:spcBef>
                <a:spcPts val="0"/>
              </a:spcBef>
            </a:pPr>
            <a:r>
              <a:rPr lang="en-US" sz="2400" dirty="0"/>
              <a:t>The page table occupies a significant amount of memory</a:t>
            </a:r>
          </a:p>
        </p:txBody>
      </p:sp>
    </p:spTree>
    <p:extLst>
      <p:ext uri="{BB962C8B-B14F-4D97-AF65-F5344CB8AC3E}">
        <p14:creationId xmlns:p14="http://schemas.microsoft.com/office/powerpoint/2010/main" val="40143041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65A64-2A76-336E-418B-33E85A99F5E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A008F7C-7CC2-8CFD-E461-548FF39E1936}"/>
              </a:ext>
            </a:extLst>
          </p:cNvPr>
          <p:cNvSpPr>
            <a:spLocks noGrp="1"/>
          </p:cNvSpPr>
          <p:nvPr>
            <p:ph type="dt" sz="half" idx="10"/>
          </p:nvPr>
        </p:nvSpPr>
        <p:spPr/>
        <p:txBody>
          <a:bodyPr/>
          <a:lstStyle/>
          <a:p>
            <a:fld id="{22CD0572-4405-44D1-8F2D-F5C8A5BE6BD3}" type="datetime2">
              <a:rPr lang="en-US" smtClean="0"/>
              <a:t>Monday, September 1, 2025</a:t>
            </a:fld>
            <a:endParaRPr lang="en-US"/>
          </a:p>
        </p:txBody>
      </p:sp>
      <p:sp>
        <p:nvSpPr>
          <p:cNvPr id="5" name="Footer Placeholder 4">
            <a:extLst>
              <a:ext uri="{FF2B5EF4-FFF2-40B4-BE49-F238E27FC236}">
                <a16:creationId xmlns:a16="http://schemas.microsoft.com/office/drawing/2014/main" id="{E92F9DA7-C396-B598-BB05-2A95A567B0FF}"/>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4CBC9ACA-54A7-6BFA-9316-7E6CF63ADC1E}"/>
              </a:ext>
            </a:extLst>
          </p:cNvPr>
          <p:cNvSpPr>
            <a:spLocks noGrp="1"/>
          </p:cNvSpPr>
          <p:nvPr>
            <p:ph type="sldNum" sz="quarter" idx="12"/>
          </p:nvPr>
        </p:nvSpPr>
        <p:spPr/>
        <p:txBody>
          <a:bodyPr/>
          <a:lstStyle/>
          <a:p>
            <a:fld id="{B6F15528-21DE-4FAA-801E-634DDDAF4B2B}" type="slidenum">
              <a:rPr lang="en-US" smtClean="0"/>
              <a:pPr/>
              <a:t>41</a:t>
            </a:fld>
            <a:endParaRPr lang="en-US"/>
          </a:p>
        </p:txBody>
      </p:sp>
      <p:sp>
        <p:nvSpPr>
          <p:cNvPr id="7" name="Title 1">
            <a:extLst>
              <a:ext uri="{FF2B5EF4-FFF2-40B4-BE49-F238E27FC236}">
                <a16:creationId xmlns:a16="http://schemas.microsoft.com/office/drawing/2014/main" id="{EA00F781-15A4-04A3-517F-F92A0AE0233E}"/>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How to Reduce the Effective Access Time in Paging?</a:t>
            </a:r>
          </a:p>
        </p:txBody>
      </p:sp>
      <p:pic>
        <p:nvPicPr>
          <p:cNvPr id="2" name="Picture 1" descr="A black and red logo&#10;&#10;Description automatically generated">
            <a:extLst>
              <a:ext uri="{FF2B5EF4-FFF2-40B4-BE49-F238E27FC236}">
                <a16:creationId xmlns:a16="http://schemas.microsoft.com/office/drawing/2014/main" id="{6136BB88-B5A1-B685-0D55-1D44564CAEC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86E50BE4-899A-6D2C-9005-C2980F26238D}"/>
              </a:ext>
            </a:extLst>
          </p:cNvPr>
          <p:cNvSpPr>
            <a:spLocks noGrp="1"/>
          </p:cNvSpPr>
          <p:nvPr>
            <p:ph idx="1"/>
          </p:nvPr>
        </p:nvSpPr>
        <p:spPr>
          <a:xfrm>
            <a:off x="609600" y="1150145"/>
            <a:ext cx="10972800" cy="4990306"/>
          </a:xfrm>
        </p:spPr>
        <p:txBody>
          <a:bodyPr>
            <a:normAutofit/>
          </a:bodyPr>
          <a:lstStyle/>
          <a:p>
            <a:pPr marL="0" indent="0" algn="just">
              <a:lnSpc>
                <a:spcPct val="150000"/>
              </a:lnSpc>
              <a:spcBef>
                <a:spcPts val="0"/>
              </a:spcBef>
              <a:buNone/>
            </a:pPr>
            <a:r>
              <a:rPr lang="en-US" sz="2400" dirty="0"/>
              <a:t>Topic Objective: To increase the performance of paging mechanism by introducing the concept of TLB.</a:t>
            </a:r>
          </a:p>
          <a:p>
            <a:pPr marL="0" indent="0" algn="just">
              <a:lnSpc>
                <a:spcPct val="150000"/>
              </a:lnSpc>
              <a:spcBef>
                <a:spcPts val="0"/>
              </a:spcBef>
              <a:buNone/>
            </a:pPr>
            <a:r>
              <a:rPr lang="en-US" sz="2400" dirty="0"/>
              <a:t>TLB (Translation Look-aside Buffer) is page-table cache, which is implemented as a fast associative memory. The associative memory is distinguished by its ability to search for a key, concurrently in all entries in a table.</a:t>
            </a:r>
          </a:p>
          <a:p>
            <a:pPr marL="0" indent="0" algn="just">
              <a:lnSpc>
                <a:spcPct val="150000"/>
              </a:lnSpc>
              <a:spcBef>
                <a:spcPts val="0"/>
              </a:spcBef>
              <a:buNone/>
            </a:pPr>
            <a:r>
              <a:rPr lang="en-US" sz="2400" dirty="0"/>
              <a:t>This property makes the associative memory much faster than conventional RAM. But it is much costlier also.</a:t>
            </a:r>
          </a:p>
        </p:txBody>
      </p:sp>
    </p:spTree>
    <p:extLst>
      <p:ext uri="{BB962C8B-B14F-4D97-AF65-F5344CB8AC3E}">
        <p14:creationId xmlns:p14="http://schemas.microsoft.com/office/powerpoint/2010/main" val="14582189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F640-5B75-73A5-5D89-AE7636456D7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B50AD7B-0D8D-B84E-8CAF-1CB91DCEB992}"/>
              </a:ext>
            </a:extLst>
          </p:cNvPr>
          <p:cNvSpPr>
            <a:spLocks noGrp="1"/>
          </p:cNvSpPr>
          <p:nvPr>
            <p:ph type="dt" sz="half" idx="10"/>
          </p:nvPr>
        </p:nvSpPr>
        <p:spPr/>
        <p:txBody>
          <a:bodyPr/>
          <a:lstStyle/>
          <a:p>
            <a:fld id="{BADFB757-55E8-4587-9DA1-4F149B5EB7AA}" type="datetime2">
              <a:rPr lang="en-US" smtClean="0"/>
              <a:t>Monday, September 1, 2025</a:t>
            </a:fld>
            <a:endParaRPr lang="en-US"/>
          </a:p>
        </p:txBody>
      </p:sp>
      <p:sp>
        <p:nvSpPr>
          <p:cNvPr id="5" name="Footer Placeholder 4">
            <a:extLst>
              <a:ext uri="{FF2B5EF4-FFF2-40B4-BE49-F238E27FC236}">
                <a16:creationId xmlns:a16="http://schemas.microsoft.com/office/drawing/2014/main" id="{9E0F4368-5BD2-7FD9-2B5C-629C9C7E621F}"/>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B94474D5-194D-40E7-9189-0F25BBD8D92D}"/>
              </a:ext>
            </a:extLst>
          </p:cNvPr>
          <p:cNvSpPr>
            <a:spLocks noGrp="1"/>
          </p:cNvSpPr>
          <p:nvPr>
            <p:ph type="sldNum" sz="quarter" idx="12"/>
          </p:nvPr>
        </p:nvSpPr>
        <p:spPr/>
        <p:txBody>
          <a:bodyPr/>
          <a:lstStyle/>
          <a:p>
            <a:fld id="{B6F15528-21DE-4FAA-801E-634DDDAF4B2B}" type="slidenum">
              <a:rPr lang="en-US" smtClean="0"/>
              <a:pPr/>
              <a:t>42</a:t>
            </a:fld>
            <a:endParaRPr lang="en-US"/>
          </a:p>
        </p:txBody>
      </p:sp>
      <p:sp>
        <p:nvSpPr>
          <p:cNvPr id="7" name="Title 1">
            <a:extLst>
              <a:ext uri="{FF2B5EF4-FFF2-40B4-BE49-F238E27FC236}">
                <a16:creationId xmlns:a16="http://schemas.microsoft.com/office/drawing/2014/main" id="{188E7A6B-FCE6-C04B-60BE-991B12B1F0C8}"/>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How to Reduce the Effective Access Time in Paging?</a:t>
            </a:r>
          </a:p>
        </p:txBody>
      </p:sp>
      <p:pic>
        <p:nvPicPr>
          <p:cNvPr id="2" name="Picture 1" descr="A black and red logo&#10;&#10;Description automatically generated">
            <a:extLst>
              <a:ext uri="{FF2B5EF4-FFF2-40B4-BE49-F238E27FC236}">
                <a16:creationId xmlns:a16="http://schemas.microsoft.com/office/drawing/2014/main" id="{4DDDD4A9-422D-93A2-7583-380BC74826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226B81E1-A58D-EBBF-5081-4CDD8A362888}"/>
              </a:ext>
            </a:extLst>
          </p:cNvPr>
          <p:cNvSpPr>
            <a:spLocks noGrp="1"/>
          </p:cNvSpPr>
          <p:nvPr>
            <p:ph idx="1"/>
          </p:nvPr>
        </p:nvSpPr>
        <p:spPr>
          <a:xfrm>
            <a:off x="609600" y="1150145"/>
            <a:ext cx="10972800" cy="4990306"/>
          </a:xfrm>
        </p:spPr>
        <p:txBody>
          <a:bodyPr>
            <a:normAutofit/>
          </a:bodyPr>
          <a:lstStyle/>
          <a:p>
            <a:pPr marL="0" indent="0" algn="just">
              <a:lnSpc>
                <a:spcPct val="150000"/>
              </a:lnSpc>
              <a:buNone/>
            </a:pPr>
            <a:r>
              <a:rPr lang="en-US" sz="2400" dirty="0"/>
              <a:t>Topic Objective: to compare TLB with RAM.</a:t>
            </a:r>
          </a:p>
          <a:p>
            <a:pPr marL="0" indent="0" algn="just">
              <a:lnSpc>
                <a:spcPct val="150000"/>
              </a:lnSpc>
              <a:buNone/>
            </a:pPr>
            <a:r>
              <a:rPr lang="en-US" sz="2400" dirty="0"/>
              <a:t>Due to higher cost, it may not be cost effective to have entire page table in TLB, but a subset of page table, that may be currently active, can be moved to TLB.</a:t>
            </a:r>
          </a:p>
          <a:p>
            <a:pPr marL="0" indent="0" algn="just">
              <a:lnSpc>
                <a:spcPct val="150000"/>
              </a:lnSpc>
              <a:buNone/>
            </a:pPr>
            <a:r>
              <a:rPr lang="en-US" sz="2400" dirty="0"/>
              <a:t>Each entry of TLB would contain Page no. of a page and the Frame no. where the page is stored in RAM</a:t>
            </a:r>
          </a:p>
        </p:txBody>
      </p:sp>
    </p:spTree>
    <p:extLst>
      <p:ext uri="{BB962C8B-B14F-4D97-AF65-F5344CB8AC3E}">
        <p14:creationId xmlns:p14="http://schemas.microsoft.com/office/powerpoint/2010/main" val="26936093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3CD07-2F10-1AD5-70E6-9900D738F5A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7988985-4B65-7187-2C0C-69CB45631824}"/>
              </a:ext>
            </a:extLst>
          </p:cNvPr>
          <p:cNvSpPr>
            <a:spLocks noGrp="1"/>
          </p:cNvSpPr>
          <p:nvPr>
            <p:ph type="dt" sz="half" idx="10"/>
          </p:nvPr>
        </p:nvSpPr>
        <p:spPr/>
        <p:txBody>
          <a:bodyPr/>
          <a:lstStyle/>
          <a:p>
            <a:fld id="{7C811A7F-B25C-4B97-B20F-99FCBD55A3D0}" type="datetime2">
              <a:rPr lang="en-US" smtClean="0"/>
              <a:t>Monday, September 1, 2025</a:t>
            </a:fld>
            <a:endParaRPr lang="en-US"/>
          </a:p>
        </p:txBody>
      </p:sp>
      <p:sp>
        <p:nvSpPr>
          <p:cNvPr id="5" name="Footer Placeholder 4">
            <a:extLst>
              <a:ext uri="{FF2B5EF4-FFF2-40B4-BE49-F238E27FC236}">
                <a16:creationId xmlns:a16="http://schemas.microsoft.com/office/drawing/2014/main" id="{4D2C36BF-E603-A9EC-83E5-D722E6430A31}"/>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3BF55F6E-4A72-F807-4B28-47D43591FC82}"/>
              </a:ext>
            </a:extLst>
          </p:cNvPr>
          <p:cNvSpPr>
            <a:spLocks noGrp="1"/>
          </p:cNvSpPr>
          <p:nvPr>
            <p:ph type="sldNum" sz="quarter" idx="12"/>
          </p:nvPr>
        </p:nvSpPr>
        <p:spPr/>
        <p:txBody>
          <a:bodyPr/>
          <a:lstStyle/>
          <a:p>
            <a:fld id="{B6F15528-21DE-4FAA-801E-634DDDAF4B2B}" type="slidenum">
              <a:rPr lang="en-US" smtClean="0"/>
              <a:pPr/>
              <a:t>43</a:t>
            </a:fld>
            <a:endParaRPr lang="en-US"/>
          </a:p>
        </p:txBody>
      </p:sp>
      <p:sp>
        <p:nvSpPr>
          <p:cNvPr id="7" name="Title 1">
            <a:extLst>
              <a:ext uri="{FF2B5EF4-FFF2-40B4-BE49-F238E27FC236}">
                <a16:creationId xmlns:a16="http://schemas.microsoft.com/office/drawing/2014/main" id="{BB45497A-B458-BA92-6CBC-185E1FB034FB}"/>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TLB</a:t>
            </a:r>
          </a:p>
        </p:txBody>
      </p:sp>
      <p:pic>
        <p:nvPicPr>
          <p:cNvPr id="2" name="Picture 1" descr="A black and red logo&#10;&#10;Description automatically generated">
            <a:extLst>
              <a:ext uri="{FF2B5EF4-FFF2-40B4-BE49-F238E27FC236}">
                <a16:creationId xmlns:a16="http://schemas.microsoft.com/office/drawing/2014/main" id="{DB07AA2E-87E8-9DB0-9CA8-7D577D9FE2B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96F404A7-730E-3B6C-8079-F5C770947263}"/>
              </a:ext>
            </a:extLst>
          </p:cNvPr>
          <p:cNvSpPr>
            <a:spLocks noGrp="1"/>
          </p:cNvSpPr>
          <p:nvPr>
            <p:ph idx="1"/>
          </p:nvPr>
        </p:nvSpPr>
        <p:spPr>
          <a:xfrm>
            <a:off x="609600" y="1150145"/>
            <a:ext cx="4267200" cy="4990306"/>
          </a:xfrm>
        </p:spPr>
        <p:txBody>
          <a:bodyPr>
            <a:normAutofit/>
          </a:bodyPr>
          <a:lstStyle/>
          <a:p>
            <a:pPr algn="just"/>
            <a:r>
              <a:rPr lang="en-US" sz="2400" dirty="0"/>
              <a:t>Topic objective: To explain mechanism of TLB Hardware with the help of following diagram. </a:t>
            </a:r>
          </a:p>
        </p:txBody>
      </p:sp>
      <p:pic>
        <p:nvPicPr>
          <p:cNvPr id="3" name="Picture 5">
            <a:extLst>
              <a:ext uri="{FF2B5EF4-FFF2-40B4-BE49-F238E27FC236}">
                <a16:creationId xmlns:a16="http://schemas.microsoft.com/office/drawing/2014/main" id="{975163CA-46BD-AA91-49C8-86D2185BFE1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33591" y="1107654"/>
            <a:ext cx="6403183" cy="4840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311099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03D98-F02D-240A-5266-15F110C9BAE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E87C8A7-C182-D8E6-E07C-0015369E25A0}"/>
              </a:ext>
            </a:extLst>
          </p:cNvPr>
          <p:cNvSpPr>
            <a:spLocks noGrp="1"/>
          </p:cNvSpPr>
          <p:nvPr>
            <p:ph type="dt" sz="half" idx="10"/>
          </p:nvPr>
        </p:nvSpPr>
        <p:spPr/>
        <p:txBody>
          <a:bodyPr/>
          <a:lstStyle/>
          <a:p>
            <a:fld id="{8C2F0296-8C06-4E01-AA19-BEB781D54DDE}" type="datetime2">
              <a:rPr lang="en-US" smtClean="0"/>
              <a:t>Monday, September 1, 2025</a:t>
            </a:fld>
            <a:endParaRPr lang="en-US"/>
          </a:p>
        </p:txBody>
      </p:sp>
      <p:sp>
        <p:nvSpPr>
          <p:cNvPr id="5" name="Footer Placeholder 4">
            <a:extLst>
              <a:ext uri="{FF2B5EF4-FFF2-40B4-BE49-F238E27FC236}">
                <a16:creationId xmlns:a16="http://schemas.microsoft.com/office/drawing/2014/main" id="{123D357A-A887-DD51-1BC2-C8D04001C7F5}"/>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0D3FA238-D2CB-663B-0AAF-035B3047FCCE}"/>
              </a:ext>
            </a:extLst>
          </p:cNvPr>
          <p:cNvSpPr>
            <a:spLocks noGrp="1"/>
          </p:cNvSpPr>
          <p:nvPr>
            <p:ph type="sldNum" sz="quarter" idx="12"/>
          </p:nvPr>
        </p:nvSpPr>
        <p:spPr/>
        <p:txBody>
          <a:bodyPr/>
          <a:lstStyle/>
          <a:p>
            <a:fld id="{B6F15528-21DE-4FAA-801E-634DDDAF4B2B}" type="slidenum">
              <a:rPr lang="en-US" smtClean="0"/>
              <a:pPr/>
              <a:t>44</a:t>
            </a:fld>
            <a:endParaRPr lang="en-US"/>
          </a:p>
        </p:txBody>
      </p:sp>
      <p:sp>
        <p:nvSpPr>
          <p:cNvPr id="7" name="Title 1">
            <a:extLst>
              <a:ext uri="{FF2B5EF4-FFF2-40B4-BE49-F238E27FC236}">
                <a16:creationId xmlns:a16="http://schemas.microsoft.com/office/drawing/2014/main" id="{E2BD4C16-B2EC-78B6-9D72-5B4C67A26B4F}"/>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TLB</a:t>
            </a:r>
          </a:p>
        </p:txBody>
      </p:sp>
      <p:pic>
        <p:nvPicPr>
          <p:cNvPr id="2" name="Picture 1" descr="A black and red logo&#10;&#10;Description automatically generated">
            <a:extLst>
              <a:ext uri="{FF2B5EF4-FFF2-40B4-BE49-F238E27FC236}">
                <a16:creationId xmlns:a16="http://schemas.microsoft.com/office/drawing/2014/main" id="{04EB14E9-5727-5456-E532-9930B52A514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141BE5E1-8CA9-466B-0D39-DCE10A91A8A5}"/>
              </a:ext>
            </a:extLst>
          </p:cNvPr>
          <p:cNvSpPr>
            <a:spLocks noGrp="1"/>
          </p:cNvSpPr>
          <p:nvPr>
            <p:ph idx="1"/>
          </p:nvPr>
        </p:nvSpPr>
        <p:spPr>
          <a:xfrm>
            <a:off x="609600" y="1150145"/>
            <a:ext cx="10972800" cy="4990306"/>
          </a:xfrm>
        </p:spPr>
        <p:txBody>
          <a:bodyPr>
            <a:normAutofit/>
          </a:bodyPr>
          <a:lstStyle/>
          <a:p>
            <a:pPr marL="0" indent="0" algn="just">
              <a:lnSpc>
                <a:spcPct val="150000"/>
              </a:lnSpc>
              <a:spcBef>
                <a:spcPts val="0"/>
              </a:spcBef>
              <a:buNone/>
            </a:pPr>
            <a:r>
              <a:rPr lang="en-US" sz="2400" dirty="0"/>
              <a:t>Topic Objective: To understand the mechanism of TLB.</a:t>
            </a:r>
          </a:p>
          <a:p>
            <a:pPr marL="0" indent="0" algn="just">
              <a:lnSpc>
                <a:spcPct val="150000"/>
              </a:lnSpc>
              <a:spcBef>
                <a:spcPts val="0"/>
              </a:spcBef>
              <a:buNone/>
            </a:pPr>
            <a:r>
              <a:rPr lang="en-US" sz="2400" dirty="0"/>
              <a:t>Whenever, a logical address is generated, the page no. p of the logical address is fed as a key to the TLB.</a:t>
            </a:r>
          </a:p>
          <a:p>
            <a:pPr marL="0" indent="0" algn="just">
              <a:lnSpc>
                <a:spcPct val="150000"/>
              </a:lnSpc>
              <a:spcBef>
                <a:spcPts val="0"/>
              </a:spcBef>
              <a:buNone/>
            </a:pPr>
            <a:r>
              <a:rPr lang="en-US" sz="2400" dirty="0"/>
              <a:t>The key is searched in parallel in all the entries of TLB.</a:t>
            </a:r>
          </a:p>
          <a:p>
            <a:pPr marL="0" indent="0" algn="just">
              <a:lnSpc>
                <a:spcPct val="150000"/>
              </a:lnSpc>
              <a:spcBef>
                <a:spcPts val="0"/>
              </a:spcBef>
              <a:buNone/>
            </a:pPr>
            <a:r>
              <a:rPr lang="en-US" sz="2400" dirty="0"/>
              <a:t>If the match found for the page no. p, it is termed as TLB hit. The entry, with the matching number contains the frame no., where the page is stored.</a:t>
            </a:r>
          </a:p>
        </p:txBody>
      </p:sp>
    </p:spTree>
    <p:extLst>
      <p:ext uri="{BB962C8B-B14F-4D97-AF65-F5344CB8AC3E}">
        <p14:creationId xmlns:p14="http://schemas.microsoft.com/office/powerpoint/2010/main" val="28880477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1B0C5-69CD-DE90-9A8A-29E5F1B4A37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CB96439-2F80-6D15-1D10-330F8CC5F597}"/>
              </a:ext>
            </a:extLst>
          </p:cNvPr>
          <p:cNvSpPr>
            <a:spLocks noGrp="1"/>
          </p:cNvSpPr>
          <p:nvPr>
            <p:ph type="dt" sz="half" idx="10"/>
          </p:nvPr>
        </p:nvSpPr>
        <p:spPr/>
        <p:txBody>
          <a:bodyPr/>
          <a:lstStyle/>
          <a:p>
            <a:fld id="{0E9DB617-CEC8-4387-BAEC-8058D8A7FF65}" type="datetime2">
              <a:rPr lang="en-US" smtClean="0"/>
              <a:t>Monday, September 1, 2025</a:t>
            </a:fld>
            <a:endParaRPr lang="en-US"/>
          </a:p>
        </p:txBody>
      </p:sp>
      <p:sp>
        <p:nvSpPr>
          <p:cNvPr id="5" name="Footer Placeholder 4">
            <a:extLst>
              <a:ext uri="{FF2B5EF4-FFF2-40B4-BE49-F238E27FC236}">
                <a16:creationId xmlns:a16="http://schemas.microsoft.com/office/drawing/2014/main" id="{EBEFCB10-26F6-E72F-A5EB-75BBE764B963}"/>
              </a:ext>
            </a:extLst>
          </p:cNvPr>
          <p:cNvSpPr>
            <a:spLocks noGrp="1"/>
          </p:cNvSpPr>
          <p:nvPr>
            <p:ph type="ftr" sz="quarter" idx="11"/>
          </p:nvPr>
        </p:nvSpPr>
        <p:spPr>
          <a:xfrm>
            <a:off x="4495800" y="6239670"/>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21F792C2-006D-DEEA-226C-D07CC99704DE}"/>
              </a:ext>
            </a:extLst>
          </p:cNvPr>
          <p:cNvSpPr>
            <a:spLocks noGrp="1"/>
          </p:cNvSpPr>
          <p:nvPr>
            <p:ph type="sldNum" sz="quarter" idx="12"/>
          </p:nvPr>
        </p:nvSpPr>
        <p:spPr/>
        <p:txBody>
          <a:bodyPr/>
          <a:lstStyle/>
          <a:p>
            <a:fld id="{B6F15528-21DE-4FAA-801E-634DDDAF4B2B}" type="slidenum">
              <a:rPr lang="en-US" smtClean="0"/>
              <a:pPr/>
              <a:t>45</a:t>
            </a:fld>
            <a:endParaRPr lang="en-US"/>
          </a:p>
        </p:txBody>
      </p:sp>
      <p:sp>
        <p:nvSpPr>
          <p:cNvPr id="7" name="Title 1">
            <a:extLst>
              <a:ext uri="{FF2B5EF4-FFF2-40B4-BE49-F238E27FC236}">
                <a16:creationId xmlns:a16="http://schemas.microsoft.com/office/drawing/2014/main" id="{12419380-DA13-6F7A-5E93-558D58F2E6AD}"/>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TLB</a:t>
            </a:r>
          </a:p>
        </p:txBody>
      </p:sp>
      <p:pic>
        <p:nvPicPr>
          <p:cNvPr id="2" name="Picture 1" descr="A black and red logo&#10;&#10;Description automatically generated">
            <a:extLst>
              <a:ext uri="{FF2B5EF4-FFF2-40B4-BE49-F238E27FC236}">
                <a16:creationId xmlns:a16="http://schemas.microsoft.com/office/drawing/2014/main" id="{44FE7FAD-7F20-3633-FFF5-4E269A9011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043EECA5-28C5-BB09-A1C3-A50B612022A2}"/>
              </a:ext>
            </a:extLst>
          </p:cNvPr>
          <p:cNvSpPr>
            <a:spLocks noGrp="1"/>
          </p:cNvSpPr>
          <p:nvPr>
            <p:ph idx="1"/>
          </p:nvPr>
        </p:nvSpPr>
        <p:spPr>
          <a:xfrm>
            <a:off x="609600" y="1150145"/>
            <a:ext cx="10972800" cy="4990306"/>
          </a:xfrm>
        </p:spPr>
        <p:txBody>
          <a:bodyPr>
            <a:normAutofit/>
          </a:bodyPr>
          <a:lstStyle/>
          <a:p>
            <a:pPr marL="0" indent="0" algn="just">
              <a:lnSpc>
                <a:spcPct val="150000"/>
              </a:lnSpc>
              <a:buNone/>
            </a:pPr>
            <a:r>
              <a:rPr lang="en-US" sz="2400" dirty="0"/>
              <a:t>If match not found for the page no., it indicates TLB miss. Then, the frame no. is accessed from the page table. Also, the page table entry is moved to TLB, so that for further references to that page, its frame no. can be accessed from TLB itself.</a:t>
            </a:r>
          </a:p>
          <a:p>
            <a:pPr marL="0" indent="0" algn="just">
              <a:lnSpc>
                <a:spcPct val="150000"/>
              </a:lnSpc>
              <a:buNone/>
            </a:pPr>
            <a:r>
              <a:rPr lang="en-US" sz="2400" dirty="0"/>
              <a:t>If TLB is full, then some replacement algorithm can be used to replace one of the existing entries in the TLB.</a:t>
            </a:r>
          </a:p>
        </p:txBody>
      </p:sp>
    </p:spTree>
    <p:extLst>
      <p:ext uri="{BB962C8B-B14F-4D97-AF65-F5344CB8AC3E}">
        <p14:creationId xmlns:p14="http://schemas.microsoft.com/office/powerpoint/2010/main" val="17842814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1C0C6-FC6A-E212-534E-844B66BCB08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7AC6F09-0479-28E1-0395-65556E502331}"/>
              </a:ext>
            </a:extLst>
          </p:cNvPr>
          <p:cNvSpPr>
            <a:spLocks noGrp="1"/>
          </p:cNvSpPr>
          <p:nvPr>
            <p:ph type="dt" sz="half" idx="10"/>
          </p:nvPr>
        </p:nvSpPr>
        <p:spPr/>
        <p:txBody>
          <a:bodyPr/>
          <a:lstStyle/>
          <a:p>
            <a:fld id="{B4D0FB31-0938-4856-9A95-C2A8AF94AB20}" type="datetime2">
              <a:rPr lang="en-US" smtClean="0"/>
              <a:t>Monday, September 1, 2025</a:t>
            </a:fld>
            <a:endParaRPr lang="en-US"/>
          </a:p>
        </p:txBody>
      </p:sp>
      <p:sp>
        <p:nvSpPr>
          <p:cNvPr id="5" name="Footer Placeholder 4">
            <a:extLst>
              <a:ext uri="{FF2B5EF4-FFF2-40B4-BE49-F238E27FC236}">
                <a16:creationId xmlns:a16="http://schemas.microsoft.com/office/drawing/2014/main" id="{122BD9B3-9ADC-7785-B80C-D2EE73FDB471}"/>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8A6DABFD-2A82-6D8A-7795-03DA46BB54C4}"/>
              </a:ext>
            </a:extLst>
          </p:cNvPr>
          <p:cNvSpPr>
            <a:spLocks noGrp="1"/>
          </p:cNvSpPr>
          <p:nvPr>
            <p:ph type="sldNum" sz="quarter" idx="12"/>
          </p:nvPr>
        </p:nvSpPr>
        <p:spPr/>
        <p:txBody>
          <a:bodyPr/>
          <a:lstStyle/>
          <a:p>
            <a:fld id="{B6F15528-21DE-4FAA-801E-634DDDAF4B2B}" type="slidenum">
              <a:rPr lang="en-US" smtClean="0"/>
              <a:pPr/>
              <a:t>46</a:t>
            </a:fld>
            <a:endParaRPr lang="en-US"/>
          </a:p>
        </p:txBody>
      </p:sp>
      <p:sp>
        <p:nvSpPr>
          <p:cNvPr id="7" name="Title 1">
            <a:extLst>
              <a:ext uri="{FF2B5EF4-FFF2-40B4-BE49-F238E27FC236}">
                <a16:creationId xmlns:a16="http://schemas.microsoft.com/office/drawing/2014/main" id="{780863C4-F73B-8D25-ECE3-205F2B120428}"/>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nSpc>
                <a:spcPct val="150000"/>
              </a:lnSpc>
            </a:pPr>
            <a:r>
              <a:rPr lang="en-US" sz="2800" dirty="0">
                <a:solidFill>
                  <a:schemeClr val="dk1"/>
                </a:solidFill>
              </a:rPr>
              <a:t>Improvement in effective memory access time</a:t>
            </a:r>
          </a:p>
        </p:txBody>
      </p:sp>
      <p:pic>
        <p:nvPicPr>
          <p:cNvPr id="2" name="Picture 1" descr="A black and red logo&#10;&#10;Description automatically generated">
            <a:extLst>
              <a:ext uri="{FF2B5EF4-FFF2-40B4-BE49-F238E27FC236}">
                <a16:creationId xmlns:a16="http://schemas.microsoft.com/office/drawing/2014/main" id="{FC950565-540F-47DC-5F80-37113CBA21A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20508175-F2BE-3288-C470-A7C5399CD035}"/>
              </a:ext>
            </a:extLst>
          </p:cNvPr>
          <p:cNvSpPr>
            <a:spLocks noGrp="1"/>
          </p:cNvSpPr>
          <p:nvPr>
            <p:ph idx="1"/>
          </p:nvPr>
        </p:nvSpPr>
        <p:spPr>
          <a:xfrm>
            <a:off x="609600" y="1150145"/>
            <a:ext cx="11277600" cy="4990306"/>
          </a:xfrm>
        </p:spPr>
        <p:txBody>
          <a:bodyPr>
            <a:noAutofit/>
          </a:bodyPr>
          <a:lstStyle/>
          <a:p>
            <a:pPr marL="0" indent="0">
              <a:lnSpc>
                <a:spcPct val="150000"/>
              </a:lnSpc>
              <a:buNone/>
            </a:pPr>
            <a:r>
              <a:rPr lang="en-US" sz="2200" dirty="0"/>
              <a:t>Topic objective: To compute the effective memory access time of cache memory.</a:t>
            </a:r>
          </a:p>
          <a:p>
            <a:pPr marL="0" indent="0">
              <a:lnSpc>
                <a:spcPct val="150000"/>
              </a:lnSpc>
              <a:buNone/>
            </a:pPr>
            <a:r>
              <a:rPr lang="en-US" sz="2200" dirty="0"/>
              <a:t>TLB Hit ratio=0.9 </a:t>
            </a:r>
          </a:p>
          <a:p>
            <a:pPr marL="0" indent="0">
              <a:lnSpc>
                <a:spcPct val="150000"/>
              </a:lnSpc>
              <a:buNone/>
            </a:pPr>
            <a:r>
              <a:rPr lang="en-US" sz="2200" dirty="0"/>
              <a:t>RAM access time  T=100 ns and TLB access time t=20 ns</a:t>
            </a:r>
          </a:p>
          <a:p>
            <a:pPr marL="0" indent="0">
              <a:lnSpc>
                <a:spcPct val="150000"/>
              </a:lnSpc>
              <a:buNone/>
            </a:pPr>
            <a:r>
              <a:rPr lang="en-US" sz="2200" dirty="0"/>
              <a:t>Effective access time without TLB= 2T=200 ns</a:t>
            </a:r>
          </a:p>
          <a:p>
            <a:pPr marL="0" indent="0">
              <a:lnSpc>
                <a:spcPct val="150000"/>
              </a:lnSpc>
              <a:buNone/>
            </a:pPr>
            <a:r>
              <a:rPr lang="en-US" sz="2200" dirty="0"/>
              <a:t>Effective access time with TLB</a:t>
            </a:r>
          </a:p>
          <a:p>
            <a:pPr marL="0" indent="0">
              <a:lnSpc>
                <a:spcPct val="150000"/>
              </a:lnSpc>
              <a:buNone/>
            </a:pPr>
            <a:r>
              <a:rPr lang="en-US" sz="2200" dirty="0"/>
              <a:t>=H*(T + t) + (1-H) * (2*T + t)</a:t>
            </a:r>
          </a:p>
          <a:p>
            <a:pPr marL="0" indent="0">
              <a:lnSpc>
                <a:spcPct val="150000"/>
              </a:lnSpc>
              <a:buNone/>
            </a:pPr>
            <a:r>
              <a:rPr lang="en-US" sz="2200" dirty="0"/>
              <a:t>=0.9*(100+20) + (1-0.9)*(2*100+20)</a:t>
            </a:r>
          </a:p>
          <a:p>
            <a:pPr marL="0" indent="0">
              <a:lnSpc>
                <a:spcPct val="150000"/>
              </a:lnSpc>
              <a:buNone/>
            </a:pPr>
            <a:r>
              <a:rPr lang="en-US" sz="2200" dirty="0"/>
              <a:t>=0.9*120+0.1*220=108+22=130 ns</a:t>
            </a:r>
          </a:p>
          <a:p>
            <a:pPr marL="0" indent="0">
              <a:lnSpc>
                <a:spcPct val="150000"/>
              </a:lnSpc>
              <a:buNone/>
            </a:pPr>
            <a:r>
              <a:rPr lang="en-US" sz="2200" b="1" dirty="0"/>
              <a:t>Reduction in effective access time=(200-130)*100/200=35%</a:t>
            </a:r>
          </a:p>
        </p:txBody>
      </p:sp>
    </p:spTree>
    <p:extLst>
      <p:ext uri="{BB962C8B-B14F-4D97-AF65-F5344CB8AC3E}">
        <p14:creationId xmlns:p14="http://schemas.microsoft.com/office/powerpoint/2010/main" val="12335716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73C5B-C233-C76A-6245-792698C13D4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F272078-E12F-EE17-9E32-AD1E731FA8B1}"/>
              </a:ext>
            </a:extLst>
          </p:cNvPr>
          <p:cNvSpPr>
            <a:spLocks noGrp="1"/>
          </p:cNvSpPr>
          <p:nvPr>
            <p:ph type="dt" sz="half" idx="10"/>
          </p:nvPr>
        </p:nvSpPr>
        <p:spPr/>
        <p:txBody>
          <a:bodyPr/>
          <a:lstStyle/>
          <a:p>
            <a:fld id="{5102F9DC-D366-4012-94B4-DA433F2CD907}" type="datetime2">
              <a:rPr lang="en-US" smtClean="0"/>
              <a:t>Monday, September 1, 2025</a:t>
            </a:fld>
            <a:endParaRPr lang="en-US"/>
          </a:p>
        </p:txBody>
      </p:sp>
      <p:sp>
        <p:nvSpPr>
          <p:cNvPr id="5" name="Footer Placeholder 4">
            <a:extLst>
              <a:ext uri="{FF2B5EF4-FFF2-40B4-BE49-F238E27FC236}">
                <a16:creationId xmlns:a16="http://schemas.microsoft.com/office/drawing/2014/main" id="{F5BF7B6E-0676-8269-1460-7B19ACBEEFE4}"/>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DC40E9F6-C904-31AC-8E5C-79AAC90AA9ED}"/>
              </a:ext>
            </a:extLst>
          </p:cNvPr>
          <p:cNvSpPr>
            <a:spLocks noGrp="1"/>
          </p:cNvSpPr>
          <p:nvPr>
            <p:ph type="sldNum" sz="quarter" idx="12"/>
          </p:nvPr>
        </p:nvSpPr>
        <p:spPr/>
        <p:txBody>
          <a:bodyPr/>
          <a:lstStyle/>
          <a:p>
            <a:fld id="{B6F15528-21DE-4FAA-801E-634DDDAF4B2B}" type="slidenum">
              <a:rPr lang="en-US" smtClean="0"/>
              <a:pPr/>
              <a:t>47</a:t>
            </a:fld>
            <a:endParaRPr lang="en-US"/>
          </a:p>
        </p:txBody>
      </p:sp>
      <p:sp>
        <p:nvSpPr>
          <p:cNvPr id="7" name="Title 1">
            <a:extLst>
              <a:ext uri="{FF2B5EF4-FFF2-40B4-BE49-F238E27FC236}">
                <a16:creationId xmlns:a16="http://schemas.microsoft.com/office/drawing/2014/main" id="{66865059-F552-E024-7B39-37A172ABC230}"/>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Inverted Page Table(IPT)</a:t>
            </a:r>
          </a:p>
        </p:txBody>
      </p:sp>
      <p:pic>
        <p:nvPicPr>
          <p:cNvPr id="2" name="Picture 1" descr="A black and red logo&#10;&#10;Description automatically generated">
            <a:extLst>
              <a:ext uri="{FF2B5EF4-FFF2-40B4-BE49-F238E27FC236}">
                <a16:creationId xmlns:a16="http://schemas.microsoft.com/office/drawing/2014/main" id="{DB404DAD-C2F0-9DDF-D5A7-1B248B303C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959CE882-7858-D484-BA0C-ADE8CE14BEF3}"/>
              </a:ext>
            </a:extLst>
          </p:cNvPr>
          <p:cNvSpPr>
            <a:spLocks noGrp="1"/>
          </p:cNvSpPr>
          <p:nvPr>
            <p:ph idx="1"/>
          </p:nvPr>
        </p:nvSpPr>
        <p:spPr>
          <a:xfrm>
            <a:off x="609600" y="1150145"/>
            <a:ext cx="4191000" cy="4990306"/>
          </a:xfrm>
        </p:spPr>
        <p:txBody>
          <a:bodyPr>
            <a:noAutofit/>
          </a:bodyPr>
          <a:lstStyle/>
          <a:p>
            <a:pPr algn="just"/>
            <a:r>
              <a:rPr lang="en-US" sz="2000" dirty="0"/>
              <a:t>Topic Objective: To explain the mechanism of IPT with the help of following diagram.</a:t>
            </a:r>
          </a:p>
        </p:txBody>
      </p:sp>
      <p:pic>
        <p:nvPicPr>
          <p:cNvPr id="3" name="Picture 6">
            <a:extLst>
              <a:ext uri="{FF2B5EF4-FFF2-40B4-BE49-F238E27FC236}">
                <a16:creationId xmlns:a16="http://schemas.microsoft.com/office/drawing/2014/main" id="{45D929CB-5E6A-A9E1-BD33-7DF15BEF0E0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0" y="1150145"/>
            <a:ext cx="6502400" cy="4793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69935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8599A-DB0F-32F6-A3CE-F6FFD3739C4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E30216A-B5AA-5E75-55A4-CF9F7F131941}"/>
              </a:ext>
            </a:extLst>
          </p:cNvPr>
          <p:cNvSpPr>
            <a:spLocks noGrp="1"/>
          </p:cNvSpPr>
          <p:nvPr>
            <p:ph type="dt" sz="half" idx="10"/>
          </p:nvPr>
        </p:nvSpPr>
        <p:spPr/>
        <p:txBody>
          <a:bodyPr/>
          <a:lstStyle/>
          <a:p>
            <a:fld id="{C1974E4E-B626-4CD8-B7F6-71902768A0F4}" type="datetime2">
              <a:rPr lang="en-US" smtClean="0"/>
              <a:t>Monday, September 1, 2025</a:t>
            </a:fld>
            <a:endParaRPr lang="en-US"/>
          </a:p>
        </p:txBody>
      </p:sp>
      <p:sp>
        <p:nvSpPr>
          <p:cNvPr id="5" name="Footer Placeholder 4">
            <a:extLst>
              <a:ext uri="{FF2B5EF4-FFF2-40B4-BE49-F238E27FC236}">
                <a16:creationId xmlns:a16="http://schemas.microsoft.com/office/drawing/2014/main" id="{F2CC464D-E614-12AF-B2BA-B024CD36487C}"/>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C7250FA1-C5AA-D7EF-D16B-BFCFECF78FC2}"/>
              </a:ext>
            </a:extLst>
          </p:cNvPr>
          <p:cNvSpPr>
            <a:spLocks noGrp="1"/>
          </p:cNvSpPr>
          <p:nvPr>
            <p:ph type="sldNum" sz="quarter" idx="12"/>
          </p:nvPr>
        </p:nvSpPr>
        <p:spPr/>
        <p:txBody>
          <a:bodyPr/>
          <a:lstStyle/>
          <a:p>
            <a:fld id="{B6F15528-21DE-4FAA-801E-634DDDAF4B2B}" type="slidenum">
              <a:rPr lang="en-US" smtClean="0"/>
              <a:pPr/>
              <a:t>48</a:t>
            </a:fld>
            <a:endParaRPr lang="en-US"/>
          </a:p>
        </p:txBody>
      </p:sp>
      <p:sp>
        <p:nvSpPr>
          <p:cNvPr id="7" name="Title 1">
            <a:extLst>
              <a:ext uri="{FF2B5EF4-FFF2-40B4-BE49-F238E27FC236}">
                <a16:creationId xmlns:a16="http://schemas.microsoft.com/office/drawing/2014/main" id="{3B6A3EAF-2984-564E-EA0F-DACAC01EE3A8}"/>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Inverted Page Table(IPT)</a:t>
            </a:r>
          </a:p>
        </p:txBody>
      </p:sp>
      <p:pic>
        <p:nvPicPr>
          <p:cNvPr id="2" name="Picture 1" descr="A black and red logo&#10;&#10;Description automatically generated">
            <a:extLst>
              <a:ext uri="{FF2B5EF4-FFF2-40B4-BE49-F238E27FC236}">
                <a16:creationId xmlns:a16="http://schemas.microsoft.com/office/drawing/2014/main" id="{6C434D72-FF3F-A043-7D15-157A457560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EDA350F6-7CF2-29A1-C62F-EC5698F26BC6}"/>
              </a:ext>
            </a:extLst>
          </p:cNvPr>
          <p:cNvSpPr>
            <a:spLocks noGrp="1"/>
          </p:cNvSpPr>
          <p:nvPr>
            <p:ph idx="1"/>
          </p:nvPr>
        </p:nvSpPr>
        <p:spPr>
          <a:xfrm>
            <a:off x="914400" y="1150145"/>
            <a:ext cx="10668000" cy="4990306"/>
          </a:xfrm>
        </p:spPr>
        <p:txBody>
          <a:bodyPr>
            <a:noAutofit/>
          </a:bodyPr>
          <a:lstStyle/>
          <a:p>
            <a:pPr marL="0" indent="0" algn="just">
              <a:lnSpc>
                <a:spcPct val="150000"/>
              </a:lnSpc>
              <a:buNone/>
            </a:pPr>
            <a:r>
              <a:rPr lang="en-US" sz="2400" dirty="0"/>
              <a:t>Topic Objective: To explain the translation of logical address into physical address using IPT</a:t>
            </a:r>
          </a:p>
          <a:p>
            <a:pPr marL="0" indent="0" algn="just">
              <a:lnSpc>
                <a:spcPct val="150000"/>
              </a:lnSpc>
              <a:buNone/>
            </a:pPr>
            <a:r>
              <a:rPr lang="en-US" sz="2400" dirty="0"/>
              <a:t>The size of IPT is related to the size of the physical memory, not the size of logical address space. Since IPT is not process specific and it does not need switching during context switching of the processes. IPT contains process id along with page no. for each frame in the physical memory. IPT is system wide not per process.</a:t>
            </a:r>
          </a:p>
        </p:txBody>
      </p:sp>
    </p:spTree>
    <p:extLst>
      <p:ext uri="{BB962C8B-B14F-4D97-AF65-F5344CB8AC3E}">
        <p14:creationId xmlns:p14="http://schemas.microsoft.com/office/powerpoint/2010/main" val="35582617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12AC7-A118-F291-857B-3358479E487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925D64C-6CE7-26F6-61F3-941ED4917DC4}"/>
              </a:ext>
            </a:extLst>
          </p:cNvPr>
          <p:cNvSpPr>
            <a:spLocks noGrp="1"/>
          </p:cNvSpPr>
          <p:nvPr>
            <p:ph type="dt" sz="half" idx="10"/>
          </p:nvPr>
        </p:nvSpPr>
        <p:spPr/>
        <p:txBody>
          <a:bodyPr/>
          <a:lstStyle/>
          <a:p>
            <a:fld id="{E9352FFE-9FA5-4A84-A5E1-7357066D25A0}" type="datetime2">
              <a:rPr lang="en-US" smtClean="0"/>
              <a:t>Monday, September 1, 2025</a:t>
            </a:fld>
            <a:endParaRPr lang="en-US"/>
          </a:p>
        </p:txBody>
      </p:sp>
      <p:sp>
        <p:nvSpPr>
          <p:cNvPr id="5" name="Footer Placeholder 4">
            <a:extLst>
              <a:ext uri="{FF2B5EF4-FFF2-40B4-BE49-F238E27FC236}">
                <a16:creationId xmlns:a16="http://schemas.microsoft.com/office/drawing/2014/main" id="{048F4CBB-B83B-5417-98C9-958CA97226B6}"/>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4D6D6D2A-2EF7-CB80-6582-B833A92D21F6}"/>
              </a:ext>
            </a:extLst>
          </p:cNvPr>
          <p:cNvSpPr>
            <a:spLocks noGrp="1"/>
          </p:cNvSpPr>
          <p:nvPr>
            <p:ph type="sldNum" sz="quarter" idx="12"/>
          </p:nvPr>
        </p:nvSpPr>
        <p:spPr/>
        <p:txBody>
          <a:bodyPr/>
          <a:lstStyle/>
          <a:p>
            <a:fld id="{B6F15528-21DE-4FAA-801E-634DDDAF4B2B}" type="slidenum">
              <a:rPr lang="en-US" smtClean="0"/>
              <a:pPr/>
              <a:t>49</a:t>
            </a:fld>
            <a:endParaRPr lang="en-US"/>
          </a:p>
        </p:txBody>
      </p:sp>
      <p:sp>
        <p:nvSpPr>
          <p:cNvPr id="7" name="Title 1">
            <a:extLst>
              <a:ext uri="{FF2B5EF4-FFF2-40B4-BE49-F238E27FC236}">
                <a16:creationId xmlns:a16="http://schemas.microsoft.com/office/drawing/2014/main" id="{56EB6BB2-4633-4736-8866-60D0B697A000}"/>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Inverted Page Table(IPT)</a:t>
            </a:r>
          </a:p>
        </p:txBody>
      </p:sp>
      <p:pic>
        <p:nvPicPr>
          <p:cNvPr id="2" name="Picture 1" descr="A black and red logo&#10;&#10;Description automatically generated">
            <a:extLst>
              <a:ext uri="{FF2B5EF4-FFF2-40B4-BE49-F238E27FC236}">
                <a16:creationId xmlns:a16="http://schemas.microsoft.com/office/drawing/2014/main" id="{E2A8E365-BBEB-A121-9728-15FD9086F06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121B197A-35A1-7B06-2181-08491EDE01CD}"/>
              </a:ext>
            </a:extLst>
          </p:cNvPr>
          <p:cNvSpPr>
            <a:spLocks noGrp="1"/>
          </p:cNvSpPr>
          <p:nvPr>
            <p:ph idx="1"/>
          </p:nvPr>
        </p:nvSpPr>
        <p:spPr>
          <a:xfrm>
            <a:off x="914400" y="1150145"/>
            <a:ext cx="10668000" cy="4990306"/>
          </a:xfrm>
        </p:spPr>
        <p:txBody>
          <a:bodyPr>
            <a:noAutofit/>
          </a:bodyPr>
          <a:lstStyle/>
          <a:p>
            <a:pPr marL="0" indent="0" algn="just">
              <a:lnSpc>
                <a:spcPct val="150000"/>
              </a:lnSpc>
              <a:buNone/>
            </a:pPr>
            <a:r>
              <a:rPr lang="en-US" sz="2400" dirty="0"/>
              <a:t> A logical address generated by CPU contains process-id(</a:t>
            </a:r>
            <a:r>
              <a:rPr lang="en-US" sz="2400" dirty="0" err="1"/>
              <a:t>pid</a:t>
            </a:r>
            <a:r>
              <a:rPr lang="en-US" sz="2400" dirty="0"/>
              <a:t>), Page no.(p) and page offset(d). A search is carried out in IPT to find a match for the process id and the page number. The offset of the matching slot in the IPT, gives the frame number, where the desired page is residing. The frame number combined with the offset d, gives the intended physical address.</a:t>
            </a:r>
          </a:p>
        </p:txBody>
      </p:sp>
    </p:spTree>
    <p:extLst>
      <p:ext uri="{BB962C8B-B14F-4D97-AF65-F5344CB8AC3E}">
        <p14:creationId xmlns:p14="http://schemas.microsoft.com/office/powerpoint/2010/main" val="28235083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7C0FF-BFAA-F685-E815-620E6E78BAB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1FC9E8E-09A5-83C1-7C5F-B0B36A392D74}"/>
              </a:ext>
            </a:extLst>
          </p:cNvPr>
          <p:cNvSpPr>
            <a:spLocks noGrp="1"/>
          </p:cNvSpPr>
          <p:nvPr>
            <p:ph type="dt" sz="half" idx="10"/>
          </p:nvPr>
        </p:nvSpPr>
        <p:spPr/>
        <p:txBody>
          <a:bodyPr/>
          <a:lstStyle/>
          <a:p>
            <a:fld id="{47340417-249D-40F7-8E23-11A8AE4944ED}" type="datetime2">
              <a:rPr lang="en-US" smtClean="0"/>
              <a:t>Monday, September 1, 2025</a:t>
            </a:fld>
            <a:endParaRPr lang="en-US"/>
          </a:p>
        </p:txBody>
      </p:sp>
      <p:sp>
        <p:nvSpPr>
          <p:cNvPr id="5" name="Footer Placeholder 4">
            <a:extLst>
              <a:ext uri="{FF2B5EF4-FFF2-40B4-BE49-F238E27FC236}">
                <a16:creationId xmlns:a16="http://schemas.microsoft.com/office/drawing/2014/main" id="{1680AC4E-7FA8-DA7F-1766-BD35C4BE4ACA}"/>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A9D3646B-5652-4A6F-B111-5B1199E91B62}"/>
              </a:ext>
            </a:extLst>
          </p:cNvPr>
          <p:cNvSpPr>
            <a:spLocks noGrp="1"/>
          </p:cNvSpPr>
          <p:nvPr>
            <p:ph type="sldNum" sz="quarter" idx="12"/>
          </p:nvPr>
        </p:nvSpPr>
        <p:spPr/>
        <p:txBody>
          <a:bodyPr/>
          <a:lstStyle/>
          <a:p>
            <a:fld id="{B6F15528-21DE-4FAA-801E-634DDDAF4B2B}" type="slidenum">
              <a:rPr lang="en-US" smtClean="0"/>
              <a:pPr/>
              <a:t>50</a:t>
            </a:fld>
            <a:endParaRPr lang="en-US"/>
          </a:p>
        </p:txBody>
      </p:sp>
      <p:sp>
        <p:nvSpPr>
          <p:cNvPr id="7" name="Title 1">
            <a:extLst>
              <a:ext uri="{FF2B5EF4-FFF2-40B4-BE49-F238E27FC236}">
                <a16:creationId xmlns:a16="http://schemas.microsoft.com/office/drawing/2014/main" id="{AE20F3DD-4D33-9B9D-8CCD-913E027FF03D}"/>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Advantages of IPT over conventional Page Table</a:t>
            </a:r>
          </a:p>
        </p:txBody>
      </p:sp>
      <p:pic>
        <p:nvPicPr>
          <p:cNvPr id="2" name="Picture 1" descr="A black and red logo&#10;&#10;Description automatically generated">
            <a:extLst>
              <a:ext uri="{FF2B5EF4-FFF2-40B4-BE49-F238E27FC236}">
                <a16:creationId xmlns:a16="http://schemas.microsoft.com/office/drawing/2014/main" id="{19A69129-D343-7199-EA04-E94F0F9C21C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4EE8F02A-45D6-7125-A237-BD0198D1B510}"/>
              </a:ext>
            </a:extLst>
          </p:cNvPr>
          <p:cNvSpPr>
            <a:spLocks noGrp="1"/>
          </p:cNvSpPr>
          <p:nvPr>
            <p:ph idx="1"/>
          </p:nvPr>
        </p:nvSpPr>
        <p:spPr>
          <a:xfrm>
            <a:off x="914400" y="1150145"/>
            <a:ext cx="10668000" cy="4990306"/>
          </a:xfrm>
        </p:spPr>
        <p:txBody>
          <a:bodyPr>
            <a:noAutofit/>
          </a:bodyPr>
          <a:lstStyle/>
          <a:p>
            <a:pPr marL="0" indent="0" algn="just">
              <a:lnSpc>
                <a:spcPct val="150000"/>
              </a:lnSpc>
              <a:spcBef>
                <a:spcPts val="0"/>
              </a:spcBef>
              <a:buNone/>
            </a:pPr>
            <a:r>
              <a:rPr lang="en-US" sz="2400" dirty="0"/>
              <a:t>Topic Objective: Comparison of IPT with conventional Page Table.</a:t>
            </a:r>
          </a:p>
          <a:p>
            <a:pPr marL="0" indent="0" algn="just">
              <a:lnSpc>
                <a:spcPct val="150000"/>
              </a:lnSpc>
              <a:spcBef>
                <a:spcPts val="0"/>
              </a:spcBef>
              <a:buNone/>
            </a:pPr>
            <a:r>
              <a:rPr lang="en-US" sz="2400" dirty="0"/>
              <a:t>There is only one page table for all processes, whereas conventional page table is per process. </a:t>
            </a:r>
          </a:p>
          <a:p>
            <a:pPr marL="0" indent="0" algn="just">
              <a:lnSpc>
                <a:spcPct val="150000"/>
              </a:lnSpc>
              <a:spcBef>
                <a:spcPts val="0"/>
              </a:spcBef>
              <a:buNone/>
            </a:pPr>
            <a:r>
              <a:rPr lang="en-US" sz="2400" dirty="0"/>
              <a:t>Its size is related to the size of physical memory available.</a:t>
            </a:r>
          </a:p>
          <a:p>
            <a:pPr marL="0" indent="0" algn="just">
              <a:lnSpc>
                <a:spcPct val="150000"/>
              </a:lnSpc>
              <a:spcBef>
                <a:spcPts val="0"/>
              </a:spcBef>
              <a:buNone/>
            </a:pPr>
            <a:r>
              <a:rPr lang="en-US" sz="2400" dirty="0"/>
              <a:t>Limitations: The search time to match an entry in IPT is very large.</a:t>
            </a:r>
          </a:p>
          <a:p>
            <a:pPr marL="0" indent="0" algn="just">
              <a:lnSpc>
                <a:spcPct val="150000"/>
              </a:lnSpc>
              <a:spcBef>
                <a:spcPts val="0"/>
              </a:spcBef>
              <a:buNone/>
            </a:pPr>
            <a:r>
              <a:rPr lang="en-US" sz="2400" dirty="0"/>
              <a:t>The average search time of IPT can be reduced by combining the IPT with a TLB.</a:t>
            </a:r>
          </a:p>
        </p:txBody>
      </p:sp>
    </p:spTree>
    <p:extLst>
      <p:ext uri="{BB962C8B-B14F-4D97-AF65-F5344CB8AC3E}">
        <p14:creationId xmlns:p14="http://schemas.microsoft.com/office/powerpoint/2010/main" val="25861338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7470E-2D43-9D62-B331-8F3E12246A0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8584BA4-94DF-7197-32E9-DFA14C3A2704}"/>
              </a:ext>
            </a:extLst>
          </p:cNvPr>
          <p:cNvSpPr>
            <a:spLocks noGrp="1"/>
          </p:cNvSpPr>
          <p:nvPr>
            <p:ph type="dt" sz="half" idx="10"/>
          </p:nvPr>
        </p:nvSpPr>
        <p:spPr/>
        <p:txBody>
          <a:bodyPr/>
          <a:lstStyle/>
          <a:p>
            <a:fld id="{85CB748D-29BD-4775-9B40-888DA84F3074}" type="datetime2">
              <a:rPr lang="en-US" smtClean="0"/>
              <a:t>Monday, September 1, 2025</a:t>
            </a:fld>
            <a:endParaRPr lang="en-US"/>
          </a:p>
        </p:txBody>
      </p:sp>
      <p:sp>
        <p:nvSpPr>
          <p:cNvPr id="5" name="Footer Placeholder 4">
            <a:extLst>
              <a:ext uri="{FF2B5EF4-FFF2-40B4-BE49-F238E27FC236}">
                <a16:creationId xmlns:a16="http://schemas.microsoft.com/office/drawing/2014/main" id="{2C40C770-F3ED-3582-902E-D5D28DC8466C}"/>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0CD859A4-C957-819D-DE9F-150BB15B0899}"/>
              </a:ext>
            </a:extLst>
          </p:cNvPr>
          <p:cNvSpPr>
            <a:spLocks noGrp="1"/>
          </p:cNvSpPr>
          <p:nvPr>
            <p:ph type="sldNum" sz="quarter" idx="12"/>
          </p:nvPr>
        </p:nvSpPr>
        <p:spPr/>
        <p:txBody>
          <a:bodyPr/>
          <a:lstStyle/>
          <a:p>
            <a:fld id="{B6F15528-21DE-4FAA-801E-634DDDAF4B2B}" type="slidenum">
              <a:rPr lang="en-US" smtClean="0"/>
              <a:pPr/>
              <a:t>51</a:t>
            </a:fld>
            <a:endParaRPr lang="en-US"/>
          </a:p>
        </p:txBody>
      </p:sp>
      <p:sp>
        <p:nvSpPr>
          <p:cNvPr id="7" name="Title 1">
            <a:extLst>
              <a:ext uri="{FF2B5EF4-FFF2-40B4-BE49-F238E27FC236}">
                <a16:creationId xmlns:a16="http://schemas.microsoft.com/office/drawing/2014/main" id="{24CC0CFB-3701-7592-5BBB-E45630089D64}"/>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IPT with a TLB</a:t>
            </a:r>
          </a:p>
        </p:txBody>
      </p:sp>
      <p:pic>
        <p:nvPicPr>
          <p:cNvPr id="2" name="Picture 1" descr="A black and red logo&#10;&#10;Description automatically generated">
            <a:extLst>
              <a:ext uri="{FF2B5EF4-FFF2-40B4-BE49-F238E27FC236}">
                <a16:creationId xmlns:a16="http://schemas.microsoft.com/office/drawing/2014/main" id="{CA4E22E1-ED87-CAD7-5D08-35B585E0FE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5025DA6E-9CAD-BAD4-9728-2A0580FC84BB}"/>
              </a:ext>
            </a:extLst>
          </p:cNvPr>
          <p:cNvSpPr>
            <a:spLocks noGrp="1"/>
          </p:cNvSpPr>
          <p:nvPr>
            <p:ph idx="1"/>
          </p:nvPr>
        </p:nvSpPr>
        <p:spPr>
          <a:xfrm>
            <a:off x="914400" y="1150145"/>
            <a:ext cx="10668000" cy="4990306"/>
          </a:xfrm>
        </p:spPr>
        <p:txBody>
          <a:bodyPr>
            <a:noAutofit/>
          </a:bodyPr>
          <a:lstStyle/>
          <a:p>
            <a:pPr marL="0" indent="0" algn="just">
              <a:lnSpc>
                <a:spcPct val="150000"/>
              </a:lnSpc>
              <a:spcBef>
                <a:spcPts val="0"/>
              </a:spcBef>
              <a:buNone/>
            </a:pPr>
            <a:r>
              <a:rPr lang="en-US" sz="2400" dirty="0"/>
              <a:t>Topic Objective: Comparison of IPT with TLB.</a:t>
            </a:r>
          </a:p>
          <a:p>
            <a:pPr marL="0" indent="0" algn="just">
              <a:lnSpc>
                <a:spcPct val="150000"/>
              </a:lnSpc>
              <a:spcBef>
                <a:spcPts val="0"/>
              </a:spcBef>
              <a:buNone/>
            </a:pPr>
            <a:r>
              <a:rPr lang="en-US" sz="2400" dirty="0"/>
              <a:t>Each entry in the TLB would comprise Page number, process-id and its corresponding frame number. The associative memory would permit matching of a process-id and page number pair simultaneously with all the entries in TLB. The desired frame number can then be obtained from the matching entry.</a:t>
            </a:r>
          </a:p>
        </p:txBody>
      </p:sp>
    </p:spTree>
    <p:extLst>
      <p:ext uri="{BB962C8B-B14F-4D97-AF65-F5344CB8AC3E}">
        <p14:creationId xmlns:p14="http://schemas.microsoft.com/office/powerpoint/2010/main" val="42514023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20513-D0CB-C336-5A9B-1C65F4D1B32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EDF5EED-6048-2AC8-026C-6FD11BA744B2}"/>
              </a:ext>
            </a:extLst>
          </p:cNvPr>
          <p:cNvSpPr>
            <a:spLocks noGrp="1"/>
          </p:cNvSpPr>
          <p:nvPr>
            <p:ph type="dt" sz="half" idx="10"/>
          </p:nvPr>
        </p:nvSpPr>
        <p:spPr/>
        <p:txBody>
          <a:bodyPr/>
          <a:lstStyle/>
          <a:p>
            <a:fld id="{5848CB10-31D4-4650-8F2B-D30B6BE971C4}" type="datetime2">
              <a:rPr lang="en-US" smtClean="0"/>
              <a:t>Monday, September 1, 2025</a:t>
            </a:fld>
            <a:endParaRPr lang="en-US"/>
          </a:p>
        </p:txBody>
      </p:sp>
      <p:sp>
        <p:nvSpPr>
          <p:cNvPr id="5" name="Footer Placeholder 4">
            <a:extLst>
              <a:ext uri="{FF2B5EF4-FFF2-40B4-BE49-F238E27FC236}">
                <a16:creationId xmlns:a16="http://schemas.microsoft.com/office/drawing/2014/main" id="{0B48CE84-B2E7-CF38-8E36-3287E2520A49}"/>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599A0AC4-4E02-7A9A-8B1C-88AB8810653B}"/>
              </a:ext>
            </a:extLst>
          </p:cNvPr>
          <p:cNvSpPr>
            <a:spLocks noGrp="1"/>
          </p:cNvSpPr>
          <p:nvPr>
            <p:ph type="sldNum" sz="quarter" idx="12"/>
          </p:nvPr>
        </p:nvSpPr>
        <p:spPr/>
        <p:txBody>
          <a:bodyPr/>
          <a:lstStyle/>
          <a:p>
            <a:fld id="{B6F15528-21DE-4FAA-801E-634DDDAF4B2B}" type="slidenum">
              <a:rPr lang="en-US" smtClean="0"/>
              <a:pPr/>
              <a:t>52</a:t>
            </a:fld>
            <a:endParaRPr lang="en-US"/>
          </a:p>
        </p:txBody>
      </p:sp>
      <p:sp>
        <p:nvSpPr>
          <p:cNvPr id="7" name="Title 1">
            <a:extLst>
              <a:ext uri="{FF2B5EF4-FFF2-40B4-BE49-F238E27FC236}">
                <a16:creationId xmlns:a16="http://schemas.microsoft.com/office/drawing/2014/main" id="{E5619AA4-1CD7-7013-0C1D-2557D5D657E9}"/>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IPT with a TLB</a:t>
            </a:r>
          </a:p>
        </p:txBody>
      </p:sp>
      <p:pic>
        <p:nvPicPr>
          <p:cNvPr id="2" name="Picture 1" descr="A black and red logo&#10;&#10;Description automatically generated">
            <a:extLst>
              <a:ext uri="{FF2B5EF4-FFF2-40B4-BE49-F238E27FC236}">
                <a16:creationId xmlns:a16="http://schemas.microsoft.com/office/drawing/2014/main" id="{8D689651-C046-6475-A664-34DB6A30E0A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2D8618FA-1FEF-C2BB-BD5F-6BCD273ADFB7}"/>
              </a:ext>
            </a:extLst>
          </p:cNvPr>
          <p:cNvSpPr>
            <a:spLocks noGrp="1"/>
          </p:cNvSpPr>
          <p:nvPr>
            <p:ph idx="1"/>
          </p:nvPr>
        </p:nvSpPr>
        <p:spPr>
          <a:xfrm>
            <a:off x="914400" y="1150145"/>
            <a:ext cx="10668000" cy="4990306"/>
          </a:xfrm>
        </p:spPr>
        <p:txBody>
          <a:bodyPr>
            <a:noAutofit/>
          </a:bodyPr>
          <a:lstStyle/>
          <a:p>
            <a:pPr marL="0" indent="0" algn="just">
              <a:lnSpc>
                <a:spcPct val="150000"/>
              </a:lnSpc>
              <a:spcBef>
                <a:spcPts val="0"/>
              </a:spcBef>
              <a:buNone/>
            </a:pPr>
            <a:r>
              <a:rPr lang="en-US" sz="2400" dirty="0"/>
              <a:t>Each entry in the TLB would comprise Page number, process-id and its corresponding frame number. The associative memory would permit matching of a process-id and page number pair simultaneously with all the entries in TLB. The desired frame number can then be obtained from the matching entry.</a:t>
            </a:r>
          </a:p>
        </p:txBody>
      </p:sp>
    </p:spTree>
    <p:extLst>
      <p:ext uri="{BB962C8B-B14F-4D97-AF65-F5344CB8AC3E}">
        <p14:creationId xmlns:p14="http://schemas.microsoft.com/office/powerpoint/2010/main" val="23897062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E1E1F-21EB-5E9E-DAE2-C1E9B4AD145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DBDA52F-448E-513C-7CFA-3D93CC02B148}"/>
              </a:ext>
            </a:extLst>
          </p:cNvPr>
          <p:cNvSpPr>
            <a:spLocks noGrp="1"/>
          </p:cNvSpPr>
          <p:nvPr>
            <p:ph type="dt" sz="half" idx="10"/>
          </p:nvPr>
        </p:nvSpPr>
        <p:spPr/>
        <p:txBody>
          <a:bodyPr/>
          <a:lstStyle/>
          <a:p>
            <a:fld id="{5904147A-E121-4013-97C8-C42D651AAC29}" type="datetime2">
              <a:rPr lang="en-US" smtClean="0"/>
              <a:t>Monday, September 1, 2025</a:t>
            </a:fld>
            <a:endParaRPr lang="en-US"/>
          </a:p>
        </p:txBody>
      </p:sp>
      <p:sp>
        <p:nvSpPr>
          <p:cNvPr id="5" name="Footer Placeholder 4">
            <a:extLst>
              <a:ext uri="{FF2B5EF4-FFF2-40B4-BE49-F238E27FC236}">
                <a16:creationId xmlns:a16="http://schemas.microsoft.com/office/drawing/2014/main" id="{9E4D2FA5-83C3-6475-4E98-5D822348BCC9}"/>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2D944406-CF7D-C247-5AA3-769A982CAFCA}"/>
              </a:ext>
            </a:extLst>
          </p:cNvPr>
          <p:cNvSpPr>
            <a:spLocks noGrp="1"/>
          </p:cNvSpPr>
          <p:nvPr>
            <p:ph type="sldNum" sz="quarter" idx="12"/>
          </p:nvPr>
        </p:nvSpPr>
        <p:spPr/>
        <p:txBody>
          <a:bodyPr/>
          <a:lstStyle/>
          <a:p>
            <a:fld id="{B6F15528-21DE-4FAA-801E-634DDDAF4B2B}" type="slidenum">
              <a:rPr lang="en-US" smtClean="0"/>
              <a:pPr/>
              <a:t>53</a:t>
            </a:fld>
            <a:endParaRPr lang="en-US"/>
          </a:p>
        </p:txBody>
      </p:sp>
      <p:sp>
        <p:nvSpPr>
          <p:cNvPr id="7" name="Title 1">
            <a:extLst>
              <a:ext uri="{FF2B5EF4-FFF2-40B4-BE49-F238E27FC236}">
                <a16:creationId xmlns:a16="http://schemas.microsoft.com/office/drawing/2014/main" id="{8DB86151-86BD-36BA-E6E1-2B6DD2554827}"/>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Hashed Page Table</a:t>
            </a:r>
          </a:p>
        </p:txBody>
      </p:sp>
      <p:pic>
        <p:nvPicPr>
          <p:cNvPr id="2" name="Picture 1" descr="A black and red logo&#10;&#10;Description automatically generated">
            <a:extLst>
              <a:ext uri="{FF2B5EF4-FFF2-40B4-BE49-F238E27FC236}">
                <a16:creationId xmlns:a16="http://schemas.microsoft.com/office/drawing/2014/main" id="{7C6A2746-4F77-6B4F-201D-808D61394D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A2F2F84C-748A-735E-D4E3-DF73CCD80D17}"/>
              </a:ext>
            </a:extLst>
          </p:cNvPr>
          <p:cNvSpPr>
            <a:spLocks noGrp="1"/>
          </p:cNvSpPr>
          <p:nvPr>
            <p:ph idx="1"/>
          </p:nvPr>
        </p:nvSpPr>
        <p:spPr>
          <a:xfrm>
            <a:off x="914400" y="1150145"/>
            <a:ext cx="4038600" cy="4990306"/>
          </a:xfrm>
        </p:spPr>
        <p:txBody>
          <a:bodyPr>
            <a:noAutofit/>
          </a:bodyPr>
          <a:lstStyle/>
          <a:p>
            <a:pPr algn="just"/>
            <a:r>
              <a:rPr lang="en-US" sz="2400" dirty="0"/>
              <a:t>Topic Objective: To explain the mechanism of Hashed Page Table with the help of following diagram</a:t>
            </a:r>
          </a:p>
        </p:txBody>
      </p:sp>
      <p:pic>
        <p:nvPicPr>
          <p:cNvPr id="3" name="Picture 6">
            <a:extLst>
              <a:ext uri="{FF2B5EF4-FFF2-40B4-BE49-F238E27FC236}">
                <a16:creationId xmlns:a16="http://schemas.microsoft.com/office/drawing/2014/main" id="{FD5CEBE5-81A6-CB23-6804-8F19245405F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77063" y="1442243"/>
            <a:ext cx="6883400" cy="397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348262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A643D-852D-D916-E155-C1940EE69EE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581CFF8-9BD9-7A73-581C-8723D6D5927E}"/>
              </a:ext>
            </a:extLst>
          </p:cNvPr>
          <p:cNvSpPr>
            <a:spLocks noGrp="1"/>
          </p:cNvSpPr>
          <p:nvPr>
            <p:ph type="dt" sz="half" idx="10"/>
          </p:nvPr>
        </p:nvSpPr>
        <p:spPr/>
        <p:txBody>
          <a:bodyPr/>
          <a:lstStyle/>
          <a:p>
            <a:fld id="{6968EEA2-7AB1-49C5-927B-D1FB77B24584}" type="datetime2">
              <a:rPr lang="en-US" smtClean="0"/>
              <a:t>Monday, September 1, 2025</a:t>
            </a:fld>
            <a:endParaRPr lang="en-US"/>
          </a:p>
        </p:txBody>
      </p:sp>
      <p:sp>
        <p:nvSpPr>
          <p:cNvPr id="5" name="Footer Placeholder 4">
            <a:extLst>
              <a:ext uri="{FF2B5EF4-FFF2-40B4-BE49-F238E27FC236}">
                <a16:creationId xmlns:a16="http://schemas.microsoft.com/office/drawing/2014/main" id="{63045EF5-492B-7D10-0736-2D3E46673562}"/>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7234E0F7-3199-9A8B-00F1-E5574D19A371}"/>
              </a:ext>
            </a:extLst>
          </p:cNvPr>
          <p:cNvSpPr>
            <a:spLocks noGrp="1"/>
          </p:cNvSpPr>
          <p:nvPr>
            <p:ph type="sldNum" sz="quarter" idx="12"/>
          </p:nvPr>
        </p:nvSpPr>
        <p:spPr/>
        <p:txBody>
          <a:bodyPr/>
          <a:lstStyle/>
          <a:p>
            <a:fld id="{B6F15528-21DE-4FAA-801E-634DDDAF4B2B}" type="slidenum">
              <a:rPr lang="en-US" smtClean="0"/>
              <a:pPr/>
              <a:t>54</a:t>
            </a:fld>
            <a:endParaRPr lang="en-US"/>
          </a:p>
        </p:txBody>
      </p:sp>
      <p:sp>
        <p:nvSpPr>
          <p:cNvPr id="7" name="Title 1">
            <a:extLst>
              <a:ext uri="{FF2B5EF4-FFF2-40B4-BE49-F238E27FC236}">
                <a16:creationId xmlns:a16="http://schemas.microsoft.com/office/drawing/2014/main" id="{EA27E07B-1391-5570-7B2E-C0D11052C0D3}"/>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Hashed Page Table</a:t>
            </a:r>
          </a:p>
        </p:txBody>
      </p:sp>
      <p:pic>
        <p:nvPicPr>
          <p:cNvPr id="2" name="Picture 1" descr="A black and red logo&#10;&#10;Description automatically generated">
            <a:extLst>
              <a:ext uri="{FF2B5EF4-FFF2-40B4-BE49-F238E27FC236}">
                <a16:creationId xmlns:a16="http://schemas.microsoft.com/office/drawing/2014/main" id="{23D491E1-7F0C-932F-C761-96B6EC7F6E7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E3D3D869-A3B3-109F-FC4C-267FA6747E38}"/>
              </a:ext>
            </a:extLst>
          </p:cNvPr>
          <p:cNvSpPr>
            <a:spLocks noGrp="1"/>
          </p:cNvSpPr>
          <p:nvPr>
            <p:ph idx="1"/>
          </p:nvPr>
        </p:nvSpPr>
        <p:spPr>
          <a:xfrm>
            <a:off x="914400" y="1150145"/>
            <a:ext cx="10668000" cy="4990306"/>
          </a:xfrm>
        </p:spPr>
        <p:txBody>
          <a:bodyPr>
            <a:noAutofit/>
          </a:bodyPr>
          <a:lstStyle/>
          <a:p>
            <a:pPr marL="0" indent="0" algn="just">
              <a:lnSpc>
                <a:spcPct val="150000"/>
              </a:lnSpc>
              <a:buNone/>
            </a:pPr>
            <a:r>
              <a:rPr lang="en-US" sz="2400" dirty="0"/>
              <a:t>Topic objective: Translation of logical address into physical address using Hashed Page Table.</a:t>
            </a:r>
          </a:p>
          <a:p>
            <a:pPr marL="0" indent="0" algn="just">
              <a:lnSpc>
                <a:spcPct val="150000"/>
              </a:lnSpc>
              <a:buNone/>
            </a:pPr>
            <a:r>
              <a:rPr lang="en-US" sz="2400" dirty="0"/>
              <a:t>A page table is created of length M.</a:t>
            </a:r>
          </a:p>
          <a:p>
            <a:pPr marL="0" indent="0" algn="just">
              <a:lnSpc>
                <a:spcPct val="150000"/>
              </a:lnSpc>
              <a:buNone/>
            </a:pPr>
            <a:r>
              <a:rPr lang="en-US" sz="2400" dirty="0"/>
              <a:t>Whenever, logical address is generated, a hashing function is applied to the page number p, to generate an index </a:t>
            </a:r>
            <a:r>
              <a:rPr lang="en-US" sz="2400" dirty="0" err="1"/>
              <a:t>i</a:t>
            </a:r>
            <a:r>
              <a:rPr lang="en-US" sz="2400" dirty="0"/>
              <a:t>.</a:t>
            </a:r>
          </a:p>
          <a:p>
            <a:pPr marL="0" indent="0" algn="just">
              <a:lnSpc>
                <a:spcPct val="150000"/>
              </a:lnSpc>
              <a:buNone/>
            </a:pPr>
            <a:r>
              <a:rPr lang="en-US" sz="2400" dirty="0" err="1"/>
              <a:t>i</a:t>
            </a:r>
            <a:r>
              <a:rPr lang="en-US" sz="2400" dirty="0"/>
              <a:t>=</a:t>
            </a:r>
            <a:r>
              <a:rPr lang="en-US" sz="2400" dirty="0" err="1"/>
              <a:t>p%M</a:t>
            </a:r>
            <a:r>
              <a:rPr lang="en-US" sz="2400" dirty="0"/>
              <a:t>;</a:t>
            </a:r>
          </a:p>
          <a:p>
            <a:pPr marL="0" indent="0" algn="just">
              <a:lnSpc>
                <a:spcPct val="150000"/>
              </a:lnSpc>
              <a:buNone/>
            </a:pPr>
            <a:r>
              <a:rPr lang="en-US" sz="2400" dirty="0"/>
              <a:t>The index value </a:t>
            </a:r>
            <a:r>
              <a:rPr lang="en-US" sz="2400" dirty="0" err="1"/>
              <a:t>i</a:t>
            </a:r>
            <a:r>
              <a:rPr lang="en-US" sz="2400" dirty="0"/>
              <a:t> is used to index into the page table. Each entry in the page table is a pointer to a linked list.</a:t>
            </a:r>
          </a:p>
        </p:txBody>
      </p:sp>
    </p:spTree>
    <p:extLst>
      <p:ext uri="{BB962C8B-B14F-4D97-AF65-F5344CB8AC3E}">
        <p14:creationId xmlns:p14="http://schemas.microsoft.com/office/powerpoint/2010/main" val="23156006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76BFF-D6D2-36FC-F3EC-CC0F72A1723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AEB2283-DD1F-B25F-949E-F9F8A6988226}"/>
              </a:ext>
            </a:extLst>
          </p:cNvPr>
          <p:cNvSpPr>
            <a:spLocks noGrp="1"/>
          </p:cNvSpPr>
          <p:nvPr>
            <p:ph type="dt" sz="half" idx="10"/>
          </p:nvPr>
        </p:nvSpPr>
        <p:spPr/>
        <p:txBody>
          <a:bodyPr/>
          <a:lstStyle/>
          <a:p>
            <a:fld id="{286F2562-A532-4CD6-BB73-0C11A5E13A0F}" type="datetime2">
              <a:rPr lang="en-US" smtClean="0"/>
              <a:t>Monday, September 1, 2025</a:t>
            </a:fld>
            <a:endParaRPr lang="en-US"/>
          </a:p>
        </p:txBody>
      </p:sp>
      <p:sp>
        <p:nvSpPr>
          <p:cNvPr id="5" name="Footer Placeholder 4">
            <a:extLst>
              <a:ext uri="{FF2B5EF4-FFF2-40B4-BE49-F238E27FC236}">
                <a16:creationId xmlns:a16="http://schemas.microsoft.com/office/drawing/2014/main" id="{1CA320BB-3506-DAEF-29D0-3810D7CFA2E9}"/>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36BB8338-D06E-93E8-5212-96A5D665E9EA}"/>
              </a:ext>
            </a:extLst>
          </p:cNvPr>
          <p:cNvSpPr>
            <a:spLocks noGrp="1"/>
          </p:cNvSpPr>
          <p:nvPr>
            <p:ph type="sldNum" sz="quarter" idx="12"/>
          </p:nvPr>
        </p:nvSpPr>
        <p:spPr/>
        <p:txBody>
          <a:bodyPr/>
          <a:lstStyle/>
          <a:p>
            <a:fld id="{B6F15528-21DE-4FAA-801E-634DDDAF4B2B}" type="slidenum">
              <a:rPr lang="en-US" smtClean="0"/>
              <a:pPr/>
              <a:t>55</a:t>
            </a:fld>
            <a:endParaRPr lang="en-US"/>
          </a:p>
        </p:txBody>
      </p:sp>
      <p:sp>
        <p:nvSpPr>
          <p:cNvPr id="7" name="Title 1">
            <a:extLst>
              <a:ext uri="{FF2B5EF4-FFF2-40B4-BE49-F238E27FC236}">
                <a16:creationId xmlns:a16="http://schemas.microsoft.com/office/drawing/2014/main" id="{EA7E2804-C43A-6861-2E59-51290B673E7E}"/>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Multi-level Paging</a:t>
            </a:r>
          </a:p>
        </p:txBody>
      </p:sp>
      <p:pic>
        <p:nvPicPr>
          <p:cNvPr id="2" name="Picture 1" descr="A black and red logo&#10;&#10;Description automatically generated">
            <a:extLst>
              <a:ext uri="{FF2B5EF4-FFF2-40B4-BE49-F238E27FC236}">
                <a16:creationId xmlns:a16="http://schemas.microsoft.com/office/drawing/2014/main" id="{554E4422-DB9A-67CF-12BD-06A2E2EEEB7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1EF632DE-712E-A22B-279B-2F5CD6CD840C}"/>
              </a:ext>
            </a:extLst>
          </p:cNvPr>
          <p:cNvSpPr>
            <a:spLocks noGrp="1"/>
          </p:cNvSpPr>
          <p:nvPr>
            <p:ph idx="1"/>
          </p:nvPr>
        </p:nvSpPr>
        <p:spPr>
          <a:xfrm>
            <a:off x="914400" y="1150145"/>
            <a:ext cx="10668000" cy="4990306"/>
          </a:xfrm>
        </p:spPr>
        <p:txBody>
          <a:bodyPr>
            <a:noAutofit/>
          </a:bodyPr>
          <a:lstStyle/>
          <a:p>
            <a:pPr algn="just"/>
            <a:r>
              <a:rPr lang="en-US" sz="2400" dirty="0"/>
              <a:t>Topic Objective: To explain the mechanism of multi-level paging with the help of following diagram</a:t>
            </a:r>
          </a:p>
        </p:txBody>
      </p:sp>
      <p:pic>
        <p:nvPicPr>
          <p:cNvPr id="3" name="Picture 1035">
            <a:extLst>
              <a:ext uri="{FF2B5EF4-FFF2-40B4-BE49-F238E27FC236}">
                <a16:creationId xmlns:a16="http://schemas.microsoft.com/office/drawing/2014/main" id="{E0FD0AC6-E119-D280-BFB7-5E8512005CC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7793" y="2182457"/>
            <a:ext cx="8376414" cy="3533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10788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E9A80-7B88-0359-5F67-6A53BBF72CC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690E281-9D49-C7FB-DA8D-86AC45B5D8CF}"/>
              </a:ext>
            </a:extLst>
          </p:cNvPr>
          <p:cNvSpPr>
            <a:spLocks noGrp="1"/>
          </p:cNvSpPr>
          <p:nvPr>
            <p:ph type="dt" sz="half" idx="10"/>
          </p:nvPr>
        </p:nvSpPr>
        <p:spPr/>
        <p:txBody>
          <a:bodyPr/>
          <a:lstStyle/>
          <a:p>
            <a:fld id="{78124536-EE6D-4EA1-9983-E504CEA67BD1}" type="datetime2">
              <a:rPr lang="en-US" smtClean="0"/>
              <a:t>Monday, September 1, 2025</a:t>
            </a:fld>
            <a:endParaRPr lang="en-US"/>
          </a:p>
        </p:txBody>
      </p:sp>
      <p:sp>
        <p:nvSpPr>
          <p:cNvPr id="5" name="Footer Placeholder 4">
            <a:extLst>
              <a:ext uri="{FF2B5EF4-FFF2-40B4-BE49-F238E27FC236}">
                <a16:creationId xmlns:a16="http://schemas.microsoft.com/office/drawing/2014/main" id="{D729DEFA-BE6F-F420-25CC-D8693A7C0A43}"/>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5324B5AE-98E7-69BE-0970-70B46ACE7BCB}"/>
              </a:ext>
            </a:extLst>
          </p:cNvPr>
          <p:cNvSpPr>
            <a:spLocks noGrp="1"/>
          </p:cNvSpPr>
          <p:nvPr>
            <p:ph type="sldNum" sz="quarter" idx="12"/>
          </p:nvPr>
        </p:nvSpPr>
        <p:spPr/>
        <p:txBody>
          <a:bodyPr/>
          <a:lstStyle/>
          <a:p>
            <a:fld id="{B6F15528-21DE-4FAA-801E-634DDDAF4B2B}" type="slidenum">
              <a:rPr lang="en-US" smtClean="0"/>
              <a:pPr/>
              <a:t>56</a:t>
            </a:fld>
            <a:endParaRPr lang="en-US"/>
          </a:p>
        </p:txBody>
      </p:sp>
      <p:sp>
        <p:nvSpPr>
          <p:cNvPr id="7" name="Title 1">
            <a:extLst>
              <a:ext uri="{FF2B5EF4-FFF2-40B4-BE49-F238E27FC236}">
                <a16:creationId xmlns:a16="http://schemas.microsoft.com/office/drawing/2014/main" id="{EEA836A1-0ABD-07F5-CBC6-1F6A0C64CB2D}"/>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Multi-level Paging</a:t>
            </a:r>
          </a:p>
        </p:txBody>
      </p:sp>
      <p:pic>
        <p:nvPicPr>
          <p:cNvPr id="2" name="Picture 1" descr="A black and red logo&#10;&#10;Description automatically generated">
            <a:extLst>
              <a:ext uri="{FF2B5EF4-FFF2-40B4-BE49-F238E27FC236}">
                <a16:creationId xmlns:a16="http://schemas.microsoft.com/office/drawing/2014/main" id="{D4072B47-B597-C0DD-8740-9C4836E64F9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3022E00E-89CA-4125-5C3F-8FC39ADA2519}"/>
              </a:ext>
            </a:extLst>
          </p:cNvPr>
          <p:cNvSpPr>
            <a:spLocks noGrp="1"/>
          </p:cNvSpPr>
          <p:nvPr>
            <p:ph idx="1"/>
          </p:nvPr>
        </p:nvSpPr>
        <p:spPr>
          <a:xfrm>
            <a:off x="914400" y="1150145"/>
            <a:ext cx="10668000" cy="4990306"/>
          </a:xfrm>
        </p:spPr>
        <p:txBody>
          <a:bodyPr>
            <a:noAutofit/>
          </a:bodyPr>
          <a:lstStyle/>
          <a:p>
            <a:pPr marL="0" indent="0" algn="just">
              <a:lnSpc>
                <a:spcPct val="150000"/>
              </a:lnSpc>
              <a:spcBef>
                <a:spcPts val="0"/>
              </a:spcBef>
              <a:buNone/>
            </a:pPr>
            <a:r>
              <a:rPr lang="en-US" sz="2400" dirty="0"/>
              <a:t>Topic Objective: To explain the steps for translating logical address into physical address in multi-level paging scheme.</a:t>
            </a:r>
          </a:p>
          <a:p>
            <a:pPr marL="0" indent="0" algn="just">
              <a:lnSpc>
                <a:spcPct val="150000"/>
              </a:lnSpc>
              <a:spcBef>
                <a:spcPts val="0"/>
              </a:spcBef>
              <a:buNone/>
            </a:pPr>
            <a:r>
              <a:rPr lang="en-US" sz="2400" dirty="0"/>
              <a:t>The page table is split into multiple levels. For example, in a two level page table, a logical address would comprise of the following fields:</a:t>
            </a:r>
          </a:p>
          <a:p>
            <a:pPr marL="0" indent="0" algn="just">
              <a:lnSpc>
                <a:spcPct val="150000"/>
              </a:lnSpc>
              <a:spcBef>
                <a:spcPts val="0"/>
              </a:spcBef>
              <a:buNone/>
            </a:pPr>
            <a:r>
              <a:rPr lang="en-US" sz="2400" dirty="0"/>
              <a:t>(a)Page number p1, for indexing into outer page table.</a:t>
            </a:r>
          </a:p>
          <a:p>
            <a:pPr marL="0" indent="0" algn="just">
              <a:lnSpc>
                <a:spcPct val="150000"/>
              </a:lnSpc>
              <a:spcBef>
                <a:spcPts val="0"/>
              </a:spcBef>
              <a:buNone/>
            </a:pPr>
            <a:r>
              <a:rPr lang="en-US" sz="2400" dirty="0"/>
              <a:t>(b)Page number p2, for indexing into inner page table.</a:t>
            </a:r>
          </a:p>
          <a:p>
            <a:pPr marL="0" indent="0" algn="just">
              <a:lnSpc>
                <a:spcPct val="150000"/>
              </a:lnSpc>
              <a:spcBef>
                <a:spcPts val="0"/>
              </a:spcBef>
              <a:buNone/>
            </a:pPr>
            <a:r>
              <a:rPr lang="en-US" sz="2400" dirty="0"/>
              <a:t>(c)Offset or displacement d that is used to index into the selected frame, to obtain the desired operand</a:t>
            </a:r>
          </a:p>
        </p:txBody>
      </p:sp>
    </p:spTree>
    <p:extLst>
      <p:ext uri="{BB962C8B-B14F-4D97-AF65-F5344CB8AC3E}">
        <p14:creationId xmlns:p14="http://schemas.microsoft.com/office/powerpoint/2010/main" val="15785280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D56AD-4384-F90A-7CF7-92FA4988A8D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57B7522-0995-A648-ED0D-994AFABF7FB3}"/>
              </a:ext>
            </a:extLst>
          </p:cNvPr>
          <p:cNvSpPr>
            <a:spLocks noGrp="1"/>
          </p:cNvSpPr>
          <p:nvPr>
            <p:ph type="dt" sz="half" idx="10"/>
          </p:nvPr>
        </p:nvSpPr>
        <p:spPr/>
        <p:txBody>
          <a:bodyPr/>
          <a:lstStyle/>
          <a:p>
            <a:fld id="{A0384117-8111-458C-8CC7-84E5C4241779}" type="datetime2">
              <a:rPr lang="en-US" smtClean="0"/>
              <a:t>Monday, September 1, 2025</a:t>
            </a:fld>
            <a:endParaRPr lang="en-US"/>
          </a:p>
        </p:txBody>
      </p:sp>
      <p:sp>
        <p:nvSpPr>
          <p:cNvPr id="5" name="Footer Placeholder 4">
            <a:extLst>
              <a:ext uri="{FF2B5EF4-FFF2-40B4-BE49-F238E27FC236}">
                <a16:creationId xmlns:a16="http://schemas.microsoft.com/office/drawing/2014/main" id="{617664A4-C3EC-4E24-F062-8D0D978A9CAD}"/>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716A8D86-3B49-0A68-51FC-5238747E7BF0}"/>
              </a:ext>
            </a:extLst>
          </p:cNvPr>
          <p:cNvSpPr>
            <a:spLocks noGrp="1"/>
          </p:cNvSpPr>
          <p:nvPr>
            <p:ph type="sldNum" sz="quarter" idx="12"/>
          </p:nvPr>
        </p:nvSpPr>
        <p:spPr/>
        <p:txBody>
          <a:bodyPr/>
          <a:lstStyle/>
          <a:p>
            <a:fld id="{B6F15528-21DE-4FAA-801E-634DDDAF4B2B}" type="slidenum">
              <a:rPr lang="en-US" smtClean="0"/>
              <a:pPr/>
              <a:t>57</a:t>
            </a:fld>
            <a:endParaRPr lang="en-US"/>
          </a:p>
        </p:txBody>
      </p:sp>
      <p:sp>
        <p:nvSpPr>
          <p:cNvPr id="7" name="Title 1">
            <a:extLst>
              <a:ext uri="{FF2B5EF4-FFF2-40B4-BE49-F238E27FC236}">
                <a16:creationId xmlns:a16="http://schemas.microsoft.com/office/drawing/2014/main" id="{E773189F-D759-EA80-5535-395B3E30CD0C}"/>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Multi-level Paging</a:t>
            </a:r>
          </a:p>
        </p:txBody>
      </p:sp>
      <p:pic>
        <p:nvPicPr>
          <p:cNvPr id="2" name="Picture 1" descr="A black and red logo&#10;&#10;Description automatically generated">
            <a:extLst>
              <a:ext uri="{FF2B5EF4-FFF2-40B4-BE49-F238E27FC236}">
                <a16:creationId xmlns:a16="http://schemas.microsoft.com/office/drawing/2014/main" id="{7CCB81BC-20AD-4F0B-B8AF-C676B863833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B2D925FB-2BD7-7963-3FBD-A7F964B6C118}"/>
              </a:ext>
            </a:extLst>
          </p:cNvPr>
          <p:cNvSpPr>
            <a:spLocks noGrp="1"/>
          </p:cNvSpPr>
          <p:nvPr>
            <p:ph idx="1"/>
          </p:nvPr>
        </p:nvSpPr>
        <p:spPr>
          <a:xfrm>
            <a:off x="914400" y="1150145"/>
            <a:ext cx="10668000" cy="4990306"/>
          </a:xfrm>
        </p:spPr>
        <p:txBody>
          <a:bodyPr>
            <a:noAutofit/>
          </a:bodyPr>
          <a:lstStyle/>
          <a:p>
            <a:pPr marL="0" indent="0" algn="just">
              <a:lnSpc>
                <a:spcPct val="150000"/>
              </a:lnSpc>
              <a:spcBef>
                <a:spcPts val="0"/>
              </a:spcBef>
              <a:buNone/>
            </a:pPr>
            <a:r>
              <a:rPr lang="en-US" sz="2400" dirty="0"/>
              <a:t>The page table is split into multiple levels. For example, in a two level page table, a logical address would comprise of the following fields:</a:t>
            </a:r>
          </a:p>
          <a:p>
            <a:pPr marL="0" indent="0" algn="just">
              <a:lnSpc>
                <a:spcPct val="150000"/>
              </a:lnSpc>
              <a:spcBef>
                <a:spcPts val="0"/>
              </a:spcBef>
              <a:buNone/>
            </a:pPr>
            <a:r>
              <a:rPr lang="en-US" sz="2400" dirty="0"/>
              <a:t>(a)Page number p1, for indexing into outer page table.</a:t>
            </a:r>
          </a:p>
          <a:p>
            <a:pPr marL="0" indent="0" algn="just">
              <a:lnSpc>
                <a:spcPct val="150000"/>
              </a:lnSpc>
              <a:spcBef>
                <a:spcPts val="0"/>
              </a:spcBef>
              <a:buNone/>
            </a:pPr>
            <a:r>
              <a:rPr lang="en-US" sz="2400" dirty="0"/>
              <a:t>(b)Page number p2, for indexing into inner page table.</a:t>
            </a:r>
          </a:p>
          <a:p>
            <a:pPr marL="0" indent="0" algn="just">
              <a:lnSpc>
                <a:spcPct val="150000"/>
              </a:lnSpc>
              <a:spcBef>
                <a:spcPts val="0"/>
              </a:spcBef>
              <a:buNone/>
            </a:pPr>
            <a:r>
              <a:rPr lang="en-US" sz="2400" dirty="0"/>
              <a:t>(c)Offset or displacement d that is used to index into the selected frame, to obtain the desired operand</a:t>
            </a:r>
          </a:p>
        </p:txBody>
      </p:sp>
    </p:spTree>
    <p:extLst>
      <p:ext uri="{BB962C8B-B14F-4D97-AF65-F5344CB8AC3E}">
        <p14:creationId xmlns:p14="http://schemas.microsoft.com/office/powerpoint/2010/main" val="3817228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6AD6C-682B-279D-C7A8-E10BC4371ED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F40EA5D-D74E-F71C-1F9F-A13F20DFEAA5}"/>
              </a:ext>
            </a:extLst>
          </p:cNvPr>
          <p:cNvSpPr>
            <a:spLocks noGrp="1"/>
          </p:cNvSpPr>
          <p:nvPr>
            <p:ph type="dt" sz="half" idx="10"/>
          </p:nvPr>
        </p:nvSpPr>
        <p:spPr/>
        <p:txBody>
          <a:bodyPr/>
          <a:lstStyle/>
          <a:p>
            <a:fld id="{829951DA-A5BF-4F0F-A1A7-852192006470}" type="datetime2">
              <a:rPr lang="en-US" smtClean="0"/>
              <a:t>Monday, September 1, 2025</a:t>
            </a:fld>
            <a:endParaRPr lang="en-US"/>
          </a:p>
        </p:txBody>
      </p:sp>
      <p:sp>
        <p:nvSpPr>
          <p:cNvPr id="5" name="Footer Placeholder 4">
            <a:extLst>
              <a:ext uri="{FF2B5EF4-FFF2-40B4-BE49-F238E27FC236}">
                <a16:creationId xmlns:a16="http://schemas.microsoft.com/office/drawing/2014/main" id="{40646D4E-BC1A-F75A-CBC6-A3D7BCE8FF1E}"/>
              </a:ext>
            </a:extLst>
          </p:cNvPr>
          <p:cNvSpPr>
            <a:spLocks noGrp="1"/>
          </p:cNvSpPr>
          <p:nvPr>
            <p:ph type="ftr" sz="quarter" idx="11"/>
          </p:nvPr>
        </p:nvSpPr>
        <p:spPr>
          <a:xfrm>
            <a:off x="4343400" y="6173788"/>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99586CA0-C601-13A9-F478-FCB202F8AF10}"/>
              </a:ext>
            </a:extLst>
          </p:cNvPr>
          <p:cNvSpPr>
            <a:spLocks noGrp="1"/>
          </p:cNvSpPr>
          <p:nvPr>
            <p:ph type="sldNum" sz="quarter" idx="12"/>
          </p:nvPr>
        </p:nvSpPr>
        <p:spPr/>
        <p:txBody>
          <a:bodyPr/>
          <a:lstStyle/>
          <a:p>
            <a:fld id="{B6F15528-21DE-4FAA-801E-634DDDAF4B2B}" type="slidenum">
              <a:rPr lang="en-US" smtClean="0"/>
              <a:pPr/>
              <a:t>58</a:t>
            </a:fld>
            <a:endParaRPr lang="en-US"/>
          </a:p>
        </p:txBody>
      </p:sp>
      <p:sp>
        <p:nvSpPr>
          <p:cNvPr id="7" name="Title 1">
            <a:extLst>
              <a:ext uri="{FF2B5EF4-FFF2-40B4-BE49-F238E27FC236}">
                <a16:creationId xmlns:a16="http://schemas.microsoft.com/office/drawing/2014/main" id="{795F0F10-EE70-1959-33F2-5FFF74E05543}"/>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Advantage of Multi-level Paging</a:t>
            </a:r>
          </a:p>
        </p:txBody>
      </p:sp>
      <p:pic>
        <p:nvPicPr>
          <p:cNvPr id="2" name="Picture 1" descr="A black and red logo&#10;&#10;Description automatically generated">
            <a:extLst>
              <a:ext uri="{FF2B5EF4-FFF2-40B4-BE49-F238E27FC236}">
                <a16:creationId xmlns:a16="http://schemas.microsoft.com/office/drawing/2014/main" id="{3DFEDA3A-D22E-704C-860B-9998E21E79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089876DD-EDDD-83E3-D3A0-713A0B012D0E}"/>
              </a:ext>
            </a:extLst>
          </p:cNvPr>
          <p:cNvSpPr>
            <a:spLocks noGrp="1"/>
          </p:cNvSpPr>
          <p:nvPr>
            <p:ph idx="1"/>
          </p:nvPr>
        </p:nvSpPr>
        <p:spPr>
          <a:xfrm>
            <a:off x="914400" y="1150145"/>
            <a:ext cx="10668000" cy="4990306"/>
          </a:xfrm>
        </p:spPr>
        <p:txBody>
          <a:bodyPr>
            <a:noAutofit/>
          </a:bodyPr>
          <a:lstStyle/>
          <a:p>
            <a:pPr marL="0" indent="0" algn="just">
              <a:lnSpc>
                <a:spcPct val="150000"/>
              </a:lnSpc>
              <a:spcBef>
                <a:spcPts val="0"/>
              </a:spcBef>
              <a:buNone/>
            </a:pPr>
            <a:r>
              <a:rPr lang="en-US" sz="2400" dirty="0"/>
              <a:t>Topic objective: To explain the advantages of multi-level paging.</a:t>
            </a:r>
          </a:p>
          <a:p>
            <a:pPr marL="0" indent="0" algn="just">
              <a:lnSpc>
                <a:spcPct val="150000"/>
              </a:lnSpc>
              <a:spcBef>
                <a:spcPts val="0"/>
              </a:spcBef>
              <a:buNone/>
            </a:pPr>
            <a:r>
              <a:rPr lang="en-US" sz="2400" dirty="0"/>
              <a:t>All the inner page tables would not be required to be memory resident simultaneously. Depending upon the size of executing program only a small fraction of the set of inner page tables would need to be memory resident, thus reducing the memory overhead of the page table.</a:t>
            </a:r>
          </a:p>
        </p:txBody>
      </p:sp>
    </p:spTree>
    <p:extLst>
      <p:ext uri="{BB962C8B-B14F-4D97-AF65-F5344CB8AC3E}">
        <p14:creationId xmlns:p14="http://schemas.microsoft.com/office/powerpoint/2010/main" val="15688648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C2A75-0273-1C5E-7B99-792C16EAD4E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A1374E9-BB80-752D-1E2D-E9DE5D1F92B7}"/>
              </a:ext>
            </a:extLst>
          </p:cNvPr>
          <p:cNvSpPr>
            <a:spLocks noGrp="1"/>
          </p:cNvSpPr>
          <p:nvPr>
            <p:ph type="dt" sz="half" idx="10"/>
          </p:nvPr>
        </p:nvSpPr>
        <p:spPr/>
        <p:txBody>
          <a:bodyPr/>
          <a:lstStyle/>
          <a:p>
            <a:fld id="{930504C3-5529-45C8-AD9A-AC8406FB9B8F}" type="datetime2">
              <a:rPr lang="en-US" smtClean="0"/>
              <a:t>Monday, September 1, 2025</a:t>
            </a:fld>
            <a:endParaRPr lang="en-US"/>
          </a:p>
        </p:txBody>
      </p:sp>
      <p:sp>
        <p:nvSpPr>
          <p:cNvPr id="5" name="Footer Placeholder 4">
            <a:extLst>
              <a:ext uri="{FF2B5EF4-FFF2-40B4-BE49-F238E27FC236}">
                <a16:creationId xmlns:a16="http://schemas.microsoft.com/office/drawing/2014/main" id="{D77C9503-A65C-DCF7-6ED9-458746FA7E65}"/>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E3F5A90E-90EF-FCF5-8207-60B7C2BF545F}"/>
              </a:ext>
            </a:extLst>
          </p:cNvPr>
          <p:cNvSpPr>
            <a:spLocks noGrp="1"/>
          </p:cNvSpPr>
          <p:nvPr>
            <p:ph type="sldNum" sz="quarter" idx="12"/>
          </p:nvPr>
        </p:nvSpPr>
        <p:spPr/>
        <p:txBody>
          <a:bodyPr/>
          <a:lstStyle/>
          <a:p>
            <a:fld id="{B6F15528-21DE-4FAA-801E-634DDDAF4B2B}" type="slidenum">
              <a:rPr lang="en-US" smtClean="0"/>
              <a:pPr/>
              <a:t>59</a:t>
            </a:fld>
            <a:endParaRPr lang="en-US"/>
          </a:p>
        </p:txBody>
      </p:sp>
      <p:sp>
        <p:nvSpPr>
          <p:cNvPr id="7" name="Title 1">
            <a:extLst>
              <a:ext uri="{FF2B5EF4-FFF2-40B4-BE49-F238E27FC236}">
                <a16:creationId xmlns:a16="http://schemas.microsoft.com/office/drawing/2014/main" id="{A0E956CC-19E3-A5CF-0529-B60544475AA7}"/>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Disadvantage of Multi-level Paging</a:t>
            </a:r>
          </a:p>
        </p:txBody>
      </p:sp>
      <p:pic>
        <p:nvPicPr>
          <p:cNvPr id="2" name="Picture 1" descr="A black and red logo&#10;&#10;Description automatically generated">
            <a:extLst>
              <a:ext uri="{FF2B5EF4-FFF2-40B4-BE49-F238E27FC236}">
                <a16:creationId xmlns:a16="http://schemas.microsoft.com/office/drawing/2014/main" id="{9F32F747-6D49-CC71-9956-A73FA5A7F6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FE7992CB-23BA-0757-69D0-1F4A7330BE2F}"/>
              </a:ext>
            </a:extLst>
          </p:cNvPr>
          <p:cNvSpPr>
            <a:spLocks noGrp="1"/>
          </p:cNvSpPr>
          <p:nvPr>
            <p:ph idx="1"/>
          </p:nvPr>
        </p:nvSpPr>
        <p:spPr>
          <a:xfrm>
            <a:off x="914400" y="1150145"/>
            <a:ext cx="10668000" cy="4990306"/>
          </a:xfrm>
        </p:spPr>
        <p:txBody>
          <a:bodyPr>
            <a:noAutofit/>
          </a:bodyPr>
          <a:lstStyle/>
          <a:p>
            <a:pPr marL="0" indent="0" algn="just">
              <a:lnSpc>
                <a:spcPct val="150000"/>
              </a:lnSpc>
              <a:spcBef>
                <a:spcPts val="0"/>
              </a:spcBef>
              <a:buNone/>
            </a:pPr>
            <a:r>
              <a:rPr lang="en-US" sz="2400" dirty="0"/>
              <a:t>Topic objective: To explain the disadvantage of multi-level paging.</a:t>
            </a:r>
          </a:p>
          <a:p>
            <a:pPr marL="0" indent="0" algn="just">
              <a:lnSpc>
                <a:spcPct val="150000"/>
              </a:lnSpc>
              <a:spcBef>
                <a:spcPts val="0"/>
              </a:spcBef>
              <a:buNone/>
            </a:pPr>
            <a:r>
              <a:rPr lang="en-US" sz="2400" dirty="0"/>
              <a:t>To access an operand, multi-level paging needs some extra memory accesses. For example, in the case of two level paging, an additional memory access is required, that is, to get the base address of inner page table.</a:t>
            </a:r>
          </a:p>
        </p:txBody>
      </p:sp>
    </p:spTree>
    <p:extLst>
      <p:ext uri="{BB962C8B-B14F-4D97-AF65-F5344CB8AC3E}">
        <p14:creationId xmlns:p14="http://schemas.microsoft.com/office/powerpoint/2010/main" val="11034879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FE271-A9BB-AC05-2CB7-8F235873C1F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E177DF9-986B-936D-0623-889B9ACD5227}"/>
              </a:ext>
            </a:extLst>
          </p:cNvPr>
          <p:cNvSpPr>
            <a:spLocks noGrp="1"/>
          </p:cNvSpPr>
          <p:nvPr>
            <p:ph type="dt" sz="half" idx="10"/>
          </p:nvPr>
        </p:nvSpPr>
        <p:spPr/>
        <p:txBody>
          <a:bodyPr/>
          <a:lstStyle/>
          <a:p>
            <a:fld id="{AE2570C3-34E3-4EEC-ACE7-B8CF142641B7}" type="datetime2">
              <a:rPr lang="en-US" smtClean="0"/>
              <a:t>Monday, September 1, 2025</a:t>
            </a:fld>
            <a:endParaRPr lang="en-US"/>
          </a:p>
        </p:txBody>
      </p:sp>
      <p:sp>
        <p:nvSpPr>
          <p:cNvPr id="5" name="Footer Placeholder 4">
            <a:extLst>
              <a:ext uri="{FF2B5EF4-FFF2-40B4-BE49-F238E27FC236}">
                <a16:creationId xmlns:a16="http://schemas.microsoft.com/office/drawing/2014/main" id="{C6F8C4FB-133E-7390-BD43-6609B2A14D70}"/>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37040939-69E0-1BF6-AB0F-A32965216FBE}"/>
              </a:ext>
            </a:extLst>
          </p:cNvPr>
          <p:cNvSpPr>
            <a:spLocks noGrp="1"/>
          </p:cNvSpPr>
          <p:nvPr>
            <p:ph type="sldNum" sz="quarter" idx="12"/>
          </p:nvPr>
        </p:nvSpPr>
        <p:spPr/>
        <p:txBody>
          <a:bodyPr/>
          <a:lstStyle/>
          <a:p>
            <a:fld id="{B6F15528-21DE-4FAA-801E-634DDDAF4B2B}" type="slidenum">
              <a:rPr lang="en-US" smtClean="0"/>
              <a:pPr/>
              <a:t>60</a:t>
            </a:fld>
            <a:endParaRPr lang="en-US"/>
          </a:p>
        </p:txBody>
      </p:sp>
      <p:sp>
        <p:nvSpPr>
          <p:cNvPr id="7" name="Title 1">
            <a:extLst>
              <a:ext uri="{FF2B5EF4-FFF2-40B4-BE49-F238E27FC236}">
                <a16:creationId xmlns:a16="http://schemas.microsoft.com/office/drawing/2014/main" id="{89B8B6AF-1E19-5DA4-29FD-5DD708C8FBB2}"/>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Segmentation</a:t>
            </a:r>
          </a:p>
        </p:txBody>
      </p:sp>
      <p:pic>
        <p:nvPicPr>
          <p:cNvPr id="2" name="Picture 1" descr="A black and red logo&#10;&#10;Description automatically generated">
            <a:extLst>
              <a:ext uri="{FF2B5EF4-FFF2-40B4-BE49-F238E27FC236}">
                <a16:creationId xmlns:a16="http://schemas.microsoft.com/office/drawing/2014/main" id="{EA2F2292-F311-FCE5-B926-4EDD11C778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6F74A3A6-116A-6225-46FC-D948F2E8549F}"/>
              </a:ext>
            </a:extLst>
          </p:cNvPr>
          <p:cNvSpPr>
            <a:spLocks noGrp="1"/>
          </p:cNvSpPr>
          <p:nvPr>
            <p:ph idx="1"/>
          </p:nvPr>
        </p:nvSpPr>
        <p:spPr>
          <a:xfrm>
            <a:off x="914400" y="1150145"/>
            <a:ext cx="10668000" cy="4990306"/>
          </a:xfrm>
        </p:spPr>
        <p:txBody>
          <a:bodyPr>
            <a:noAutofit/>
          </a:bodyPr>
          <a:lstStyle/>
          <a:p>
            <a:r>
              <a:rPr lang="en-US" sz="2400" dirty="0"/>
              <a:t>Topic objective: To understand segmentation mechanism with the help of following diagram</a:t>
            </a:r>
          </a:p>
        </p:txBody>
      </p:sp>
      <p:pic>
        <p:nvPicPr>
          <p:cNvPr id="3" name="Picture 4">
            <a:extLst>
              <a:ext uri="{FF2B5EF4-FFF2-40B4-BE49-F238E27FC236}">
                <a16:creationId xmlns:a16="http://schemas.microsoft.com/office/drawing/2014/main" id="{D11E4E06-495D-25AA-5311-E06C6D8FD4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38011" y="1911350"/>
            <a:ext cx="6357938" cy="444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093322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6B0B4-EFDB-1399-DE6B-C1F6938681C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4D6B0DD-D45B-5BA7-BFFE-DD794A5AA648}"/>
              </a:ext>
            </a:extLst>
          </p:cNvPr>
          <p:cNvSpPr>
            <a:spLocks noGrp="1"/>
          </p:cNvSpPr>
          <p:nvPr>
            <p:ph type="dt" sz="half" idx="10"/>
          </p:nvPr>
        </p:nvSpPr>
        <p:spPr/>
        <p:txBody>
          <a:bodyPr/>
          <a:lstStyle/>
          <a:p>
            <a:fld id="{F0618AD1-4A31-4FD8-A7AF-E23E62EE41DC}" type="datetime2">
              <a:rPr lang="en-US" smtClean="0"/>
              <a:t>Monday, September 1, 2025</a:t>
            </a:fld>
            <a:endParaRPr lang="en-US"/>
          </a:p>
        </p:txBody>
      </p:sp>
      <p:sp>
        <p:nvSpPr>
          <p:cNvPr id="5" name="Footer Placeholder 4">
            <a:extLst>
              <a:ext uri="{FF2B5EF4-FFF2-40B4-BE49-F238E27FC236}">
                <a16:creationId xmlns:a16="http://schemas.microsoft.com/office/drawing/2014/main" id="{5E11823F-8767-754D-7212-FE9102008851}"/>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C5386E52-562B-6DC6-1D2F-ECD578E8576B}"/>
              </a:ext>
            </a:extLst>
          </p:cNvPr>
          <p:cNvSpPr>
            <a:spLocks noGrp="1"/>
          </p:cNvSpPr>
          <p:nvPr>
            <p:ph type="sldNum" sz="quarter" idx="12"/>
          </p:nvPr>
        </p:nvSpPr>
        <p:spPr/>
        <p:txBody>
          <a:bodyPr/>
          <a:lstStyle/>
          <a:p>
            <a:fld id="{B6F15528-21DE-4FAA-801E-634DDDAF4B2B}" type="slidenum">
              <a:rPr lang="en-US" smtClean="0"/>
              <a:pPr/>
              <a:t>61</a:t>
            </a:fld>
            <a:endParaRPr lang="en-US"/>
          </a:p>
        </p:txBody>
      </p:sp>
      <p:sp>
        <p:nvSpPr>
          <p:cNvPr id="7" name="Title 1">
            <a:extLst>
              <a:ext uri="{FF2B5EF4-FFF2-40B4-BE49-F238E27FC236}">
                <a16:creationId xmlns:a16="http://schemas.microsoft.com/office/drawing/2014/main" id="{61761DAF-12D6-B77E-7593-09B35E0A2A02}"/>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Segmentation</a:t>
            </a:r>
          </a:p>
        </p:txBody>
      </p:sp>
      <p:pic>
        <p:nvPicPr>
          <p:cNvPr id="2" name="Picture 1" descr="A black and red logo&#10;&#10;Description automatically generated">
            <a:extLst>
              <a:ext uri="{FF2B5EF4-FFF2-40B4-BE49-F238E27FC236}">
                <a16:creationId xmlns:a16="http://schemas.microsoft.com/office/drawing/2014/main" id="{09CB8807-2FED-4CEB-0E57-88389BC6042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EBF62FE8-87B9-9D6D-F23D-273F67A85E32}"/>
              </a:ext>
            </a:extLst>
          </p:cNvPr>
          <p:cNvSpPr>
            <a:spLocks noGrp="1"/>
          </p:cNvSpPr>
          <p:nvPr>
            <p:ph idx="1"/>
          </p:nvPr>
        </p:nvSpPr>
        <p:spPr>
          <a:xfrm>
            <a:off x="914400" y="1150145"/>
            <a:ext cx="10668000" cy="4990306"/>
          </a:xfrm>
        </p:spPr>
        <p:txBody>
          <a:bodyPr>
            <a:noAutofit/>
          </a:bodyPr>
          <a:lstStyle/>
          <a:p>
            <a:pPr marL="0" indent="0" algn="just">
              <a:lnSpc>
                <a:spcPct val="150000"/>
              </a:lnSpc>
              <a:spcBef>
                <a:spcPts val="0"/>
              </a:spcBef>
              <a:buNone/>
            </a:pPr>
            <a:r>
              <a:rPr lang="en-US" sz="2400" dirty="0"/>
              <a:t>Topic objective: How logical address is translated into physical address in segmentation mechanism.</a:t>
            </a:r>
          </a:p>
          <a:p>
            <a:pPr marL="0" indent="0" algn="just">
              <a:lnSpc>
                <a:spcPct val="150000"/>
              </a:lnSpc>
              <a:spcBef>
                <a:spcPts val="0"/>
              </a:spcBef>
              <a:buNone/>
            </a:pPr>
            <a:r>
              <a:rPr lang="en-US" sz="2400" dirty="0"/>
              <a:t>In segmentation, the physical memory is divided into segments of varying sizes. Each segment is assigned a unique segment number.</a:t>
            </a:r>
          </a:p>
          <a:p>
            <a:pPr marL="0" indent="0" algn="just">
              <a:lnSpc>
                <a:spcPct val="150000"/>
              </a:lnSpc>
              <a:spcBef>
                <a:spcPts val="0"/>
              </a:spcBef>
              <a:buNone/>
            </a:pPr>
            <a:r>
              <a:rPr lang="en-US" sz="2400" dirty="0"/>
              <a:t>The memory management is done through a segment table, which is indexed by segment number. For each segment, it has an entry that provides base address of the segment and size of the segment. The logical address contains segment number ‘s’ and offset within the segment ‘d’</a:t>
            </a:r>
          </a:p>
        </p:txBody>
      </p:sp>
    </p:spTree>
    <p:extLst>
      <p:ext uri="{BB962C8B-B14F-4D97-AF65-F5344CB8AC3E}">
        <p14:creationId xmlns:p14="http://schemas.microsoft.com/office/powerpoint/2010/main" val="27837936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6F6EE-E5C2-149A-2189-AA3F23B2B5F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5688883-EB7E-A2B9-B541-1FB1624E6388}"/>
              </a:ext>
            </a:extLst>
          </p:cNvPr>
          <p:cNvSpPr>
            <a:spLocks noGrp="1"/>
          </p:cNvSpPr>
          <p:nvPr>
            <p:ph type="dt" sz="half" idx="10"/>
          </p:nvPr>
        </p:nvSpPr>
        <p:spPr/>
        <p:txBody>
          <a:bodyPr/>
          <a:lstStyle/>
          <a:p>
            <a:fld id="{DBB42940-5283-4856-AFC7-978EB8866A01}" type="datetime2">
              <a:rPr lang="en-US" smtClean="0"/>
              <a:t>Monday, September 1, 2025</a:t>
            </a:fld>
            <a:endParaRPr lang="en-US"/>
          </a:p>
        </p:txBody>
      </p:sp>
      <p:sp>
        <p:nvSpPr>
          <p:cNvPr id="5" name="Footer Placeholder 4">
            <a:extLst>
              <a:ext uri="{FF2B5EF4-FFF2-40B4-BE49-F238E27FC236}">
                <a16:creationId xmlns:a16="http://schemas.microsoft.com/office/drawing/2014/main" id="{E78E2817-9249-DC47-8466-C701B346CFFE}"/>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7F9D3CFC-A33A-C506-78EB-676E4C980B37}"/>
              </a:ext>
            </a:extLst>
          </p:cNvPr>
          <p:cNvSpPr>
            <a:spLocks noGrp="1"/>
          </p:cNvSpPr>
          <p:nvPr>
            <p:ph type="sldNum" sz="quarter" idx="12"/>
          </p:nvPr>
        </p:nvSpPr>
        <p:spPr/>
        <p:txBody>
          <a:bodyPr/>
          <a:lstStyle/>
          <a:p>
            <a:fld id="{B6F15528-21DE-4FAA-801E-634DDDAF4B2B}" type="slidenum">
              <a:rPr lang="en-US" smtClean="0"/>
              <a:pPr/>
              <a:t>62</a:t>
            </a:fld>
            <a:endParaRPr lang="en-US"/>
          </a:p>
        </p:txBody>
      </p:sp>
      <p:sp>
        <p:nvSpPr>
          <p:cNvPr id="7" name="Title 1">
            <a:extLst>
              <a:ext uri="{FF2B5EF4-FFF2-40B4-BE49-F238E27FC236}">
                <a16:creationId xmlns:a16="http://schemas.microsoft.com/office/drawing/2014/main" id="{E83B08E1-55E9-B63C-43A6-E151642F57DE}"/>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Segmentation</a:t>
            </a:r>
          </a:p>
        </p:txBody>
      </p:sp>
      <p:pic>
        <p:nvPicPr>
          <p:cNvPr id="2" name="Picture 1" descr="A black and red logo&#10;&#10;Description automatically generated">
            <a:extLst>
              <a:ext uri="{FF2B5EF4-FFF2-40B4-BE49-F238E27FC236}">
                <a16:creationId xmlns:a16="http://schemas.microsoft.com/office/drawing/2014/main" id="{10016F8C-36DC-0B58-79B3-C584C006A19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D56C8A13-EBF0-A6EA-C487-0C9A72BF96B3}"/>
              </a:ext>
            </a:extLst>
          </p:cNvPr>
          <p:cNvSpPr>
            <a:spLocks noGrp="1"/>
          </p:cNvSpPr>
          <p:nvPr>
            <p:ph idx="1"/>
          </p:nvPr>
        </p:nvSpPr>
        <p:spPr>
          <a:xfrm>
            <a:off x="914400" y="1150145"/>
            <a:ext cx="10668000" cy="4990306"/>
          </a:xfrm>
        </p:spPr>
        <p:txBody>
          <a:bodyPr>
            <a:noAutofit/>
          </a:bodyPr>
          <a:lstStyle/>
          <a:p>
            <a:pPr marL="0" indent="0" algn="just">
              <a:lnSpc>
                <a:spcPct val="150000"/>
              </a:lnSpc>
              <a:buNone/>
            </a:pPr>
            <a:r>
              <a:rPr lang="en-US" sz="2400" dirty="0"/>
              <a:t>Using the segment number, the system obtains base address of the segment. Then it makes a check to determine whether offset is within the segment size or not. If yes then the offset d is valid and physical address is computed by adding the offset to the base address; else it is invalid (error).</a:t>
            </a:r>
          </a:p>
        </p:txBody>
      </p:sp>
    </p:spTree>
    <p:extLst>
      <p:ext uri="{BB962C8B-B14F-4D97-AF65-F5344CB8AC3E}">
        <p14:creationId xmlns:p14="http://schemas.microsoft.com/office/powerpoint/2010/main" val="18168022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BE1EE-4389-473B-3FCB-6A57718CBD0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AC8E261-7D5E-269D-0353-650B00E49D58}"/>
              </a:ext>
            </a:extLst>
          </p:cNvPr>
          <p:cNvSpPr>
            <a:spLocks noGrp="1"/>
          </p:cNvSpPr>
          <p:nvPr>
            <p:ph type="dt" sz="half" idx="10"/>
          </p:nvPr>
        </p:nvSpPr>
        <p:spPr/>
        <p:txBody>
          <a:bodyPr/>
          <a:lstStyle/>
          <a:p>
            <a:fld id="{8C964227-BB89-42DE-96E9-D41A7AF6DF5B}" type="datetime2">
              <a:rPr lang="en-US" smtClean="0"/>
              <a:t>Monday, September 1, 2025</a:t>
            </a:fld>
            <a:endParaRPr lang="en-US"/>
          </a:p>
        </p:txBody>
      </p:sp>
      <p:sp>
        <p:nvSpPr>
          <p:cNvPr id="5" name="Footer Placeholder 4">
            <a:extLst>
              <a:ext uri="{FF2B5EF4-FFF2-40B4-BE49-F238E27FC236}">
                <a16:creationId xmlns:a16="http://schemas.microsoft.com/office/drawing/2014/main" id="{5FE07FC9-948A-D280-C88B-5BC49D037BAB}"/>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EDF3F979-13C5-FEAA-9018-0594D0BD9A83}"/>
              </a:ext>
            </a:extLst>
          </p:cNvPr>
          <p:cNvSpPr>
            <a:spLocks noGrp="1"/>
          </p:cNvSpPr>
          <p:nvPr>
            <p:ph type="sldNum" sz="quarter" idx="12"/>
          </p:nvPr>
        </p:nvSpPr>
        <p:spPr/>
        <p:txBody>
          <a:bodyPr/>
          <a:lstStyle/>
          <a:p>
            <a:fld id="{B6F15528-21DE-4FAA-801E-634DDDAF4B2B}" type="slidenum">
              <a:rPr lang="en-US" smtClean="0"/>
              <a:pPr/>
              <a:t>63</a:t>
            </a:fld>
            <a:endParaRPr lang="en-US"/>
          </a:p>
        </p:txBody>
      </p:sp>
      <p:sp>
        <p:nvSpPr>
          <p:cNvPr id="7" name="Title 1">
            <a:extLst>
              <a:ext uri="{FF2B5EF4-FFF2-40B4-BE49-F238E27FC236}">
                <a16:creationId xmlns:a16="http://schemas.microsoft.com/office/drawing/2014/main" id="{62F9F9FB-9E1E-52CE-4EAD-AE949EF171B1}"/>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Segmentation with paging</a:t>
            </a:r>
          </a:p>
        </p:txBody>
      </p:sp>
      <p:pic>
        <p:nvPicPr>
          <p:cNvPr id="2" name="Picture 1" descr="A black and red logo&#10;&#10;Description automatically generated">
            <a:extLst>
              <a:ext uri="{FF2B5EF4-FFF2-40B4-BE49-F238E27FC236}">
                <a16:creationId xmlns:a16="http://schemas.microsoft.com/office/drawing/2014/main" id="{28FE4EE9-2672-3827-0700-50AEA685B86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0022E251-DD9B-6800-4519-A85CBF5FDFAF}"/>
              </a:ext>
            </a:extLst>
          </p:cNvPr>
          <p:cNvSpPr>
            <a:spLocks noGrp="1"/>
          </p:cNvSpPr>
          <p:nvPr>
            <p:ph idx="1"/>
          </p:nvPr>
        </p:nvSpPr>
        <p:spPr>
          <a:xfrm>
            <a:off x="914400" y="1150145"/>
            <a:ext cx="10668000" cy="4990306"/>
          </a:xfrm>
        </p:spPr>
        <p:txBody>
          <a:bodyPr>
            <a:noAutofit/>
          </a:bodyPr>
          <a:lstStyle/>
          <a:p>
            <a:pPr marL="0" indent="0" algn="just">
              <a:lnSpc>
                <a:spcPct val="150000"/>
              </a:lnSpc>
              <a:buNone/>
            </a:pPr>
            <a:r>
              <a:rPr lang="en-US" sz="2400" dirty="0"/>
              <a:t>Topic Objective: To understand and implement the segmentation with paging mechanism.</a:t>
            </a:r>
          </a:p>
          <a:p>
            <a:pPr marL="0" indent="0" algn="just">
              <a:lnSpc>
                <a:spcPct val="150000"/>
              </a:lnSpc>
              <a:buNone/>
            </a:pPr>
            <a:r>
              <a:rPr lang="en-US" sz="2400" dirty="0"/>
              <a:t>In this, the logical space is divided into a number of segments of varying sizes and each segment is divided into a number of pages, each of a fixed size. </a:t>
            </a:r>
          </a:p>
          <a:p>
            <a:pPr marL="0" indent="0" algn="just">
              <a:lnSpc>
                <a:spcPct val="150000"/>
              </a:lnSpc>
              <a:buNone/>
            </a:pPr>
            <a:r>
              <a:rPr lang="en-US" sz="2400" dirty="0"/>
              <a:t>The memory management is done through a segment table. Each segment has an entry in the table. An entry contains base address of the segment page table and size of the segment page table.</a:t>
            </a:r>
          </a:p>
        </p:txBody>
      </p:sp>
    </p:spTree>
    <p:extLst>
      <p:ext uri="{BB962C8B-B14F-4D97-AF65-F5344CB8AC3E}">
        <p14:creationId xmlns:p14="http://schemas.microsoft.com/office/powerpoint/2010/main" val="20957714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2BCA4-8088-8000-8185-CA60004024B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E131312-EDD4-CE5A-56C2-6530D2C964FB}"/>
              </a:ext>
            </a:extLst>
          </p:cNvPr>
          <p:cNvSpPr>
            <a:spLocks noGrp="1"/>
          </p:cNvSpPr>
          <p:nvPr>
            <p:ph type="dt" sz="half" idx="10"/>
          </p:nvPr>
        </p:nvSpPr>
        <p:spPr/>
        <p:txBody>
          <a:bodyPr/>
          <a:lstStyle/>
          <a:p>
            <a:fld id="{482EAEA6-8140-4BD3-B45E-F77ACD48AA13}" type="datetime2">
              <a:rPr lang="en-US" smtClean="0"/>
              <a:t>Monday, September 1, 2025</a:t>
            </a:fld>
            <a:endParaRPr lang="en-US"/>
          </a:p>
        </p:txBody>
      </p:sp>
      <p:sp>
        <p:nvSpPr>
          <p:cNvPr id="5" name="Footer Placeholder 4">
            <a:extLst>
              <a:ext uri="{FF2B5EF4-FFF2-40B4-BE49-F238E27FC236}">
                <a16:creationId xmlns:a16="http://schemas.microsoft.com/office/drawing/2014/main" id="{0646EA5B-4D80-8E76-7D00-A1612EB346E4}"/>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0022710C-017F-3641-C363-C31C1BD69833}"/>
              </a:ext>
            </a:extLst>
          </p:cNvPr>
          <p:cNvSpPr>
            <a:spLocks noGrp="1"/>
          </p:cNvSpPr>
          <p:nvPr>
            <p:ph type="sldNum" sz="quarter" idx="12"/>
          </p:nvPr>
        </p:nvSpPr>
        <p:spPr/>
        <p:txBody>
          <a:bodyPr/>
          <a:lstStyle/>
          <a:p>
            <a:fld id="{B6F15528-21DE-4FAA-801E-634DDDAF4B2B}" type="slidenum">
              <a:rPr lang="en-US" smtClean="0"/>
              <a:pPr/>
              <a:t>64</a:t>
            </a:fld>
            <a:endParaRPr lang="en-US"/>
          </a:p>
        </p:txBody>
      </p:sp>
      <p:sp>
        <p:nvSpPr>
          <p:cNvPr id="7" name="Title 1">
            <a:extLst>
              <a:ext uri="{FF2B5EF4-FFF2-40B4-BE49-F238E27FC236}">
                <a16:creationId xmlns:a16="http://schemas.microsoft.com/office/drawing/2014/main" id="{EF6DF000-DC05-7439-9668-9208A1EA9020}"/>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Segmentation with paging</a:t>
            </a:r>
          </a:p>
        </p:txBody>
      </p:sp>
      <p:pic>
        <p:nvPicPr>
          <p:cNvPr id="2" name="Picture 1" descr="A black and red logo&#10;&#10;Description automatically generated">
            <a:extLst>
              <a:ext uri="{FF2B5EF4-FFF2-40B4-BE49-F238E27FC236}">
                <a16:creationId xmlns:a16="http://schemas.microsoft.com/office/drawing/2014/main" id="{67543A0C-1B97-6254-A8B4-77B662C3983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2986CF18-3588-AC9F-3E4D-108E72670723}"/>
              </a:ext>
            </a:extLst>
          </p:cNvPr>
          <p:cNvSpPr>
            <a:spLocks noGrp="1"/>
          </p:cNvSpPr>
          <p:nvPr>
            <p:ph idx="1"/>
          </p:nvPr>
        </p:nvSpPr>
        <p:spPr>
          <a:xfrm>
            <a:off x="914400" y="1150145"/>
            <a:ext cx="10668000" cy="4990306"/>
          </a:xfrm>
        </p:spPr>
        <p:txBody>
          <a:bodyPr>
            <a:noAutofit/>
          </a:bodyPr>
          <a:lstStyle/>
          <a:p>
            <a:pPr marL="0" indent="0" algn="just">
              <a:lnSpc>
                <a:spcPct val="150000"/>
              </a:lnSpc>
              <a:buNone/>
            </a:pPr>
            <a:r>
              <a:rPr lang="en-US" sz="2400" dirty="0"/>
              <a:t>The logical address contains segment number, page number in a segment and offset ‘d’ in the page. The segment number s is to access the segment entry in the access the segment page table. So, each segment will have a separate page table. The page number p is used to access the frame number in the page table, provide p&lt;M (size of the segment page table); else it is invalid page number. The frame number ‘f’ is combined with the offset ‘d’ to compute the physical address.</a:t>
            </a:r>
          </a:p>
        </p:txBody>
      </p:sp>
    </p:spTree>
    <p:extLst>
      <p:ext uri="{BB962C8B-B14F-4D97-AF65-F5344CB8AC3E}">
        <p14:creationId xmlns:p14="http://schemas.microsoft.com/office/powerpoint/2010/main" val="89174034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C733D-E73A-50CF-EB10-00B84B89B23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E258F5F-766E-CF49-799E-4628D0CABCAA}"/>
              </a:ext>
            </a:extLst>
          </p:cNvPr>
          <p:cNvSpPr>
            <a:spLocks noGrp="1"/>
          </p:cNvSpPr>
          <p:nvPr>
            <p:ph type="dt" sz="half" idx="10"/>
          </p:nvPr>
        </p:nvSpPr>
        <p:spPr/>
        <p:txBody>
          <a:bodyPr/>
          <a:lstStyle/>
          <a:p>
            <a:fld id="{C517D638-C3C8-4FA2-BE08-02F22BADEF12}" type="datetime2">
              <a:rPr lang="en-US" smtClean="0"/>
              <a:t>Monday, September 1, 2025</a:t>
            </a:fld>
            <a:endParaRPr lang="en-US"/>
          </a:p>
        </p:txBody>
      </p:sp>
      <p:sp>
        <p:nvSpPr>
          <p:cNvPr id="5" name="Footer Placeholder 4">
            <a:extLst>
              <a:ext uri="{FF2B5EF4-FFF2-40B4-BE49-F238E27FC236}">
                <a16:creationId xmlns:a16="http://schemas.microsoft.com/office/drawing/2014/main" id="{BD509EE6-40A7-EF3A-9DA9-26B4B6CCB507}"/>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4804633F-7A74-3E12-663C-82E69EF74E85}"/>
              </a:ext>
            </a:extLst>
          </p:cNvPr>
          <p:cNvSpPr>
            <a:spLocks noGrp="1"/>
          </p:cNvSpPr>
          <p:nvPr>
            <p:ph type="sldNum" sz="quarter" idx="12"/>
          </p:nvPr>
        </p:nvSpPr>
        <p:spPr/>
        <p:txBody>
          <a:bodyPr/>
          <a:lstStyle/>
          <a:p>
            <a:fld id="{B6F15528-21DE-4FAA-801E-634DDDAF4B2B}" type="slidenum">
              <a:rPr lang="en-US" smtClean="0"/>
              <a:pPr/>
              <a:t>65</a:t>
            </a:fld>
            <a:endParaRPr lang="en-US"/>
          </a:p>
        </p:txBody>
      </p:sp>
      <p:sp>
        <p:nvSpPr>
          <p:cNvPr id="7" name="Title 1">
            <a:extLst>
              <a:ext uri="{FF2B5EF4-FFF2-40B4-BE49-F238E27FC236}">
                <a16:creationId xmlns:a16="http://schemas.microsoft.com/office/drawing/2014/main" id="{ED40531D-99B2-EC5F-32C5-58B4433CCD35}"/>
              </a:ext>
            </a:extLst>
          </p:cNvPr>
          <p:cNvSpPr txBox="1">
            <a:spLocks/>
          </p:cNvSpPr>
          <p:nvPr/>
        </p:nvSpPr>
        <p:spPr>
          <a:xfrm>
            <a:off x="2895600" y="2"/>
            <a:ext cx="86868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2800" dirty="0">
                <a:solidFill>
                  <a:schemeClr val="dk1"/>
                </a:solidFill>
              </a:rPr>
              <a:t>Daily Quiz</a:t>
            </a:r>
          </a:p>
        </p:txBody>
      </p:sp>
      <p:pic>
        <p:nvPicPr>
          <p:cNvPr id="2" name="Picture 1" descr="A black and red logo&#10;&#10;Description automatically generated">
            <a:extLst>
              <a:ext uri="{FF2B5EF4-FFF2-40B4-BE49-F238E27FC236}">
                <a16:creationId xmlns:a16="http://schemas.microsoft.com/office/drawing/2014/main" id="{6CDC567D-EDC4-2039-12C7-B8559842E47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Box 7">
            <a:extLst>
              <a:ext uri="{FF2B5EF4-FFF2-40B4-BE49-F238E27FC236}">
                <a16:creationId xmlns:a16="http://schemas.microsoft.com/office/drawing/2014/main" id="{46816E1A-CD7B-98E6-1613-1F248803BAC3}"/>
              </a:ext>
            </a:extLst>
          </p:cNvPr>
          <p:cNvSpPr txBox="1"/>
          <p:nvPr/>
        </p:nvSpPr>
        <p:spPr>
          <a:xfrm>
            <a:off x="838200" y="919390"/>
            <a:ext cx="10744200" cy="4801314"/>
          </a:xfrm>
          <a:prstGeom prst="rect">
            <a:avLst/>
          </a:prstGeom>
          <a:noFill/>
        </p:spPr>
        <p:txBody>
          <a:bodyPr wrap="square">
            <a:spAutoFit/>
          </a:bodyPr>
          <a:lstStyle/>
          <a:p>
            <a:r>
              <a:rPr lang="en-IN" b="1" dirty="0"/>
              <a:t>Which allocation strategy places a process in the first memory block that is large enough?</a:t>
            </a:r>
            <a:br>
              <a:rPr lang="en-IN" dirty="0"/>
            </a:br>
            <a:r>
              <a:rPr lang="en-IN" dirty="0"/>
              <a:t>a) Best Fit        b) First Fit      c) Worst Fit        d) Next Fit</a:t>
            </a:r>
          </a:p>
          <a:p>
            <a:endParaRPr lang="en-IN" dirty="0"/>
          </a:p>
          <a:p>
            <a:r>
              <a:rPr lang="en-IN" b="1" dirty="0"/>
              <a:t>Which memory allocation strategy results in the smallest leftover memory block?</a:t>
            </a:r>
            <a:br>
              <a:rPr lang="en-IN" dirty="0"/>
            </a:br>
            <a:r>
              <a:rPr lang="en-IN" dirty="0"/>
              <a:t>a) First Fit.        b) Best Fit.         c) Worst Fit        d) Random Fit</a:t>
            </a:r>
          </a:p>
          <a:p>
            <a:endParaRPr lang="en-IN" dirty="0"/>
          </a:p>
          <a:p>
            <a:r>
              <a:rPr lang="en-IN" b="1" dirty="0"/>
              <a:t>Paging divides the process into:</a:t>
            </a:r>
            <a:br>
              <a:rPr lang="en-IN" dirty="0"/>
            </a:br>
            <a:r>
              <a:rPr lang="en-IN" dirty="0"/>
              <a:t>a) Equal-sized pages</a:t>
            </a:r>
            <a:br>
              <a:rPr lang="en-IN" dirty="0"/>
            </a:br>
            <a:r>
              <a:rPr lang="en-IN" dirty="0"/>
              <a:t>b) Variable-sized segments</a:t>
            </a:r>
            <a:br>
              <a:rPr lang="en-IN" dirty="0"/>
            </a:br>
            <a:r>
              <a:rPr lang="en-IN" dirty="0"/>
              <a:t>c) Fixed-sized blocks and pages</a:t>
            </a:r>
            <a:br>
              <a:rPr lang="en-IN" dirty="0"/>
            </a:br>
            <a:r>
              <a:rPr lang="en-IN" dirty="0"/>
              <a:t>d) None of the above</a:t>
            </a:r>
          </a:p>
          <a:p>
            <a:endParaRPr lang="en-IN" dirty="0"/>
          </a:p>
          <a:p>
            <a:r>
              <a:rPr lang="en-IN" b="1" dirty="0"/>
              <a:t>Segmented Paging is a combination of:</a:t>
            </a:r>
            <a:br>
              <a:rPr lang="en-IN" dirty="0"/>
            </a:br>
            <a:r>
              <a:rPr lang="en-IN" dirty="0"/>
              <a:t>a) Paging and Fixed Partitioning</a:t>
            </a:r>
            <a:br>
              <a:rPr lang="en-IN" dirty="0"/>
            </a:br>
            <a:r>
              <a:rPr lang="en-IN" dirty="0"/>
              <a:t>b) Paging and Variable Partitioning</a:t>
            </a:r>
            <a:br>
              <a:rPr lang="en-IN" dirty="0"/>
            </a:br>
            <a:r>
              <a:rPr lang="en-IN" dirty="0"/>
              <a:t>c) Segmentation and Paging</a:t>
            </a:r>
            <a:br>
              <a:rPr lang="en-IN" dirty="0"/>
            </a:br>
            <a:r>
              <a:rPr lang="en-IN" dirty="0"/>
              <a:t>d) Contiguous and Non-Contiguous Memory Allocation</a:t>
            </a:r>
            <a:endParaRPr lang="en-US" dirty="0"/>
          </a:p>
        </p:txBody>
      </p:sp>
    </p:spTree>
    <p:extLst>
      <p:ext uri="{BB962C8B-B14F-4D97-AF65-F5344CB8AC3E}">
        <p14:creationId xmlns:p14="http://schemas.microsoft.com/office/powerpoint/2010/main" val="27606326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197F1-188D-1BC0-BC45-1EB7277DF3A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C1D9424-90E0-6BD1-64FD-87F06A71AD48}"/>
              </a:ext>
            </a:extLst>
          </p:cNvPr>
          <p:cNvSpPr>
            <a:spLocks noGrp="1"/>
          </p:cNvSpPr>
          <p:nvPr>
            <p:ph type="dt" sz="half" idx="10"/>
          </p:nvPr>
        </p:nvSpPr>
        <p:spPr/>
        <p:txBody>
          <a:bodyPr/>
          <a:lstStyle/>
          <a:p>
            <a:fld id="{C400E0C6-8A50-4066-8F8E-986EC89A7DDE}" type="datetime2">
              <a:rPr lang="en-US" smtClean="0"/>
              <a:t>Monday, September 1, 2025</a:t>
            </a:fld>
            <a:endParaRPr lang="en-US"/>
          </a:p>
        </p:txBody>
      </p:sp>
      <p:sp>
        <p:nvSpPr>
          <p:cNvPr id="5" name="Footer Placeholder 4">
            <a:extLst>
              <a:ext uri="{FF2B5EF4-FFF2-40B4-BE49-F238E27FC236}">
                <a16:creationId xmlns:a16="http://schemas.microsoft.com/office/drawing/2014/main" id="{BFDD3953-8D4B-D707-1055-9CFB1F367D81}"/>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B213526C-5552-B91F-193E-9BD1BBF70B7E}"/>
              </a:ext>
            </a:extLst>
          </p:cNvPr>
          <p:cNvSpPr>
            <a:spLocks noGrp="1"/>
          </p:cNvSpPr>
          <p:nvPr>
            <p:ph type="sldNum" sz="quarter" idx="12"/>
          </p:nvPr>
        </p:nvSpPr>
        <p:spPr/>
        <p:txBody>
          <a:bodyPr/>
          <a:lstStyle/>
          <a:p>
            <a:fld id="{B6F15528-21DE-4FAA-801E-634DDDAF4B2B}" type="slidenum">
              <a:rPr lang="en-US" smtClean="0"/>
              <a:pPr/>
              <a:t>66</a:t>
            </a:fld>
            <a:endParaRPr lang="en-US"/>
          </a:p>
        </p:txBody>
      </p:sp>
      <p:sp>
        <p:nvSpPr>
          <p:cNvPr id="7" name="Title 1">
            <a:extLst>
              <a:ext uri="{FF2B5EF4-FFF2-40B4-BE49-F238E27FC236}">
                <a16:creationId xmlns:a16="http://schemas.microsoft.com/office/drawing/2014/main" id="{59343A5F-0581-A955-5E83-96169F1D952B}"/>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600" dirty="0">
                <a:solidFill>
                  <a:schemeClr val="dk1"/>
                </a:solidFill>
              </a:rPr>
              <a:t>Virtual Memory(VM) Concept</a:t>
            </a:r>
          </a:p>
        </p:txBody>
      </p:sp>
      <p:pic>
        <p:nvPicPr>
          <p:cNvPr id="2" name="Picture 1" descr="A black and red logo&#10;&#10;Description automatically generated">
            <a:extLst>
              <a:ext uri="{FF2B5EF4-FFF2-40B4-BE49-F238E27FC236}">
                <a16:creationId xmlns:a16="http://schemas.microsoft.com/office/drawing/2014/main" id="{5985B31E-C3C3-87C4-F024-BEDB2809C35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B896EFE9-C162-3EF7-B221-C1ACE13FC0A1}"/>
              </a:ext>
            </a:extLst>
          </p:cNvPr>
          <p:cNvSpPr>
            <a:spLocks noGrp="1"/>
          </p:cNvSpPr>
          <p:nvPr>
            <p:ph idx="1"/>
          </p:nvPr>
        </p:nvSpPr>
        <p:spPr>
          <a:xfrm>
            <a:off x="914400" y="1150145"/>
            <a:ext cx="10668000" cy="4990306"/>
          </a:xfrm>
        </p:spPr>
        <p:txBody>
          <a:bodyPr>
            <a:noAutofit/>
          </a:bodyPr>
          <a:lstStyle/>
          <a:p>
            <a:pPr marL="0" indent="0" algn="just">
              <a:lnSpc>
                <a:spcPct val="150000"/>
              </a:lnSpc>
              <a:spcBef>
                <a:spcPts val="0"/>
              </a:spcBef>
              <a:buNone/>
            </a:pPr>
            <a:r>
              <a:rPr lang="en-US" sz="2400" dirty="0"/>
              <a:t>Topic Objective: To understand and implement the virtual memory concepts.</a:t>
            </a:r>
          </a:p>
          <a:p>
            <a:pPr marL="0" indent="0" algn="just">
              <a:lnSpc>
                <a:spcPct val="150000"/>
              </a:lnSpc>
              <a:spcBef>
                <a:spcPts val="0"/>
              </a:spcBef>
              <a:buNone/>
            </a:pPr>
            <a:r>
              <a:rPr lang="en-US" sz="2400" dirty="0"/>
              <a:t>Virtual memory is a technique that permits execution of processes with their code only partially loaded into the physical memory.</a:t>
            </a:r>
          </a:p>
          <a:p>
            <a:pPr marL="0" indent="0" algn="just">
              <a:lnSpc>
                <a:spcPct val="150000"/>
              </a:lnSpc>
              <a:spcBef>
                <a:spcPts val="0"/>
              </a:spcBef>
              <a:buNone/>
            </a:pPr>
            <a:r>
              <a:rPr lang="en-US" sz="2400" dirty="0"/>
              <a:t>This technique takes advantage of the fact that a program tends to have locality of reference, and a process code never required in its entirety, at the same time.</a:t>
            </a:r>
          </a:p>
          <a:p>
            <a:pPr marL="0" indent="0" algn="just">
              <a:lnSpc>
                <a:spcPct val="150000"/>
              </a:lnSpc>
              <a:buNone/>
            </a:pPr>
            <a:endParaRPr lang="en-US" sz="2400" dirty="0"/>
          </a:p>
        </p:txBody>
      </p:sp>
    </p:spTree>
    <p:extLst>
      <p:ext uri="{BB962C8B-B14F-4D97-AF65-F5344CB8AC3E}">
        <p14:creationId xmlns:p14="http://schemas.microsoft.com/office/powerpoint/2010/main" val="22059031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D4FCE-F68E-3DB0-0B13-0112041E865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FC2EE20-33F2-471B-AF54-F27F35C0EB3E}"/>
              </a:ext>
            </a:extLst>
          </p:cNvPr>
          <p:cNvSpPr>
            <a:spLocks noGrp="1"/>
          </p:cNvSpPr>
          <p:nvPr>
            <p:ph type="dt" sz="half" idx="10"/>
          </p:nvPr>
        </p:nvSpPr>
        <p:spPr/>
        <p:txBody>
          <a:bodyPr/>
          <a:lstStyle/>
          <a:p>
            <a:fld id="{459B9F1F-2603-464B-84F3-69477C7B0CAD}" type="datetime2">
              <a:rPr lang="en-US" smtClean="0"/>
              <a:t>Monday, September 1, 2025</a:t>
            </a:fld>
            <a:endParaRPr lang="en-US"/>
          </a:p>
        </p:txBody>
      </p:sp>
      <p:sp>
        <p:nvSpPr>
          <p:cNvPr id="5" name="Footer Placeholder 4">
            <a:extLst>
              <a:ext uri="{FF2B5EF4-FFF2-40B4-BE49-F238E27FC236}">
                <a16:creationId xmlns:a16="http://schemas.microsoft.com/office/drawing/2014/main" id="{EABD6BDA-9EDA-07E4-24BE-C292FE87E7D8}"/>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A0090C5E-C96F-DD1D-A997-1F306E9E6EE3}"/>
              </a:ext>
            </a:extLst>
          </p:cNvPr>
          <p:cNvSpPr>
            <a:spLocks noGrp="1"/>
          </p:cNvSpPr>
          <p:nvPr>
            <p:ph type="sldNum" sz="quarter" idx="12"/>
          </p:nvPr>
        </p:nvSpPr>
        <p:spPr/>
        <p:txBody>
          <a:bodyPr/>
          <a:lstStyle/>
          <a:p>
            <a:fld id="{B6F15528-21DE-4FAA-801E-634DDDAF4B2B}" type="slidenum">
              <a:rPr lang="en-US" smtClean="0"/>
              <a:pPr/>
              <a:t>67</a:t>
            </a:fld>
            <a:endParaRPr lang="en-US"/>
          </a:p>
        </p:txBody>
      </p:sp>
      <p:sp>
        <p:nvSpPr>
          <p:cNvPr id="7" name="Title 1">
            <a:extLst>
              <a:ext uri="{FF2B5EF4-FFF2-40B4-BE49-F238E27FC236}">
                <a16:creationId xmlns:a16="http://schemas.microsoft.com/office/drawing/2014/main" id="{64D70A1C-920B-F0F1-85C8-CB16B762EDEB}"/>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600" dirty="0">
                <a:solidFill>
                  <a:schemeClr val="dk1"/>
                </a:solidFill>
              </a:rPr>
              <a:t>Virtual Memory(VM) Concept</a:t>
            </a:r>
          </a:p>
        </p:txBody>
      </p:sp>
      <p:pic>
        <p:nvPicPr>
          <p:cNvPr id="2" name="Picture 1" descr="A black and red logo&#10;&#10;Description automatically generated">
            <a:extLst>
              <a:ext uri="{FF2B5EF4-FFF2-40B4-BE49-F238E27FC236}">
                <a16:creationId xmlns:a16="http://schemas.microsoft.com/office/drawing/2014/main" id="{4D2ADDEE-3F97-5321-1668-A471D73A5AF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F93E8E7A-5414-3696-8E10-F07A8090A06A}"/>
              </a:ext>
            </a:extLst>
          </p:cNvPr>
          <p:cNvSpPr>
            <a:spLocks noGrp="1"/>
          </p:cNvSpPr>
          <p:nvPr>
            <p:ph idx="1"/>
          </p:nvPr>
        </p:nvSpPr>
        <p:spPr>
          <a:xfrm>
            <a:off x="914400" y="1150145"/>
            <a:ext cx="10668000" cy="4990306"/>
          </a:xfrm>
        </p:spPr>
        <p:txBody>
          <a:bodyPr>
            <a:noAutofit/>
          </a:bodyPr>
          <a:lstStyle/>
          <a:p>
            <a:pPr marL="0" indent="0" algn="just">
              <a:lnSpc>
                <a:spcPct val="150000"/>
              </a:lnSpc>
              <a:spcBef>
                <a:spcPts val="0"/>
              </a:spcBef>
              <a:buNone/>
            </a:pPr>
            <a:r>
              <a:rPr lang="en-US" sz="2400" dirty="0"/>
              <a:t>Virtual memory is a technique that permits execution of processes with their code only partially loaded into the physical memory.</a:t>
            </a:r>
          </a:p>
          <a:p>
            <a:pPr marL="0" indent="0" algn="just">
              <a:lnSpc>
                <a:spcPct val="150000"/>
              </a:lnSpc>
              <a:spcBef>
                <a:spcPts val="0"/>
              </a:spcBef>
              <a:buNone/>
            </a:pPr>
            <a:endParaRPr lang="en-US" sz="2400" dirty="0"/>
          </a:p>
          <a:p>
            <a:pPr marL="0" indent="0" algn="just">
              <a:lnSpc>
                <a:spcPct val="150000"/>
              </a:lnSpc>
              <a:spcBef>
                <a:spcPts val="0"/>
              </a:spcBef>
              <a:buNone/>
            </a:pPr>
            <a:r>
              <a:rPr lang="en-US" sz="2400" dirty="0"/>
              <a:t>This technique takes advantage of the fact that a program tends to have locality of reference, and a process code never required in its entirety, at the same time.</a:t>
            </a:r>
          </a:p>
          <a:p>
            <a:pPr marL="0" indent="0" algn="just">
              <a:lnSpc>
                <a:spcPct val="150000"/>
              </a:lnSpc>
              <a:buNone/>
            </a:pPr>
            <a:endParaRPr lang="en-US" sz="2400" dirty="0"/>
          </a:p>
        </p:txBody>
      </p:sp>
    </p:spTree>
    <p:extLst>
      <p:ext uri="{BB962C8B-B14F-4D97-AF65-F5344CB8AC3E}">
        <p14:creationId xmlns:p14="http://schemas.microsoft.com/office/powerpoint/2010/main" val="19218321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5B094-1DA5-4EAA-59B7-C9C50875979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BCEFC01-AB1B-9B93-2EEE-B2CB075E046C}"/>
              </a:ext>
            </a:extLst>
          </p:cNvPr>
          <p:cNvSpPr>
            <a:spLocks noGrp="1"/>
          </p:cNvSpPr>
          <p:nvPr>
            <p:ph type="dt" sz="half" idx="10"/>
          </p:nvPr>
        </p:nvSpPr>
        <p:spPr/>
        <p:txBody>
          <a:bodyPr/>
          <a:lstStyle/>
          <a:p>
            <a:fld id="{60E42370-BD4C-4DDB-AE33-2669527704BF}" type="datetime2">
              <a:rPr lang="en-US" smtClean="0"/>
              <a:t>Monday, September 1, 2025</a:t>
            </a:fld>
            <a:endParaRPr lang="en-US"/>
          </a:p>
        </p:txBody>
      </p:sp>
      <p:sp>
        <p:nvSpPr>
          <p:cNvPr id="5" name="Footer Placeholder 4">
            <a:extLst>
              <a:ext uri="{FF2B5EF4-FFF2-40B4-BE49-F238E27FC236}">
                <a16:creationId xmlns:a16="http://schemas.microsoft.com/office/drawing/2014/main" id="{3F004D18-A18D-D3CF-B619-A09867E9A3FE}"/>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0913C229-2AEA-2AC3-6FEF-2700DDE6F6AA}"/>
              </a:ext>
            </a:extLst>
          </p:cNvPr>
          <p:cNvSpPr>
            <a:spLocks noGrp="1"/>
          </p:cNvSpPr>
          <p:nvPr>
            <p:ph type="sldNum" sz="quarter" idx="12"/>
          </p:nvPr>
        </p:nvSpPr>
        <p:spPr/>
        <p:txBody>
          <a:bodyPr/>
          <a:lstStyle/>
          <a:p>
            <a:fld id="{B6F15528-21DE-4FAA-801E-634DDDAF4B2B}" type="slidenum">
              <a:rPr lang="en-US" smtClean="0"/>
              <a:pPr/>
              <a:t>68</a:t>
            </a:fld>
            <a:endParaRPr lang="en-US"/>
          </a:p>
        </p:txBody>
      </p:sp>
      <p:sp>
        <p:nvSpPr>
          <p:cNvPr id="7" name="Title 1">
            <a:extLst>
              <a:ext uri="{FF2B5EF4-FFF2-40B4-BE49-F238E27FC236}">
                <a16:creationId xmlns:a16="http://schemas.microsoft.com/office/drawing/2014/main" id="{7480A955-BC86-328E-B1D3-D91FF8F23B61}"/>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600" dirty="0">
                <a:solidFill>
                  <a:schemeClr val="dk1"/>
                </a:solidFill>
              </a:rPr>
              <a:t>Advantages of Virtual Memory</a:t>
            </a:r>
          </a:p>
        </p:txBody>
      </p:sp>
      <p:pic>
        <p:nvPicPr>
          <p:cNvPr id="2" name="Picture 1" descr="A black and red logo&#10;&#10;Description automatically generated">
            <a:extLst>
              <a:ext uri="{FF2B5EF4-FFF2-40B4-BE49-F238E27FC236}">
                <a16:creationId xmlns:a16="http://schemas.microsoft.com/office/drawing/2014/main" id="{666C07D8-983F-91B4-6939-7BB0534A35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CAC3E09E-C6BA-E0F6-4D2E-1C69C9794522}"/>
              </a:ext>
            </a:extLst>
          </p:cNvPr>
          <p:cNvSpPr>
            <a:spLocks noGrp="1"/>
          </p:cNvSpPr>
          <p:nvPr>
            <p:ph idx="1"/>
          </p:nvPr>
        </p:nvSpPr>
        <p:spPr>
          <a:xfrm>
            <a:off x="914400" y="1150145"/>
            <a:ext cx="10668000" cy="4990306"/>
          </a:xfrm>
        </p:spPr>
        <p:txBody>
          <a:bodyPr>
            <a:noAutofit/>
          </a:bodyPr>
          <a:lstStyle/>
          <a:p>
            <a:pPr marL="0" indent="0" algn="just">
              <a:lnSpc>
                <a:spcPct val="150000"/>
              </a:lnSpc>
              <a:buNone/>
            </a:pPr>
            <a:r>
              <a:rPr lang="en-US" sz="2400" dirty="0"/>
              <a:t>Topic objective: To describe the advantages of using virtual memory concepts.</a:t>
            </a:r>
          </a:p>
          <a:p>
            <a:pPr algn="just">
              <a:lnSpc>
                <a:spcPct val="150000"/>
              </a:lnSpc>
              <a:buFont typeface="Wingdings" panose="05000000000000000000" pitchFamily="2" charset="2"/>
              <a:buChar char="Ø"/>
            </a:pPr>
            <a:r>
              <a:rPr lang="en-US" sz="2400" dirty="0"/>
              <a:t>Programs are not constrained by physical memory size.</a:t>
            </a:r>
          </a:p>
          <a:p>
            <a:pPr algn="just">
              <a:lnSpc>
                <a:spcPct val="150000"/>
              </a:lnSpc>
              <a:buFont typeface="Wingdings" panose="05000000000000000000" pitchFamily="2" charset="2"/>
              <a:buChar char="Ø"/>
            </a:pPr>
            <a:r>
              <a:rPr lang="en-US" sz="2400" dirty="0"/>
              <a:t>Degree of multi programming can be varied over a large range</a:t>
            </a:r>
          </a:p>
          <a:p>
            <a:pPr marL="0" indent="0" algn="just">
              <a:lnSpc>
                <a:spcPct val="150000"/>
              </a:lnSpc>
              <a:buNone/>
            </a:pPr>
            <a:endParaRPr lang="en-US" sz="2400" dirty="0"/>
          </a:p>
        </p:txBody>
      </p:sp>
    </p:spTree>
    <p:extLst>
      <p:ext uri="{BB962C8B-B14F-4D97-AF65-F5344CB8AC3E}">
        <p14:creationId xmlns:p14="http://schemas.microsoft.com/office/powerpoint/2010/main" val="20909383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BDAD3-75CF-AA28-7EE1-F4873038C37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9BC6A77-BCD5-A0BF-A63E-FC96665C4F8E}"/>
              </a:ext>
            </a:extLst>
          </p:cNvPr>
          <p:cNvSpPr>
            <a:spLocks noGrp="1"/>
          </p:cNvSpPr>
          <p:nvPr>
            <p:ph type="dt" sz="half" idx="10"/>
          </p:nvPr>
        </p:nvSpPr>
        <p:spPr/>
        <p:txBody>
          <a:bodyPr/>
          <a:lstStyle/>
          <a:p>
            <a:fld id="{68728F9C-D956-4B91-BC76-F79E3F10FCD1}" type="datetime2">
              <a:rPr lang="en-US" smtClean="0"/>
              <a:t>Monday, September 1, 2025</a:t>
            </a:fld>
            <a:endParaRPr lang="en-US"/>
          </a:p>
        </p:txBody>
      </p:sp>
      <p:sp>
        <p:nvSpPr>
          <p:cNvPr id="5" name="Footer Placeholder 4">
            <a:extLst>
              <a:ext uri="{FF2B5EF4-FFF2-40B4-BE49-F238E27FC236}">
                <a16:creationId xmlns:a16="http://schemas.microsoft.com/office/drawing/2014/main" id="{BCDC90CF-0975-4AEA-6EAA-098E4E589B7F}"/>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04E23274-7EFE-BC74-FA3E-7F6C9D01C009}"/>
              </a:ext>
            </a:extLst>
          </p:cNvPr>
          <p:cNvSpPr>
            <a:spLocks noGrp="1"/>
          </p:cNvSpPr>
          <p:nvPr>
            <p:ph type="sldNum" sz="quarter" idx="12"/>
          </p:nvPr>
        </p:nvSpPr>
        <p:spPr/>
        <p:txBody>
          <a:bodyPr/>
          <a:lstStyle/>
          <a:p>
            <a:fld id="{B6F15528-21DE-4FAA-801E-634DDDAF4B2B}" type="slidenum">
              <a:rPr lang="en-US" smtClean="0"/>
              <a:pPr/>
              <a:t>69</a:t>
            </a:fld>
            <a:endParaRPr lang="en-US"/>
          </a:p>
        </p:txBody>
      </p:sp>
      <p:sp>
        <p:nvSpPr>
          <p:cNvPr id="7" name="Title 1">
            <a:extLst>
              <a:ext uri="{FF2B5EF4-FFF2-40B4-BE49-F238E27FC236}">
                <a16:creationId xmlns:a16="http://schemas.microsoft.com/office/drawing/2014/main" id="{10F22470-DA78-DC6A-3D3B-822213A126C1}"/>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600" dirty="0">
                <a:solidFill>
                  <a:schemeClr val="dk1"/>
                </a:solidFill>
              </a:rPr>
              <a:t>Implementation of VM</a:t>
            </a:r>
          </a:p>
        </p:txBody>
      </p:sp>
      <p:pic>
        <p:nvPicPr>
          <p:cNvPr id="2" name="Picture 1" descr="A black and red logo&#10;&#10;Description automatically generated">
            <a:extLst>
              <a:ext uri="{FF2B5EF4-FFF2-40B4-BE49-F238E27FC236}">
                <a16:creationId xmlns:a16="http://schemas.microsoft.com/office/drawing/2014/main" id="{32EBC170-71B7-78C9-5D8D-A8AABDB7257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907F4E3E-EDB2-62B8-CA05-FABBA047E7CA}"/>
              </a:ext>
            </a:extLst>
          </p:cNvPr>
          <p:cNvSpPr>
            <a:spLocks noGrp="1"/>
          </p:cNvSpPr>
          <p:nvPr>
            <p:ph idx="1"/>
          </p:nvPr>
        </p:nvSpPr>
        <p:spPr>
          <a:xfrm>
            <a:off x="914400" y="1150145"/>
            <a:ext cx="10668000" cy="4990306"/>
          </a:xfrm>
        </p:spPr>
        <p:txBody>
          <a:bodyPr>
            <a:noAutofit/>
          </a:bodyPr>
          <a:lstStyle/>
          <a:p>
            <a:pPr marL="0" indent="0" algn="just">
              <a:lnSpc>
                <a:spcPct val="150000"/>
              </a:lnSpc>
              <a:buNone/>
            </a:pPr>
            <a:r>
              <a:rPr lang="en-US" sz="2400" dirty="0"/>
              <a:t>Topic objective: Implantation of VM concepts using demand paging and demand segmentation.</a:t>
            </a:r>
          </a:p>
          <a:p>
            <a:pPr marL="0" indent="0" algn="just">
              <a:lnSpc>
                <a:spcPct val="150000"/>
              </a:lnSpc>
              <a:buNone/>
            </a:pPr>
            <a:r>
              <a:rPr lang="en-US" sz="2400" dirty="0"/>
              <a:t>It is implemented by demand paging or by demand segmentation.</a:t>
            </a:r>
          </a:p>
          <a:p>
            <a:pPr marL="0" indent="0" algn="just">
              <a:lnSpc>
                <a:spcPct val="150000"/>
              </a:lnSpc>
              <a:buNone/>
            </a:pPr>
            <a:r>
              <a:rPr lang="en-US" sz="2400" dirty="0"/>
              <a:t>When a process is swapped-in, the pager loads a set of its pages, which may be predicted to be initially needed by the process into the physical memory.</a:t>
            </a:r>
          </a:p>
          <a:p>
            <a:pPr marL="0" indent="0" algn="just">
              <a:lnSpc>
                <a:spcPct val="150000"/>
              </a:lnSpc>
              <a:buNone/>
            </a:pPr>
            <a:r>
              <a:rPr lang="en-US" sz="2400" dirty="0"/>
              <a:t>The secondary memory holds the remaining pages of the process.</a:t>
            </a:r>
          </a:p>
          <a:p>
            <a:pPr marL="0" indent="0" algn="just">
              <a:lnSpc>
                <a:spcPct val="150000"/>
              </a:lnSpc>
              <a:buNone/>
            </a:pPr>
            <a:endParaRPr lang="en-US" sz="2400" dirty="0"/>
          </a:p>
        </p:txBody>
      </p:sp>
    </p:spTree>
    <p:extLst>
      <p:ext uri="{BB962C8B-B14F-4D97-AF65-F5344CB8AC3E}">
        <p14:creationId xmlns:p14="http://schemas.microsoft.com/office/powerpoint/2010/main" val="82924545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6E3B9-8FAB-46D7-06EC-9ACED384F63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95938E1-A965-EAE4-3ADF-5FBD6FC89DD1}"/>
              </a:ext>
            </a:extLst>
          </p:cNvPr>
          <p:cNvSpPr>
            <a:spLocks noGrp="1"/>
          </p:cNvSpPr>
          <p:nvPr>
            <p:ph type="dt" sz="half" idx="10"/>
          </p:nvPr>
        </p:nvSpPr>
        <p:spPr/>
        <p:txBody>
          <a:bodyPr/>
          <a:lstStyle/>
          <a:p>
            <a:fld id="{550F414E-A7EF-4C07-B623-DFAC681DA224}" type="datetime2">
              <a:rPr lang="en-US" smtClean="0"/>
              <a:t>Monday, September 1, 2025</a:t>
            </a:fld>
            <a:endParaRPr lang="en-US"/>
          </a:p>
        </p:txBody>
      </p:sp>
      <p:sp>
        <p:nvSpPr>
          <p:cNvPr id="5" name="Footer Placeholder 4">
            <a:extLst>
              <a:ext uri="{FF2B5EF4-FFF2-40B4-BE49-F238E27FC236}">
                <a16:creationId xmlns:a16="http://schemas.microsoft.com/office/drawing/2014/main" id="{103FD939-1BD0-BB96-C2D3-24D9A5489379}"/>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1CFFA7CD-352E-5BE6-90BC-375F52744A9F}"/>
              </a:ext>
            </a:extLst>
          </p:cNvPr>
          <p:cNvSpPr>
            <a:spLocks noGrp="1"/>
          </p:cNvSpPr>
          <p:nvPr>
            <p:ph type="sldNum" sz="quarter" idx="12"/>
          </p:nvPr>
        </p:nvSpPr>
        <p:spPr/>
        <p:txBody>
          <a:bodyPr/>
          <a:lstStyle/>
          <a:p>
            <a:fld id="{B6F15528-21DE-4FAA-801E-634DDDAF4B2B}" type="slidenum">
              <a:rPr lang="en-US" smtClean="0"/>
              <a:pPr/>
              <a:t>70</a:t>
            </a:fld>
            <a:endParaRPr lang="en-US"/>
          </a:p>
        </p:txBody>
      </p:sp>
      <p:sp>
        <p:nvSpPr>
          <p:cNvPr id="7" name="Title 1">
            <a:extLst>
              <a:ext uri="{FF2B5EF4-FFF2-40B4-BE49-F238E27FC236}">
                <a16:creationId xmlns:a16="http://schemas.microsoft.com/office/drawing/2014/main" id="{808A5BF8-B251-9933-F6E9-3FFE053580F6}"/>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600" dirty="0">
                <a:solidFill>
                  <a:schemeClr val="dk1"/>
                </a:solidFill>
              </a:rPr>
              <a:t>Implementation of VM</a:t>
            </a:r>
          </a:p>
        </p:txBody>
      </p:sp>
      <p:pic>
        <p:nvPicPr>
          <p:cNvPr id="2" name="Picture 1" descr="A black and red logo&#10;&#10;Description automatically generated">
            <a:extLst>
              <a:ext uri="{FF2B5EF4-FFF2-40B4-BE49-F238E27FC236}">
                <a16:creationId xmlns:a16="http://schemas.microsoft.com/office/drawing/2014/main" id="{325D7DBC-CC30-103E-2686-4E160175E0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5B7234B6-0EF7-7D0C-E2B1-F38AF8D83BE4}"/>
              </a:ext>
            </a:extLst>
          </p:cNvPr>
          <p:cNvSpPr>
            <a:spLocks noGrp="1"/>
          </p:cNvSpPr>
          <p:nvPr>
            <p:ph idx="1"/>
          </p:nvPr>
        </p:nvSpPr>
        <p:spPr>
          <a:xfrm>
            <a:off x="914400" y="1150145"/>
            <a:ext cx="10668000" cy="4990306"/>
          </a:xfrm>
        </p:spPr>
        <p:txBody>
          <a:bodyPr>
            <a:noAutofit/>
          </a:bodyPr>
          <a:lstStyle/>
          <a:p>
            <a:pPr marL="0" indent="0" algn="just">
              <a:lnSpc>
                <a:spcPct val="150000"/>
              </a:lnSpc>
              <a:spcBef>
                <a:spcPts val="0"/>
              </a:spcBef>
              <a:buNone/>
            </a:pPr>
            <a:r>
              <a:rPr lang="en-US" sz="2400" dirty="0"/>
              <a:t>When a process is swapped-in, this bit is set to invalid for all the entries in the page table. When page is loaded into RAM, its frame number is entered and page validity bit is set to valid.</a:t>
            </a:r>
          </a:p>
          <a:p>
            <a:pPr marL="0" indent="0" algn="just">
              <a:lnSpc>
                <a:spcPct val="150000"/>
              </a:lnSpc>
              <a:spcBef>
                <a:spcPts val="0"/>
              </a:spcBef>
              <a:buNone/>
            </a:pPr>
            <a:r>
              <a:rPr lang="en-US" sz="2400" dirty="0"/>
              <a:t>Thus if bit is valid, it indicates that the page is legally from the logical address space of the process and is currently in the RAM.</a:t>
            </a:r>
          </a:p>
          <a:p>
            <a:pPr marL="0" indent="0" algn="just">
              <a:lnSpc>
                <a:spcPct val="150000"/>
              </a:lnSpc>
              <a:spcBef>
                <a:spcPts val="0"/>
              </a:spcBef>
              <a:buNone/>
            </a:pPr>
            <a:r>
              <a:rPr lang="en-US" sz="2400" dirty="0"/>
              <a:t>If it is set to invalid, it indicates that either the page does not belong to the logical address space of the process or it is still not loaded into RAM.</a:t>
            </a:r>
          </a:p>
          <a:p>
            <a:pPr marL="0" indent="0" algn="just">
              <a:lnSpc>
                <a:spcPct val="150000"/>
              </a:lnSpc>
              <a:buNone/>
            </a:pPr>
            <a:endParaRPr lang="en-US" sz="2400" dirty="0"/>
          </a:p>
        </p:txBody>
      </p:sp>
    </p:spTree>
    <p:extLst>
      <p:ext uri="{BB962C8B-B14F-4D97-AF65-F5344CB8AC3E}">
        <p14:creationId xmlns:p14="http://schemas.microsoft.com/office/powerpoint/2010/main" val="348996264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3FEF5-E2E2-9AB2-BAAD-F5278E64A01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3AD065A-8CEA-5291-40FB-4B14F60B3A7D}"/>
              </a:ext>
            </a:extLst>
          </p:cNvPr>
          <p:cNvSpPr>
            <a:spLocks noGrp="1"/>
          </p:cNvSpPr>
          <p:nvPr>
            <p:ph type="dt" sz="half" idx="10"/>
          </p:nvPr>
        </p:nvSpPr>
        <p:spPr/>
        <p:txBody>
          <a:bodyPr/>
          <a:lstStyle/>
          <a:p>
            <a:fld id="{DE6E8C49-B3F9-477D-976F-A437CFD93F24}" type="datetime2">
              <a:rPr lang="en-US" smtClean="0"/>
              <a:t>Monday, September 1, 2025</a:t>
            </a:fld>
            <a:endParaRPr lang="en-US"/>
          </a:p>
        </p:txBody>
      </p:sp>
      <p:sp>
        <p:nvSpPr>
          <p:cNvPr id="5" name="Footer Placeholder 4">
            <a:extLst>
              <a:ext uri="{FF2B5EF4-FFF2-40B4-BE49-F238E27FC236}">
                <a16:creationId xmlns:a16="http://schemas.microsoft.com/office/drawing/2014/main" id="{755121D5-EDC1-1788-285E-27F13077EC29}"/>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8C630636-BBA6-9390-C52F-E32AE99D1B69}"/>
              </a:ext>
            </a:extLst>
          </p:cNvPr>
          <p:cNvSpPr>
            <a:spLocks noGrp="1"/>
          </p:cNvSpPr>
          <p:nvPr>
            <p:ph type="sldNum" sz="quarter" idx="12"/>
          </p:nvPr>
        </p:nvSpPr>
        <p:spPr/>
        <p:txBody>
          <a:bodyPr/>
          <a:lstStyle/>
          <a:p>
            <a:fld id="{B6F15528-21DE-4FAA-801E-634DDDAF4B2B}" type="slidenum">
              <a:rPr lang="en-US" smtClean="0"/>
              <a:pPr/>
              <a:t>71</a:t>
            </a:fld>
            <a:endParaRPr lang="en-US"/>
          </a:p>
        </p:txBody>
      </p:sp>
      <p:sp>
        <p:nvSpPr>
          <p:cNvPr id="7" name="Title 1">
            <a:extLst>
              <a:ext uri="{FF2B5EF4-FFF2-40B4-BE49-F238E27FC236}">
                <a16:creationId xmlns:a16="http://schemas.microsoft.com/office/drawing/2014/main" id="{B7D9F27B-82FD-5B17-8005-79F4D4D39D40}"/>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600" dirty="0">
                <a:solidFill>
                  <a:schemeClr val="dk1"/>
                </a:solidFill>
              </a:rPr>
              <a:t>Implementation of VM</a:t>
            </a:r>
          </a:p>
        </p:txBody>
      </p:sp>
      <p:pic>
        <p:nvPicPr>
          <p:cNvPr id="2" name="Picture 1" descr="A black and red logo&#10;&#10;Description automatically generated">
            <a:extLst>
              <a:ext uri="{FF2B5EF4-FFF2-40B4-BE49-F238E27FC236}">
                <a16:creationId xmlns:a16="http://schemas.microsoft.com/office/drawing/2014/main" id="{B480B98B-11C7-411F-F913-76101D5CC0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76A9AE97-B9C5-57CC-56BF-52AD25EF5084}"/>
              </a:ext>
            </a:extLst>
          </p:cNvPr>
          <p:cNvSpPr>
            <a:spLocks noGrp="1"/>
          </p:cNvSpPr>
          <p:nvPr>
            <p:ph idx="1"/>
          </p:nvPr>
        </p:nvSpPr>
        <p:spPr>
          <a:xfrm>
            <a:off x="914400" y="1150145"/>
            <a:ext cx="10668000" cy="4990306"/>
          </a:xfrm>
        </p:spPr>
        <p:txBody>
          <a:bodyPr>
            <a:noAutofit/>
          </a:bodyPr>
          <a:lstStyle/>
          <a:p>
            <a:pPr marL="0" indent="0" algn="just">
              <a:lnSpc>
                <a:spcPct val="150000"/>
              </a:lnSpc>
              <a:buNone/>
            </a:pPr>
            <a:r>
              <a:rPr lang="en-US" sz="2400" dirty="0"/>
              <a:t>Whenever, a logical or virtual address is generated, the system operates as follows:</a:t>
            </a:r>
          </a:p>
          <a:p>
            <a:pPr marL="571500" indent="-571500" algn="just">
              <a:lnSpc>
                <a:spcPct val="150000"/>
              </a:lnSpc>
              <a:buAutoNum type="romanLcParenBoth"/>
            </a:pPr>
            <a:r>
              <a:rPr lang="en-US" sz="2400" dirty="0"/>
              <a:t>Looks into the page table. If the page validity bit is set to v, it reads the corresponding frame number, adds page offset and determines physical address.</a:t>
            </a:r>
          </a:p>
          <a:p>
            <a:pPr marL="571500" indent="-571500" algn="just">
              <a:lnSpc>
                <a:spcPct val="150000"/>
              </a:lnSpc>
              <a:buAutoNum type="romanLcParenBoth"/>
            </a:pPr>
            <a:r>
              <a:rPr lang="en-US" sz="2400" dirty="0"/>
              <a:t> If the page table indicates page invalid, then system reads the page into a free frame. If no free frame is available, it uses a page replacement algorithm to replace an occupied frame.</a:t>
            </a:r>
          </a:p>
          <a:p>
            <a:pPr marL="0" indent="0" algn="just">
              <a:lnSpc>
                <a:spcPct val="150000"/>
              </a:lnSpc>
              <a:buNone/>
            </a:pPr>
            <a:endParaRPr lang="en-US" sz="2400" dirty="0"/>
          </a:p>
        </p:txBody>
      </p:sp>
    </p:spTree>
    <p:extLst>
      <p:ext uri="{BB962C8B-B14F-4D97-AF65-F5344CB8AC3E}">
        <p14:creationId xmlns:p14="http://schemas.microsoft.com/office/powerpoint/2010/main" val="263642184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DFAD1-2485-2FA6-5CD3-BC8E4025F7B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ECB8D15-E8D2-4CD7-5292-AE07C802851F}"/>
              </a:ext>
            </a:extLst>
          </p:cNvPr>
          <p:cNvSpPr>
            <a:spLocks noGrp="1"/>
          </p:cNvSpPr>
          <p:nvPr>
            <p:ph type="dt" sz="half" idx="10"/>
          </p:nvPr>
        </p:nvSpPr>
        <p:spPr/>
        <p:txBody>
          <a:bodyPr/>
          <a:lstStyle/>
          <a:p>
            <a:fld id="{C272BAD7-CCAF-4CAC-8E99-CC415F2528A5}" type="datetime2">
              <a:rPr lang="en-US" smtClean="0"/>
              <a:t>Monday, September 1, 2025</a:t>
            </a:fld>
            <a:endParaRPr lang="en-US"/>
          </a:p>
        </p:txBody>
      </p:sp>
      <p:sp>
        <p:nvSpPr>
          <p:cNvPr id="5" name="Footer Placeholder 4">
            <a:extLst>
              <a:ext uri="{FF2B5EF4-FFF2-40B4-BE49-F238E27FC236}">
                <a16:creationId xmlns:a16="http://schemas.microsoft.com/office/drawing/2014/main" id="{792A67B6-8EF3-3EEF-FFDF-6FD895A3EC75}"/>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956744F2-508E-FD9C-9253-5CA64EE271A2}"/>
              </a:ext>
            </a:extLst>
          </p:cNvPr>
          <p:cNvSpPr>
            <a:spLocks noGrp="1"/>
          </p:cNvSpPr>
          <p:nvPr>
            <p:ph type="sldNum" sz="quarter" idx="12"/>
          </p:nvPr>
        </p:nvSpPr>
        <p:spPr/>
        <p:txBody>
          <a:bodyPr/>
          <a:lstStyle/>
          <a:p>
            <a:fld id="{B6F15528-21DE-4FAA-801E-634DDDAF4B2B}" type="slidenum">
              <a:rPr lang="en-US" smtClean="0"/>
              <a:pPr/>
              <a:t>72</a:t>
            </a:fld>
            <a:endParaRPr lang="en-US"/>
          </a:p>
        </p:txBody>
      </p:sp>
      <p:sp>
        <p:nvSpPr>
          <p:cNvPr id="7" name="Title 1">
            <a:extLst>
              <a:ext uri="{FF2B5EF4-FFF2-40B4-BE49-F238E27FC236}">
                <a16:creationId xmlns:a16="http://schemas.microsoft.com/office/drawing/2014/main" id="{2566A120-B064-ED1B-FE82-89F04DE98EBE}"/>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600" dirty="0">
                <a:solidFill>
                  <a:schemeClr val="dk1"/>
                </a:solidFill>
              </a:rPr>
              <a:t>Implementation of VM</a:t>
            </a:r>
          </a:p>
        </p:txBody>
      </p:sp>
      <p:pic>
        <p:nvPicPr>
          <p:cNvPr id="2" name="Picture 1" descr="A black and red logo&#10;&#10;Description automatically generated">
            <a:extLst>
              <a:ext uri="{FF2B5EF4-FFF2-40B4-BE49-F238E27FC236}">
                <a16:creationId xmlns:a16="http://schemas.microsoft.com/office/drawing/2014/main" id="{AC4FA8F3-8B8D-B964-58B0-E2E19060A43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0E7B6F5D-E2E4-0C96-4938-5F8463BB3E7B}"/>
              </a:ext>
            </a:extLst>
          </p:cNvPr>
          <p:cNvSpPr>
            <a:spLocks noGrp="1"/>
          </p:cNvSpPr>
          <p:nvPr>
            <p:ph idx="1"/>
          </p:nvPr>
        </p:nvSpPr>
        <p:spPr>
          <a:xfrm>
            <a:off x="914400" y="1150145"/>
            <a:ext cx="10668000" cy="4990306"/>
          </a:xfrm>
        </p:spPr>
        <p:txBody>
          <a:bodyPr>
            <a:noAutofit/>
          </a:bodyPr>
          <a:lstStyle/>
          <a:p>
            <a:pPr marL="0" indent="0" algn="just">
              <a:lnSpc>
                <a:spcPct val="150000"/>
              </a:lnSpc>
              <a:spcBef>
                <a:spcPts val="0"/>
              </a:spcBef>
              <a:buNone/>
            </a:pPr>
            <a:r>
              <a:rPr lang="en-US" sz="2400" dirty="0"/>
              <a:t>In addition to this, system needs the following system tables:</a:t>
            </a:r>
          </a:p>
          <a:p>
            <a:pPr marL="514350" indent="-514350" algn="just">
              <a:lnSpc>
                <a:spcPct val="150000"/>
              </a:lnSpc>
              <a:spcBef>
                <a:spcPts val="0"/>
              </a:spcBef>
              <a:buAutoNum type="alphaLcParenBoth"/>
            </a:pPr>
            <a:r>
              <a:rPr lang="en-US" sz="2400" dirty="0"/>
              <a:t>Page Map Table : This table is per process. It indicates whether the page is memory resident or not. It also contains validity bit.</a:t>
            </a:r>
          </a:p>
          <a:p>
            <a:pPr marL="514350" indent="-514350" algn="just">
              <a:lnSpc>
                <a:spcPct val="150000"/>
              </a:lnSpc>
              <a:spcBef>
                <a:spcPts val="0"/>
              </a:spcBef>
              <a:buAutoNum type="alphaLcParenBoth"/>
            </a:pPr>
            <a:r>
              <a:rPr lang="en-US" sz="2400" dirty="0"/>
              <a:t>Memory Map Table (Free Frames’ list): This table provides information about the availability of free frames, that can be allocated accommodate new pages. This table is per system.</a:t>
            </a:r>
          </a:p>
          <a:p>
            <a:pPr marL="514350" indent="-514350" algn="just">
              <a:lnSpc>
                <a:spcPct val="150000"/>
              </a:lnSpc>
              <a:spcBef>
                <a:spcPts val="0"/>
              </a:spcBef>
              <a:buFont typeface="Arial" panose="020B0604020202020204" pitchFamily="34" charset="0"/>
              <a:buAutoNum type="alphaLcParenBoth"/>
            </a:pPr>
            <a:r>
              <a:rPr lang="en-US" sz="2400" dirty="0"/>
              <a:t>File Map Table: This table is per process. It provides the disk addresses, where the process pages are stored on the secondary storage.</a:t>
            </a:r>
          </a:p>
          <a:p>
            <a:pPr marL="0" indent="0" algn="just">
              <a:lnSpc>
                <a:spcPct val="150000"/>
              </a:lnSpc>
              <a:buNone/>
            </a:pPr>
            <a:endParaRPr lang="en-US" sz="2400" dirty="0"/>
          </a:p>
        </p:txBody>
      </p:sp>
    </p:spTree>
    <p:extLst>
      <p:ext uri="{BB962C8B-B14F-4D97-AF65-F5344CB8AC3E}">
        <p14:creationId xmlns:p14="http://schemas.microsoft.com/office/powerpoint/2010/main" val="14976881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39FBB-07E2-FDA6-84F8-CA3114E26A8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4AE8807-60A7-0AE9-45E6-0BA3C73D0D66}"/>
              </a:ext>
            </a:extLst>
          </p:cNvPr>
          <p:cNvSpPr>
            <a:spLocks noGrp="1"/>
          </p:cNvSpPr>
          <p:nvPr>
            <p:ph type="dt" sz="half" idx="10"/>
          </p:nvPr>
        </p:nvSpPr>
        <p:spPr/>
        <p:txBody>
          <a:bodyPr/>
          <a:lstStyle/>
          <a:p>
            <a:fld id="{174C96A4-DB5F-4435-9A04-1E9E954BD3B0}" type="datetime2">
              <a:rPr lang="en-US" smtClean="0"/>
              <a:t>Monday, September 1, 2025</a:t>
            </a:fld>
            <a:endParaRPr lang="en-US"/>
          </a:p>
        </p:txBody>
      </p:sp>
      <p:sp>
        <p:nvSpPr>
          <p:cNvPr id="5" name="Footer Placeholder 4">
            <a:extLst>
              <a:ext uri="{FF2B5EF4-FFF2-40B4-BE49-F238E27FC236}">
                <a16:creationId xmlns:a16="http://schemas.microsoft.com/office/drawing/2014/main" id="{963F7F45-27E7-8ABF-6013-074B70E2C22D}"/>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11D246D3-AED6-9C44-28B9-2CC0E8D96B02}"/>
              </a:ext>
            </a:extLst>
          </p:cNvPr>
          <p:cNvSpPr>
            <a:spLocks noGrp="1"/>
          </p:cNvSpPr>
          <p:nvPr>
            <p:ph type="sldNum" sz="quarter" idx="12"/>
          </p:nvPr>
        </p:nvSpPr>
        <p:spPr/>
        <p:txBody>
          <a:bodyPr/>
          <a:lstStyle/>
          <a:p>
            <a:fld id="{B6F15528-21DE-4FAA-801E-634DDDAF4B2B}" type="slidenum">
              <a:rPr lang="en-US" smtClean="0"/>
              <a:pPr/>
              <a:t>73</a:t>
            </a:fld>
            <a:endParaRPr lang="en-US"/>
          </a:p>
        </p:txBody>
      </p:sp>
      <p:sp>
        <p:nvSpPr>
          <p:cNvPr id="7" name="Title 1">
            <a:extLst>
              <a:ext uri="{FF2B5EF4-FFF2-40B4-BE49-F238E27FC236}">
                <a16:creationId xmlns:a16="http://schemas.microsoft.com/office/drawing/2014/main" id="{277F532D-F8B8-D555-48B8-3552C02A67ED}"/>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600" dirty="0">
                <a:solidFill>
                  <a:schemeClr val="dk1"/>
                </a:solidFill>
              </a:rPr>
              <a:t>Demand Paging</a:t>
            </a:r>
          </a:p>
        </p:txBody>
      </p:sp>
      <p:pic>
        <p:nvPicPr>
          <p:cNvPr id="2" name="Picture 1" descr="A black and red logo&#10;&#10;Description automatically generated">
            <a:extLst>
              <a:ext uri="{FF2B5EF4-FFF2-40B4-BE49-F238E27FC236}">
                <a16:creationId xmlns:a16="http://schemas.microsoft.com/office/drawing/2014/main" id="{D86CC1BE-5A2C-FBEE-1B71-C56286F792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3B150968-206A-8E78-E02B-CDA4FE7E8735}"/>
              </a:ext>
            </a:extLst>
          </p:cNvPr>
          <p:cNvSpPr>
            <a:spLocks noGrp="1"/>
          </p:cNvSpPr>
          <p:nvPr>
            <p:ph idx="1"/>
          </p:nvPr>
        </p:nvSpPr>
        <p:spPr>
          <a:xfrm>
            <a:off x="914400" y="1150145"/>
            <a:ext cx="10668000" cy="4990306"/>
          </a:xfrm>
        </p:spPr>
        <p:txBody>
          <a:bodyPr>
            <a:noAutofit/>
          </a:bodyPr>
          <a:lstStyle/>
          <a:p>
            <a:pPr marL="0" indent="0" algn="just">
              <a:lnSpc>
                <a:spcPct val="150000"/>
              </a:lnSpc>
              <a:buNone/>
            </a:pPr>
            <a:r>
              <a:rPr lang="en-US" sz="2400" dirty="0"/>
              <a:t>Topic objective: To explain the types of demand paging.</a:t>
            </a:r>
          </a:p>
          <a:p>
            <a:pPr marL="0" indent="0" algn="just">
              <a:lnSpc>
                <a:spcPct val="150000"/>
              </a:lnSpc>
              <a:buNone/>
            </a:pPr>
            <a:r>
              <a:rPr lang="en-US" sz="2400" b="1" dirty="0"/>
              <a:t>Pure Demand Paging: </a:t>
            </a:r>
            <a:r>
              <a:rPr lang="en-US" sz="2400" dirty="0"/>
              <a:t>All the pages are placed in secondary storage and on demand basis, it is loaded into main memory at execution or run time. At the outset, main memory is empty.</a:t>
            </a:r>
          </a:p>
          <a:p>
            <a:pPr marL="0" indent="0" algn="just">
              <a:lnSpc>
                <a:spcPct val="150000"/>
              </a:lnSpc>
              <a:buNone/>
            </a:pPr>
            <a:endParaRPr lang="en-US" sz="2400" dirty="0"/>
          </a:p>
          <a:p>
            <a:pPr marL="0" indent="0" algn="just">
              <a:lnSpc>
                <a:spcPct val="150000"/>
              </a:lnSpc>
              <a:buNone/>
            </a:pPr>
            <a:r>
              <a:rPr lang="en-US" sz="2400" b="1" dirty="0"/>
              <a:t>Pre-fetched Demand Paging: </a:t>
            </a:r>
            <a:r>
              <a:rPr lang="en-US" sz="2400" dirty="0"/>
              <a:t>In this some of the selective pages are preloaded(before execution starts). Initially some of the pages are in main memory.</a:t>
            </a:r>
          </a:p>
          <a:p>
            <a:pPr marL="0" indent="0" algn="just">
              <a:lnSpc>
                <a:spcPct val="150000"/>
              </a:lnSpc>
              <a:spcBef>
                <a:spcPts val="0"/>
              </a:spcBef>
              <a:buNone/>
            </a:pPr>
            <a:r>
              <a:rPr lang="en-US" sz="2400" b="1" dirty="0"/>
              <a:t> </a:t>
            </a:r>
            <a:endParaRPr lang="en-US" sz="2400" dirty="0"/>
          </a:p>
          <a:p>
            <a:pPr marL="0" indent="0" algn="just">
              <a:lnSpc>
                <a:spcPct val="150000"/>
              </a:lnSpc>
              <a:buNone/>
            </a:pPr>
            <a:endParaRPr lang="en-US" sz="2400" dirty="0"/>
          </a:p>
        </p:txBody>
      </p:sp>
    </p:spTree>
    <p:extLst>
      <p:ext uri="{BB962C8B-B14F-4D97-AF65-F5344CB8AC3E}">
        <p14:creationId xmlns:p14="http://schemas.microsoft.com/office/powerpoint/2010/main" val="17038303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C0EF3-8884-B066-8594-6C55EF74E7F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3A2AECF-F0E7-CE27-913F-1C6E9A2F0C7C}"/>
              </a:ext>
            </a:extLst>
          </p:cNvPr>
          <p:cNvSpPr>
            <a:spLocks noGrp="1"/>
          </p:cNvSpPr>
          <p:nvPr>
            <p:ph type="dt" sz="half" idx="10"/>
          </p:nvPr>
        </p:nvSpPr>
        <p:spPr/>
        <p:txBody>
          <a:bodyPr/>
          <a:lstStyle/>
          <a:p>
            <a:fld id="{B226378B-BBE3-4865-B74A-C0F5E94A8772}" type="datetime2">
              <a:rPr lang="en-US" smtClean="0"/>
              <a:t>Monday, September 1, 2025</a:t>
            </a:fld>
            <a:endParaRPr lang="en-US"/>
          </a:p>
        </p:txBody>
      </p:sp>
      <p:sp>
        <p:nvSpPr>
          <p:cNvPr id="5" name="Footer Placeholder 4">
            <a:extLst>
              <a:ext uri="{FF2B5EF4-FFF2-40B4-BE49-F238E27FC236}">
                <a16:creationId xmlns:a16="http://schemas.microsoft.com/office/drawing/2014/main" id="{77B7E6F4-DDBC-DBEE-429C-A600CFC5C6DD}"/>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C15BE0C8-C1B0-2F5F-FAC6-AF86C9680C49}"/>
              </a:ext>
            </a:extLst>
          </p:cNvPr>
          <p:cNvSpPr>
            <a:spLocks noGrp="1"/>
          </p:cNvSpPr>
          <p:nvPr>
            <p:ph type="sldNum" sz="quarter" idx="12"/>
          </p:nvPr>
        </p:nvSpPr>
        <p:spPr/>
        <p:txBody>
          <a:bodyPr/>
          <a:lstStyle/>
          <a:p>
            <a:fld id="{B6F15528-21DE-4FAA-801E-634DDDAF4B2B}" type="slidenum">
              <a:rPr lang="en-US" smtClean="0"/>
              <a:pPr/>
              <a:t>74</a:t>
            </a:fld>
            <a:endParaRPr lang="en-US"/>
          </a:p>
        </p:txBody>
      </p:sp>
      <p:sp>
        <p:nvSpPr>
          <p:cNvPr id="7" name="Title 1">
            <a:extLst>
              <a:ext uri="{FF2B5EF4-FFF2-40B4-BE49-F238E27FC236}">
                <a16:creationId xmlns:a16="http://schemas.microsoft.com/office/drawing/2014/main" id="{B04F6DAC-35F0-64E4-975C-24B845E3F27E}"/>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600" dirty="0">
                <a:solidFill>
                  <a:schemeClr val="dk1"/>
                </a:solidFill>
              </a:rPr>
              <a:t>Modified/Dirty Bit</a:t>
            </a:r>
          </a:p>
        </p:txBody>
      </p:sp>
      <p:pic>
        <p:nvPicPr>
          <p:cNvPr id="2" name="Picture 1" descr="A black and red logo&#10;&#10;Description automatically generated">
            <a:extLst>
              <a:ext uri="{FF2B5EF4-FFF2-40B4-BE49-F238E27FC236}">
                <a16:creationId xmlns:a16="http://schemas.microsoft.com/office/drawing/2014/main" id="{50EAC635-6F17-A39A-27E3-EFB7AEF9F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A4373052-94A7-1DC4-FA28-0FCE0A1C9E81}"/>
              </a:ext>
            </a:extLst>
          </p:cNvPr>
          <p:cNvSpPr>
            <a:spLocks noGrp="1"/>
          </p:cNvSpPr>
          <p:nvPr>
            <p:ph idx="1"/>
          </p:nvPr>
        </p:nvSpPr>
        <p:spPr>
          <a:xfrm>
            <a:off x="914400" y="959916"/>
            <a:ext cx="10668000" cy="3688284"/>
          </a:xfrm>
        </p:spPr>
        <p:txBody>
          <a:bodyPr>
            <a:noAutofit/>
          </a:bodyPr>
          <a:lstStyle/>
          <a:p>
            <a:pPr marL="0" indent="0" algn="just">
              <a:lnSpc>
                <a:spcPct val="150000"/>
              </a:lnSpc>
              <a:spcBef>
                <a:spcPts val="0"/>
              </a:spcBef>
              <a:buNone/>
            </a:pPr>
            <a:r>
              <a:rPr lang="en-US" sz="3200" dirty="0"/>
              <a:t>Topic objective: To understand the concept of modified and dirty bit in the implementation of Virtual Memory Concepts.</a:t>
            </a:r>
            <a:endParaRPr lang="en-US" sz="2000" dirty="0"/>
          </a:p>
          <a:p>
            <a:pPr algn="just">
              <a:lnSpc>
                <a:spcPct val="150000"/>
              </a:lnSpc>
              <a:spcBef>
                <a:spcPts val="0"/>
              </a:spcBef>
              <a:buFont typeface="Wingdings" panose="05000000000000000000" pitchFamily="2" charset="2"/>
              <a:buChar char="Ø"/>
            </a:pPr>
            <a:r>
              <a:rPr lang="en-US" sz="2400" dirty="0"/>
              <a:t>It is used to reduce one disk access.</a:t>
            </a:r>
          </a:p>
          <a:p>
            <a:pPr algn="just">
              <a:lnSpc>
                <a:spcPct val="150000"/>
              </a:lnSpc>
              <a:spcBef>
                <a:spcPts val="0"/>
              </a:spcBef>
              <a:buFont typeface="Wingdings" panose="05000000000000000000" pitchFamily="2" charset="2"/>
              <a:buChar char="Ø"/>
            </a:pPr>
            <a:r>
              <a:rPr lang="en-US" sz="2400" dirty="0"/>
              <a:t>If write operation is performed on the page after loading, then page is modified or dirty.</a:t>
            </a:r>
          </a:p>
          <a:p>
            <a:pPr algn="just">
              <a:lnSpc>
                <a:spcPct val="150000"/>
              </a:lnSpc>
              <a:spcBef>
                <a:spcPts val="0"/>
              </a:spcBef>
              <a:buFont typeface="Wingdings" panose="05000000000000000000" pitchFamily="2" charset="2"/>
              <a:buChar char="Ø"/>
            </a:pPr>
            <a:r>
              <a:rPr lang="en-US" sz="2400" dirty="0"/>
              <a:t>If page is dirty, first write the dirty page into disk and bring the requested page into main memory.</a:t>
            </a:r>
          </a:p>
          <a:p>
            <a:pPr algn="just">
              <a:lnSpc>
                <a:spcPct val="150000"/>
              </a:lnSpc>
              <a:spcBef>
                <a:spcPts val="0"/>
              </a:spcBef>
              <a:buFont typeface="Wingdings" panose="05000000000000000000" pitchFamily="2" charset="2"/>
              <a:buChar char="Ø"/>
            </a:pPr>
            <a:r>
              <a:rPr lang="en-US" sz="2400" dirty="0"/>
              <a:t>If the page is clean, no write operation is performed on the page simply replace the page with requested page</a:t>
            </a:r>
          </a:p>
          <a:p>
            <a:pPr algn="just">
              <a:lnSpc>
                <a:spcPct val="150000"/>
              </a:lnSpc>
              <a:spcBef>
                <a:spcPts val="0"/>
              </a:spcBef>
              <a:buFont typeface="Wingdings" panose="05000000000000000000" pitchFamily="2" charset="2"/>
              <a:buChar char="Ø"/>
            </a:pPr>
            <a:endParaRPr lang="en-US" sz="2400" dirty="0"/>
          </a:p>
        </p:txBody>
      </p:sp>
    </p:spTree>
    <p:extLst>
      <p:ext uri="{BB962C8B-B14F-4D97-AF65-F5344CB8AC3E}">
        <p14:creationId xmlns:p14="http://schemas.microsoft.com/office/powerpoint/2010/main" val="11559394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B9553-EB06-FC48-C081-7E9589EF76D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F48A39E-5CFB-DEF4-47BA-E67812ED4918}"/>
              </a:ext>
            </a:extLst>
          </p:cNvPr>
          <p:cNvSpPr>
            <a:spLocks noGrp="1"/>
          </p:cNvSpPr>
          <p:nvPr>
            <p:ph type="dt" sz="half" idx="10"/>
          </p:nvPr>
        </p:nvSpPr>
        <p:spPr/>
        <p:txBody>
          <a:bodyPr/>
          <a:lstStyle/>
          <a:p>
            <a:fld id="{623695A8-984F-4E9F-B1D3-F83064E61484}" type="datetime2">
              <a:rPr lang="en-US" smtClean="0"/>
              <a:t>Monday, September 1, 2025</a:t>
            </a:fld>
            <a:endParaRPr lang="en-US"/>
          </a:p>
        </p:txBody>
      </p:sp>
      <p:sp>
        <p:nvSpPr>
          <p:cNvPr id="5" name="Footer Placeholder 4">
            <a:extLst>
              <a:ext uri="{FF2B5EF4-FFF2-40B4-BE49-F238E27FC236}">
                <a16:creationId xmlns:a16="http://schemas.microsoft.com/office/drawing/2014/main" id="{4042C2B7-31D1-6B22-C852-D721593F7A5B}"/>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A418C64A-DF96-7D9F-010E-54F71238DC14}"/>
              </a:ext>
            </a:extLst>
          </p:cNvPr>
          <p:cNvSpPr>
            <a:spLocks noGrp="1"/>
          </p:cNvSpPr>
          <p:nvPr>
            <p:ph type="sldNum" sz="quarter" idx="12"/>
          </p:nvPr>
        </p:nvSpPr>
        <p:spPr/>
        <p:txBody>
          <a:bodyPr/>
          <a:lstStyle/>
          <a:p>
            <a:fld id="{B6F15528-21DE-4FAA-801E-634DDDAF4B2B}" type="slidenum">
              <a:rPr lang="en-US" smtClean="0"/>
              <a:pPr/>
              <a:t>75</a:t>
            </a:fld>
            <a:endParaRPr lang="en-US"/>
          </a:p>
        </p:txBody>
      </p:sp>
      <p:sp>
        <p:nvSpPr>
          <p:cNvPr id="7" name="Title 1">
            <a:extLst>
              <a:ext uri="{FF2B5EF4-FFF2-40B4-BE49-F238E27FC236}">
                <a16:creationId xmlns:a16="http://schemas.microsoft.com/office/drawing/2014/main" id="{A3D36DBC-2826-BB66-215E-D5878DE8D4D9}"/>
              </a:ext>
            </a:extLst>
          </p:cNvPr>
          <p:cNvSpPr txBox="1">
            <a:spLocks/>
          </p:cNvSpPr>
          <p:nvPr/>
        </p:nvSpPr>
        <p:spPr>
          <a:xfrm>
            <a:off x="1981200" y="3"/>
            <a:ext cx="102108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200" dirty="0">
                <a:solidFill>
                  <a:schemeClr val="dk1"/>
                </a:solidFill>
              </a:rPr>
              <a:t>Global and Local Page Replacement</a:t>
            </a:r>
          </a:p>
        </p:txBody>
      </p:sp>
      <p:pic>
        <p:nvPicPr>
          <p:cNvPr id="2" name="Picture 1" descr="A black and red logo&#10;&#10;Description automatically generated">
            <a:extLst>
              <a:ext uri="{FF2B5EF4-FFF2-40B4-BE49-F238E27FC236}">
                <a16:creationId xmlns:a16="http://schemas.microsoft.com/office/drawing/2014/main" id="{D9AA67C6-D117-BBDD-D342-263F7E6BA7C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2F1355DC-66B4-F976-8A7A-1C8BF54633C2}"/>
              </a:ext>
            </a:extLst>
          </p:cNvPr>
          <p:cNvSpPr>
            <a:spLocks noGrp="1"/>
          </p:cNvSpPr>
          <p:nvPr>
            <p:ph idx="1"/>
          </p:nvPr>
        </p:nvSpPr>
        <p:spPr>
          <a:xfrm>
            <a:off x="914400" y="1267563"/>
            <a:ext cx="10668000" cy="4990306"/>
          </a:xfrm>
        </p:spPr>
        <p:txBody>
          <a:bodyPr>
            <a:noAutofit/>
          </a:bodyPr>
          <a:lstStyle/>
          <a:p>
            <a:pPr marL="0" indent="0" algn="just">
              <a:lnSpc>
                <a:spcPct val="150000"/>
              </a:lnSpc>
              <a:buNone/>
            </a:pPr>
            <a:r>
              <a:rPr lang="en-US" sz="2400" dirty="0"/>
              <a:t>Topic Objective: To understand and Page Replacement Concepts and its types.</a:t>
            </a:r>
          </a:p>
          <a:p>
            <a:pPr marL="0" indent="0" algn="just">
              <a:lnSpc>
                <a:spcPct val="150000"/>
              </a:lnSpc>
              <a:buNone/>
            </a:pPr>
            <a:r>
              <a:rPr lang="en-US" sz="2400" dirty="0"/>
              <a:t>Whenever, a process experiences a page fault, if no free frame are available, then the OS gets a currently occupied frame released and allocates the released frame to the page faulting process, for accommodating the new page. If the victim page belongs to the page faulting process itself, it is called local page replacement; else it is called global page replacement. Global page replacement does not focus on the performance of individual processes. It rather focuses on the system performance.</a:t>
            </a:r>
          </a:p>
          <a:p>
            <a:pPr marL="0" indent="0" algn="just">
              <a:lnSpc>
                <a:spcPct val="150000"/>
              </a:lnSpc>
              <a:buNone/>
            </a:pPr>
            <a:endParaRPr lang="en-US" sz="2400" dirty="0"/>
          </a:p>
        </p:txBody>
      </p:sp>
    </p:spTree>
    <p:extLst>
      <p:ext uri="{BB962C8B-B14F-4D97-AF65-F5344CB8AC3E}">
        <p14:creationId xmlns:p14="http://schemas.microsoft.com/office/powerpoint/2010/main" val="20688775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5629D-3869-10AF-D2E8-BAFBC5FE3FE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93385EC-1EE6-2F1E-3FF0-9BD1D469FAB7}"/>
              </a:ext>
            </a:extLst>
          </p:cNvPr>
          <p:cNvSpPr>
            <a:spLocks noGrp="1"/>
          </p:cNvSpPr>
          <p:nvPr>
            <p:ph type="dt" sz="half" idx="10"/>
          </p:nvPr>
        </p:nvSpPr>
        <p:spPr/>
        <p:txBody>
          <a:bodyPr/>
          <a:lstStyle/>
          <a:p>
            <a:fld id="{9FFFD3FA-E7DD-4D0C-A37F-0567E441D5AE}" type="datetime2">
              <a:rPr lang="en-US" smtClean="0"/>
              <a:t>Monday, September 1, 2025</a:t>
            </a:fld>
            <a:endParaRPr lang="en-US"/>
          </a:p>
        </p:txBody>
      </p:sp>
      <p:sp>
        <p:nvSpPr>
          <p:cNvPr id="5" name="Footer Placeholder 4">
            <a:extLst>
              <a:ext uri="{FF2B5EF4-FFF2-40B4-BE49-F238E27FC236}">
                <a16:creationId xmlns:a16="http://schemas.microsoft.com/office/drawing/2014/main" id="{DA912790-6EE2-39C1-18AD-E9D721661493}"/>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E3950D1E-59B6-9552-E27B-5366D1B13267}"/>
              </a:ext>
            </a:extLst>
          </p:cNvPr>
          <p:cNvSpPr>
            <a:spLocks noGrp="1"/>
          </p:cNvSpPr>
          <p:nvPr>
            <p:ph type="sldNum" sz="quarter" idx="12"/>
          </p:nvPr>
        </p:nvSpPr>
        <p:spPr/>
        <p:txBody>
          <a:bodyPr/>
          <a:lstStyle/>
          <a:p>
            <a:fld id="{B6F15528-21DE-4FAA-801E-634DDDAF4B2B}" type="slidenum">
              <a:rPr lang="en-US" smtClean="0"/>
              <a:pPr/>
              <a:t>76</a:t>
            </a:fld>
            <a:endParaRPr lang="en-US"/>
          </a:p>
        </p:txBody>
      </p:sp>
      <p:sp>
        <p:nvSpPr>
          <p:cNvPr id="7" name="Title 1">
            <a:extLst>
              <a:ext uri="{FF2B5EF4-FFF2-40B4-BE49-F238E27FC236}">
                <a16:creationId xmlns:a16="http://schemas.microsoft.com/office/drawing/2014/main" id="{7DED0EF5-D340-833A-2550-8C51C62706D6}"/>
              </a:ext>
            </a:extLst>
          </p:cNvPr>
          <p:cNvSpPr txBox="1">
            <a:spLocks/>
          </p:cNvSpPr>
          <p:nvPr/>
        </p:nvSpPr>
        <p:spPr>
          <a:xfrm>
            <a:off x="1981200" y="3"/>
            <a:ext cx="102108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200" dirty="0">
                <a:solidFill>
                  <a:schemeClr val="dk1"/>
                </a:solidFill>
              </a:rPr>
              <a:t>FIFO Page Replacement Algorithm</a:t>
            </a:r>
          </a:p>
        </p:txBody>
      </p:sp>
      <p:pic>
        <p:nvPicPr>
          <p:cNvPr id="2" name="Picture 1" descr="A black and red logo&#10;&#10;Description automatically generated">
            <a:extLst>
              <a:ext uri="{FF2B5EF4-FFF2-40B4-BE49-F238E27FC236}">
                <a16:creationId xmlns:a16="http://schemas.microsoft.com/office/drawing/2014/main" id="{5E3033FF-141A-BAD7-ED84-2EE50D444A3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22FBA71C-49EF-7FE7-84E9-32072D11D866}"/>
              </a:ext>
            </a:extLst>
          </p:cNvPr>
          <p:cNvSpPr>
            <a:spLocks noGrp="1"/>
          </p:cNvSpPr>
          <p:nvPr>
            <p:ph idx="1"/>
          </p:nvPr>
        </p:nvSpPr>
        <p:spPr>
          <a:xfrm>
            <a:off x="914400" y="1163169"/>
            <a:ext cx="10668000" cy="5094700"/>
          </a:xfrm>
        </p:spPr>
        <p:txBody>
          <a:bodyPr>
            <a:noAutofit/>
          </a:bodyPr>
          <a:lstStyle/>
          <a:p>
            <a:pPr marL="0" indent="0">
              <a:lnSpc>
                <a:spcPct val="150000"/>
              </a:lnSpc>
              <a:spcBef>
                <a:spcPts val="0"/>
              </a:spcBef>
              <a:buNone/>
            </a:pPr>
            <a:r>
              <a:rPr lang="en-US" sz="2400" dirty="0"/>
              <a:t>Topic Objective: To implement the FIFO Page Replacement Algorithm.</a:t>
            </a:r>
          </a:p>
          <a:p>
            <a:pPr marL="0" indent="0">
              <a:lnSpc>
                <a:spcPct val="150000"/>
              </a:lnSpc>
              <a:spcBef>
                <a:spcPts val="0"/>
              </a:spcBef>
              <a:buNone/>
            </a:pPr>
            <a:r>
              <a:rPr lang="en-US" sz="2400" dirty="0"/>
              <a:t>It replaces the page that has been in the memory for the longest time. One possible implementation is a FIFO (queue) of the existing pages in the memory. Whenever, page fault occurs, the page at the top of the queue is made victim and the new page is put at the tail of the queue.</a:t>
            </a:r>
          </a:p>
          <a:p>
            <a:pPr marL="0" indent="0">
              <a:lnSpc>
                <a:spcPct val="150000"/>
              </a:lnSpc>
              <a:buNone/>
            </a:pPr>
            <a:r>
              <a:rPr lang="en-US" sz="2400" dirty="0"/>
              <a:t>Reference String: It refers to the sequence of page numbers referenced by a program during its execution.</a:t>
            </a:r>
          </a:p>
          <a:p>
            <a:pPr marL="0" indent="0">
              <a:lnSpc>
                <a:spcPct val="150000"/>
              </a:lnSpc>
              <a:buNone/>
            </a:pPr>
            <a:r>
              <a:rPr lang="en-US" sz="2400" dirty="0"/>
              <a:t>Page number = Quotient (Logical Address/Page Size), if logical address =0745 and page size =100 bytes, then page no=0745/100=7</a:t>
            </a:r>
          </a:p>
          <a:p>
            <a:pPr marL="0" indent="0" algn="just">
              <a:lnSpc>
                <a:spcPct val="150000"/>
              </a:lnSpc>
              <a:buNone/>
            </a:pPr>
            <a:endParaRPr lang="en-US" sz="2400" dirty="0"/>
          </a:p>
        </p:txBody>
      </p:sp>
    </p:spTree>
    <p:extLst>
      <p:ext uri="{BB962C8B-B14F-4D97-AF65-F5344CB8AC3E}">
        <p14:creationId xmlns:p14="http://schemas.microsoft.com/office/powerpoint/2010/main" val="257506703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3F80A-A8CE-4EDD-776B-2D30ADC4EF6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640682E-CF02-4B44-9ED6-493B6BB6C236}"/>
              </a:ext>
            </a:extLst>
          </p:cNvPr>
          <p:cNvSpPr>
            <a:spLocks noGrp="1"/>
          </p:cNvSpPr>
          <p:nvPr>
            <p:ph type="dt" sz="half" idx="10"/>
          </p:nvPr>
        </p:nvSpPr>
        <p:spPr/>
        <p:txBody>
          <a:bodyPr/>
          <a:lstStyle/>
          <a:p>
            <a:fld id="{1E0F0399-DE35-4CA9-A0BA-8F4D2DC09D20}" type="datetime2">
              <a:rPr lang="en-US" smtClean="0"/>
              <a:t>Monday, September 1, 2025</a:t>
            </a:fld>
            <a:endParaRPr lang="en-US"/>
          </a:p>
        </p:txBody>
      </p:sp>
      <p:sp>
        <p:nvSpPr>
          <p:cNvPr id="5" name="Footer Placeholder 4">
            <a:extLst>
              <a:ext uri="{FF2B5EF4-FFF2-40B4-BE49-F238E27FC236}">
                <a16:creationId xmlns:a16="http://schemas.microsoft.com/office/drawing/2014/main" id="{3533906E-FA01-C0DC-B01B-987573A32D4D}"/>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2CCF5D71-C9EC-94E9-F958-7215AF4E34DD}"/>
              </a:ext>
            </a:extLst>
          </p:cNvPr>
          <p:cNvSpPr>
            <a:spLocks noGrp="1"/>
          </p:cNvSpPr>
          <p:nvPr>
            <p:ph type="sldNum" sz="quarter" idx="12"/>
          </p:nvPr>
        </p:nvSpPr>
        <p:spPr/>
        <p:txBody>
          <a:bodyPr/>
          <a:lstStyle/>
          <a:p>
            <a:fld id="{B6F15528-21DE-4FAA-801E-634DDDAF4B2B}" type="slidenum">
              <a:rPr lang="en-US" smtClean="0"/>
              <a:pPr/>
              <a:t>77</a:t>
            </a:fld>
            <a:endParaRPr lang="en-US"/>
          </a:p>
        </p:txBody>
      </p:sp>
      <p:sp>
        <p:nvSpPr>
          <p:cNvPr id="7" name="Title 1">
            <a:extLst>
              <a:ext uri="{FF2B5EF4-FFF2-40B4-BE49-F238E27FC236}">
                <a16:creationId xmlns:a16="http://schemas.microsoft.com/office/drawing/2014/main" id="{CAD91C08-5E3B-872F-8C69-0839479B430E}"/>
              </a:ext>
            </a:extLst>
          </p:cNvPr>
          <p:cNvSpPr txBox="1">
            <a:spLocks/>
          </p:cNvSpPr>
          <p:nvPr/>
        </p:nvSpPr>
        <p:spPr>
          <a:xfrm>
            <a:off x="1981200" y="3"/>
            <a:ext cx="102108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200" dirty="0">
                <a:solidFill>
                  <a:schemeClr val="dk1"/>
                </a:solidFill>
              </a:rPr>
              <a:t> Advantages and Disadvantages of FIFO</a:t>
            </a:r>
          </a:p>
        </p:txBody>
      </p:sp>
      <p:pic>
        <p:nvPicPr>
          <p:cNvPr id="2" name="Picture 1" descr="A black and red logo&#10;&#10;Description automatically generated">
            <a:extLst>
              <a:ext uri="{FF2B5EF4-FFF2-40B4-BE49-F238E27FC236}">
                <a16:creationId xmlns:a16="http://schemas.microsoft.com/office/drawing/2014/main" id="{DDF8E7FE-314C-4AEA-F4E8-53109A3226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Content Placeholder 8">
            <a:extLst>
              <a:ext uri="{FF2B5EF4-FFF2-40B4-BE49-F238E27FC236}">
                <a16:creationId xmlns:a16="http://schemas.microsoft.com/office/drawing/2014/main" id="{C6561292-6455-181D-5DC6-8FA61D6FCCEF}"/>
              </a:ext>
            </a:extLst>
          </p:cNvPr>
          <p:cNvSpPr>
            <a:spLocks noGrp="1"/>
          </p:cNvSpPr>
          <p:nvPr>
            <p:ph idx="1"/>
          </p:nvPr>
        </p:nvSpPr>
        <p:spPr>
          <a:xfrm>
            <a:off x="609600" y="1163169"/>
            <a:ext cx="11277600" cy="5094700"/>
          </a:xfrm>
        </p:spPr>
        <p:txBody>
          <a:bodyPr>
            <a:noAutofit/>
          </a:bodyPr>
          <a:lstStyle/>
          <a:p>
            <a:pPr marL="0" indent="0" algn="just">
              <a:lnSpc>
                <a:spcPct val="150000"/>
              </a:lnSpc>
              <a:buNone/>
            </a:pPr>
            <a:r>
              <a:rPr lang="en-US" sz="2400" dirty="0"/>
              <a:t>Topic Objective: To explain the merit and demerit of FIFO Page Replacement Algorithm.</a:t>
            </a:r>
          </a:p>
          <a:p>
            <a:pPr marL="0" indent="0" algn="just">
              <a:lnSpc>
                <a:spcPct val="150000"/>
              </a:lnSpc>
              <a:buNone/>
            </a:pPr>
            <a:r>
              <a:rPr lang="en-US" sz="2400" dirty="0"/>
              <a:t>Advantage: Implementation is fairly simple</a:t>
            </a:r>
          </a:p>
          <a:p>
            <a:pPr marL="0" indent="0" algn="just">
              <a:lnSpc>
                <a:spcPct val="150000"/>
              </a:lnSpc>
              <a:buNone/>
            </a:pPr>
            <a:r>
              <a:rPr lang="en-US" sz="2400" dirty="0"/>
              <a:t>Limitation: This algorithm does not take into account the current usages of pages and may often eject some pages that may be currently active. Such pages would need to be moved in frames again, in near future.</a:t>
            </a:r>
          </a:p>
          <a:p>
            <a:pPr marL="0" indent="0" algn="just">
              <a:lnSpc>
                <a:spcPct val="150000"/>
              </a:lnSpc>
              <a:buNone/>
            </a:pPr>
            <a:r>
              <a:rPr lang="en-US" sz="2400" dirty="0"/>
              <a:t>Also, if the system has global page replacement, then the program having largest number of allocated pages would have higher page fault rate, since the probability of oldest page, belonging to this program would be very high. This phenomena is called </a:t>
            </a:r>
            <a:r>
              <a:rPr lang="en-US" sz="2400" dirty="0" err="1"/>
              <a:t>Belady’s</a:t>
            </a:r>
            <a:r>
              <a:rPr lang="en-US" sz="2400" dirty="0"/>
              <a:t> Anomaly and it defies intuition.</a:t>
            </a:r>
          </a:p>
          <a:p>
            <a:pPr marL="0" indent="0" algn="just">
              <a:lnSpc>
                <a:spcPct val="150000"/>
              </a:lnSpc>
              <a:buNone/>
            </a:pPr>
            <a:endParaRPr lang="en-US" sz="2400" dirty="0"/>
          </a:p>
        </p:txBody>
      </p:sp>
    </p:spTree>
    <p:extLst>
      <p:ext uri="{BB962C8B-B14F-4D97-AF65-F5344CB8AC3E}">
        <p14:creationId xmlns:p14="http://schemas.microsoft.com/office/powerpoint/2010/main" val="5842917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6EE5D-66C1-5FB8-3E3B-9A254BE13A7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D608797-B001-272A-EC35-B5D476F8A1C1}"/>
              </a:ext>
            </a:extLst>
          </p:cNvPr>
          <p:cNvSpPr>
            <a:spLocks noGrp="1"/>
          </p:cNvSpPr>
          <p:nvPr>
            <p:ph type="dt" sz="half" idx="10"/>
          </p:nvPr>
        </p:nvSpPr>
        <p:spPr/>
        <p:txBody>
          <a:bodyPr/>
          <a:lstStyle/>
          <a:p>
            <a:fld id="{69434ED7-3965-4EF7-9ACE-AC6232DA78BA}" type="datetime2">
              <a:rPr lang="en-US" smtClean="0"/>
              <a:t>Monday, September 1, 2025</a:t>
            </a:fld>
            <a:endParaRPr lang="en-US"/>
          </a:p>
        </p:txBody>
      </p:sp>
      <p:sp>
        <p:nvSpPr>
          <p:cNvPr id="5" name="Footer Placeholder 4">
            <a:extLst>
              <a:ext uri="{FF2B5EF4-FFF2-40B4-BE49-F238E27FC236}">
                <a16:creationId xmlns:a16="http://schemas.microsoft.com/office/drawing/2014/main" id="{3574FBE6-E9F3-88F4-5F0C-D2DCF9ECE683}"/>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057409F4-805D-72B6-452A-986BDAFCDFB3}"/>
              </a:ext>
            </a:extLst>
          </p:cNvPr>
          <p:cNvSpPr>
            <a:spLocks noGrp="1"/>
          </p:cNvSpPr>
          <p:nvPr>
            <p:ph type="sldNum" sz="quarter" idx="12"/>
          </p:nvPr>
        </p:nvSpPr>
        <p:spPr/>
        <p:txBody>
          <a:bodyPr/>
          <a:lstStyle/>
          <a:p>
            <a:fld id="{B6F15528-21DE-4FAA-801E-634DDDAF4B2B}" type="slidenum">
              <a:rPr lang="en-US" smtClean="0"/>
              <a:pPr/>
              <a:t>78</a:t>
            </a:fld>
            <a:endParaRPr lang="en-US"/>
          </a:p>
        </p:txBody>
      </p:sp>
      <p:sp>
        <p:nvSpPr>
          <p:cNvPr id="7" name="Title 1">
            <a:extLst>
              <a:ext uri="{FF2B5EF4-FFF2-40B4-BE49-F238E27FC236}">
                <a16:creationId xmlns:a16="http://schemas.microsoft.com/office/drawing/2014/main" id="{39594AAE-DB5C-DD44-BC5E-7542BC6844AC}"/>
              </a:ext>
            </a:extLst>
          </p:cNvPr>
          <p:cNvSpPr txBox="1">
            <a:spLocks/>
          </p:cNvSpPr>
          <p:nvPr/>
        </p:nvSpPr>
        <p:spPr>
          <a:xfrm>
            <a:off x="1981200" y="3"/>
            <a:ext cx="102108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200" dirty="0">
                <a:solidFill>
                  <a:schemeClr val="dk1"/>
                </a:solidFill>
              </a:rPr>
              <a:t> No. of Faults using FIFO</a:t>
            </a:r>
          </a:p>
        </p:txBody>
      </p:sp>
      <p:pic>
        <p:nvPicPr>
          <p:cNvPr id="2" name="Picture 1" descr="A black and red logo&#10;&#10;Description automatically generated">
            <a:extLst>
              <a:ext uri="{FF2B5EF4-FFF2-40B4-BE49-F238E27FC236}">
                <a16:creationId xmlns:a16="http://schemas.microsoft.com/office/drawing/2014/main" id="{2169C19A-5D6B-EA6A-CB06-48F6451A17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Content Placeholder 15">
            <a:extLst>
              <a:ext uri="{FF2B5EF4-FFF2-40B4-BE49-F238E27FC236}">
                <a16:creationId xmlns:a16="http://schemas.microsoft.com/office/drawing/2014/main" id="{7D35CF7E-B9A7-3207-C2AA-1DFB4446BB9E}"/>
              </a:ext>
            </a:extLst>
          </p:cNvPr>
          <p:cNvSpPr>
            <a:spLocks noGrp="1"/>
          </p:cNvSpPr>
          <p:nvPr>
            <p:ph idx="1"/>
          </p:nvPr>
        </p:nvSpPr>
        <p:spPr>
          <a:xfrm>
            <a:off x="609600" y="1163638"/>
            <a:ext cx="11277600" cy="5094287"/>
          </a:xfrm>
        </p:spPr>
        <p:txBody>
          <a:bodyPr>
            <a:normAutofit/>
          </a:bodyPr>
          <a:lstStyle/>
          <a:p>
            <a:pPr marL="0" indent="0" algn="just">
              <a:lnSpc>
                <a:spcPct val="150000"/>
              </a:lnSpc>
              <a:buNone/>
            </a:pPr>
            <a:r>
              <a:rPr lang="en-US" sz="2400" dirty="0"/>
              <a:t> </a:t>
            </a:r>
          </a:p>
          <a:p>
            <a:pPr marL="0" indent="0" algn="just">
              <a:lnSpc>
                <a:spcPct val="150000"/>
              </a:lnSpc>
              <a:buNone/>
            </a:pPr>
            <a:endParaRPr lang="en-US" sz="2800" dirty="0"/>
          </a:p>
          <a:p>
            <a:pPr marL="0" indent="0" algn="just">
              <a:buNone/>
            </a:pPr>
            <a:endParaRPr lang="en-US" sz="2800" dirty="0"/>
          </a:p>
          <a:p>
            <a:pPr marL="0" indent="0" algn="just">
              <a:lnSpc>
                <a:spcPct val="150000"/>
              </a:lnSpc>
              <a:spcBef>
                <a:spcPts val="0"/>
              </a:spcBef>
              <a:buNone/>
            </a:pPr>
            <a:endParaRPr lang="en-US" sz="2800" dirty="0"/>
          </a:p>
          <a:p>
            <a:pPr marL="0" indent="0" algn="just">
              <a:lnSpc>
                <a:spcPct val="150000"/>
              </a:lnSpc>
              <a:buNone/>
            </a:pPr>
            <a:endParaRPr lang="en-US" sz="2800" dirty="0"/>
          </a:p>
          <a:p>
            <a:pPr marL="0" indent="0" algn="just">
              <a:lnSpc>
                <a:spcPct val="150000"/>
              </a:lnSpc>
              <a:buNone/>
            </a:pPr>
            <a:endParaRPr lang="en-US" sz="2800" b="1" dirty="0"/>
          </a:p>
          <a:p>
            <a:pPr marL="0" indent="0" algn="just">
              <a:lnSpc>
                <a:spcPct val="150000"/>
              </a:lnSpc>
              <a:spcBef>
                <a:spcPts val="0"/>
              </a:spcBef>
              <a:buNone/>
            </a:pPr>
            <a:endParaRPr lang="en-US" sz="2800" dirty="0"/>
          </a:p>
          <a:p>
            <a:pPr marL="0" indent="0" algn="just">
              <a:lnSpc>
                <a:spcPct val="150000"/>
              </a:lnSpc>
              <a:spcBef>
                <a:spcPts val="0"/>
              </a:spcBef>
              <a:buNone/>
            </a:pPr>
            <a:endParaRPr lang="en-US" sz="2800" dirty="0"/>
          </a:p>
          <a:p>
            <a:pPr marL="0" indent="0" algn="just">
              <a:lnSpc>
                <a:spcPct val="150000"/>
              </a:lnSpc>
              <a:buNone/>
            </a:pPr>
            <a:endParaRPr lang="en-US" sz="2800" dirty="0"/>
          </a:p>
          <a:p>
            <a:pPr marL="0" indent="0" algn="just">
              <a:lnSpc>
                <a:spcPct val="150000"/>
              </a:lnSpc>
              <a:spcBef>
                <a:spcPts val="0"/>
              </a:spcBef>
              <a:buNone/>
            </a:pPr>
            <a:endParaRPr lang="en-US" sz="2800" dirty="0"/>
          </a:p>
          <a:p>
            <a:pPr marL="0" indent="0" algn="just">
              <a:lnSpc>
                <a:spcPct val="150000"/>
              </a:lnSpc>
              <a:spcBef>
                <a:spcPts val="0"/>
              </a:spcBef>
              <a:buNone/>
            </a:pPr>
            <a:endParaRPr lang="en-US" dirty="0"/>
          </a:p>
          <a:p>
            <a:pPr marL="0" indent="0">
              <a:lnSpc>
                <a:spcPct val="150000"/>
              </a:lnSpc>
              <a:spcBef>
                <a:spcPts val="0"/>
              </a:spcBef>
              <a:buNone/>
            </a:pPr>
            <a:endParaRPr lang="en-US" dirty="0"/>
          </a:p>
        </p:txBody>
      </p:sp>
      <p:pic>
        <p:nvPicPr>
          <p:cNvPr id="10" name="Content Placeholder 5">
            <a:extLst>
              <a:ext uri="{FF2B5EF4-FFF2-40B4-BE49-F238E27FC236}">
                <a16:creationId xmlns:a16="http://schemas.microsoft.com/office/drawing/2014/main" id="{E54F710D-37AB-CEF6-3D17-3F2A535CC64E}"/>
              </a:ext>
            </a:extLst>
          </p:cNvPr>
          <p:cNvPicPr>
            <a:picLocks noChangeAspect="1"/>
          </p:cNvPicPr>
          <p:nvPr/>
        </p:nvPicPr>
        <p:blipFill>
          <a:blip r:embed="rId3" cstate="print"/>
          <a:stretch>
            <a:fillRect/>
          </a:stretch>
        </p:blipFill>
        <p:spPr>
          <a:xfrm>
            <a:off x="2174331" y="2196067"/>
            <a:ext cx="8126672" cy="499915"/>
          </a:xfrm>
          <a:prstGeom prst="rect">
            <a:avLst/>
          </a:prstGeom>
        </p:spPr>
      </p:pic>
      <p:pic>
        <p:nvPicPr>
          <p:cNvPr id="11" name="Picture 10">
            <a:extLst>
              <a:ext uri="{FF2B5EF4-FFF2-40B4-BE49-F238E27FC236}">
                <a16:creationId xmlns:a16="http://schemas.microsoft.com/office/drawing/2014/main" id="{46E9298E-A99E-9414-D387-6C4E0DCABC17}"/>
              </a:ext>
            </a:extLst>
          </p:cNvPr>
          <p:cNvPicPr>
            <a:picLocks noChangeAspect="1"/>
          </p:cNvPicPr>
          <p:nvPr/>
        </p:nvPicPr>
        <p:blipFill>
          <a:blip r:embed="rId4" cstate="print"/>
          <a:stretch>
            <a:fillRect/>
          </a:stretch>
        </p:blipFill>
        <p:spPr>
          <a:xfrm>
            <a:off x="351469" y="2196066"/>
            <a:ext cx="1822862" cy="499915"/>
          </a:xfrm>
          <a:prstGeom prst="rect">
            <a:avLst/>
          </a:prstGeom>
        </p:spPr>
      </p:pic>
      <p:graphicFrame>
        <p:nvGraphicFramePr>
          <p:cNvPr id="12" name="Table 11">
            <a:extLst>
              <a:ext uri="{FF2B5EF4-FFF2-40B4-BE49-F238E27FC236}">
                <a16:creationId xmlns:a16="http://schemas.microsoft.com/office/drawing/2014/main" id="{F91EBA8C-F8A0-7A9B-894F-4BB64E7ADC4E}"/>
              </a:ext>
            </a:extLst>
          </p:cNvPr>
          <p:cNvGraphicFramePr>
            <a:graphicFrameLocks noGrp="1"/>
          </p:cNvGraphicFramePr>
          <p:nvPr>
            <p:extLst>
              <p:ext uri="{D42A27DB-BD31-4B8C-83A1-F6EECF244321}">
                <p14:modId xmlns:p14="http://schemas.microsoft.com/office/powerpoint/2010/main" val="1911262954"/>
              </p:ext>
            </p:extLst>
          </p:nvPr>
        </p:nvGraphicFramePr>
        <p:xfrm>
          <a:off x="2174331" y="3123028"/>
          <a:ext cx="8126680" cy="1491174"/>
        </p:xfrm>
        <a:graphic>
          <a:graphicData uri="http://schemas.openxmlformats.org/drawingml/2006/table">
            <a:tbl>
              <a:tblPr firstRow="1" bandRow="1">
                <a:tableStyleId>{5C22544A-7EE6-4342-B048-85BDC9FD1C3A}</a:tableStyleId>
              </a:tblPr>
              <a:tblGrid>
                <a:gridCol w="406334">
                  <a:extLst>
                    <a:ext uri="{9D8B030D-6E8A-4147-A177-3AD203B41FA5}">
                      <a16:colId xmlns:a16="http://schemas.microsoft.com/office/drawing/2014/main" val="20000"/>
                    </a:ext>
                  </a:extLst>
                </a:gridCol>
                <a:gridCol w="406334">
                  <a:extLst>
                    <a:ext uri="{9D8B030D-6E8A-4147-A177-3AD203B41FA5}">
                      <a16:colId xmlns:a16="http://schemas.microsoft.com/office/drawing/2014/main" val="20001"/>
                    </a:ext>
                  </a:extLst>
                </a:gridCol>
                <a:gridCol w="406334">
                  <a:extLst>
                    <a:ext uri="{9D8B030D-6E8A-4147-A177-3AD203B41FA5}">
                      <a16:colId xmlns:a16="http://schemas.microsoft.com/office/drawing/2014/main" val="20002"/>
                    </a:ext>
                  </a:extLst>
                </a:gridCol>
                <a:gridCol w="406334">
                  <a:extLst>
                    <a:ext uri="{9D8B030D-6E8A-4147-A177-3AD203B41FA5}">
                      <a16:colId xmlns:a16="http://schemas.microsoft.com/office/drawing/2014/main" val="20003"/>
                    </a:ext>
                  </a:extLst>
                </a:gridCol>
                <a:gridCol w="406334">
                  <a:extLst>
                    <a:ext uri="{9D8B030D-6E8A-4147-A177-3AD203B41FA5}">
                      <a16:colId xmlns:a16="http://schemas.microsoft.com/office/drawing/2014/main" val="20004"/>
                    </a:ext>
                  </a:extLst>
                </a:gridCol>
                <a:gridCol w="406334">
                  <a:extLst>
                    <a:ext uri="{9D8B030D-6E8A-4147-A177-3AD203B41FA5}">
                      <a16:colId xmlns:a16="http://schemas.microsoft.com/office/drawing/2014/main" val="20005"/>
                    </a:ext>
                  </a:extLst>
                </a:gridCol>
                <a:gridCol w="406334">
                  <a:extLst>
                    <a:ext uri="{9D8B030D-6E8A-4147-A177-3AD203B41FA5}">
                      <a16:colId xmlns:a16="http://schemas.microsoft.com/office/drawing/2014/main" val="20006"/>
                    </a:ext>
                  </a:extLst>
                </a:gridCol>
                <a:gridCol w="406334">
                  <a:extLst>
                    <a:ext uri="{9D8B030D-6E8A-4147-A177-3AD203B41FA5}">
                      <a16:colId xmlns:a16="http://schemas.microsoft.com/office/drawing/2014/main" val="20007"/>
                    </a:ext>
                  </a:extLst>
                </a:gridCol>
                <a:gridCol w="406334">
                  <a:extLst>
                    <a:ext uri="{9D8B030D-6E8A-4147-A177-3AD203B41FA5}">
                      <a16:colId xmlns:a16="http://schemas.microsoft.com/office/drawing/2014/main" val="20008"/>
                    </a:ext>
                  </a:extLst>
                </a:gridCol>
                <a:gridCol w="406334">
                  <a:extLst>
                    <a:ext uri="{9D8B030D-6E8A-4147-A177-3AD203B41FA5}">
                      <a16:colId xmlns:a16="http://schemas.microsoft.com/office/drawing/2014/main" val="20009"/>
                    </a:ext>
                  </a:extLst>
                </a:gridCol>
                <a:gridCol w="406334">
                  <a:extLst>
                    <a:ext uri="{9D8B030D-6E8A-4147-A177-3AD203B41FA5}">
                      <a16:colId xmlns:a16="http://schemas.microsoft.com/office/drawing/2014/main" val="20010"/>
                    </a:ext>
                  </a:extLst>
                </a:gridCol>
                <a:gridCol w="406334">
                  <a:extLst>
                    <a:ext uri="{9D8B030D-6E8A-4147-A177-3AD203B41FA5}">
                      <a16:colId xmlns:a16="http://schemas.microsoft.com/office/drawing/2014/main" val="20011"/>
                    </a:ext>
                  </a:extLst>
                </a:gridCol>
                <a:gridCol w="406334">
                  <a:extLst>
                    <a:ext uri="{9D8B030D-6E8A-4147-A177-3AD203B41FA5}">
                      <a16:colId xmlns:a16="http://schemas.microsoft.com/office/drawing/2014/main" val="20012"/>
                    </a:ext>
                  </a:extLst>
                </a:gridCol>
                <a:gridCol w="406334">
                  <a:extLst>
                    <a:ext uri="{9D8B030D-6E8A-4147-A177-3AD203B41FA5}">
                      <a16:colId xmlns:a16="http://schemas.microsoft.com/office/drawing/2014/main" val="20013"/>
                    </a:ext>
                  </a:extLst>
                </a:gridCol>
                <a:gridCol w="406334">
                  <a:extLst>
                    <a:ext uri="{9D8B030D-6E8A-4147-A177-3AD203B41FA5}">
                      <a16:colId xmlns:a16="http://schemas.microsoft.com/office/drawing/2014/main" val="20014"/>
                    </a:ext>
                  </a:extLst>
                </a:gridCol>
                <a:gridCol w="406334">
                  <a:extLst>
                    <a:ext uri="{9D8B030D-6E8A-4147-A177-3AD203B41FA5}">
                      <a16:colId xmlns:a16="http://schemas.microsoft.com/office/drawing/2014/main" val="20015"/>
                    </a:ext>
                  </a:extLst>
                </a:gridCol>
                <a:gridCol w="406334">
                  <a:extLst>
                    <a:ext uri="{9D8B030D-6E8A-4147-A177-3AD203B41FA5}">
                      <a16:colId xmlns:a16="http://schemas.microsoft.com/office/drawing/2014/main" val="20016"/>
                    </a:ext>
                  </a:extLst>
                </a:gridCol>
                <a:gridCol w="406334">
                  <a:extLst>
                    <a:ext uri="{9D8B030D-6E8A-4147-A177-3AD203B41FA5}">
                      <a16:colId xmlns:a16="http://schemas.microsoft.com/office/drawing/2014/main" val="20017"/>
                    </a:ext>
                  </a:extLst>
                </a:gridCol>
                <a:gridCol w="406334">
                  <a:extLst>
                    <a:ext uri="{9D8B030D-6E8A-4147-A177-3AD203B41FA5}">
                      <a16:colId xmlns:a16="http://schemas.microsoft.com/office/drawing/2014/main" val="20018"/>
                    </a:ext>
                  </a:extLst>
                </a:gridCol>
                <a:gridCol w="406334">
                  <a:extLst>
                    <a:ext uri="{9D8B030D-6E8A-4147-A177-3AD203B41FA5}">
                      <a16:colId xmlns:a16="http://schemas.microsoft.com/office/drawing/2014/main" val="20019"/>
                    </a:ext>
                  </a:extLst>
                </a:gridCol>
              </a:tblGrid>
              <a:tr h="497058">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r h="497058">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497058">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bl>
          </a:graphicData>
        </a:graphic>
      </p:graphicFrame>
      <p:graphicFrame>
        <p:nvGraphicFramePr>
          <p:cNvPr id="13" name="Table 12">
            <a:extLst>
              <a:ext uri="{FF2B5EF4-FFF2-40B4-BE49-F238E27FC236}">
                <a16:creationId xmlns:a16="http://schemas.microsoft.com/office/drawing/2014/main" id="{E2A78F83-F053-7753-53D8-AA9BBE52C821}"/>
              </a:ext>
            </a:extLst>
          </p:cNvPr>
          <p:cNvGraphicFramePr>
            <a:graphicFrameLocks noGrp="1"/>
          </p:cNvGraphicFramePr>
          <p:nvPr>
            <p:extLst>
              <p:ext uri="{D42A27DB-BD31-4B8C-83A1-F6EECF244321}">
                <p14:modId xmlns:p14="http://schemas.microsoft.com/office/powerpoint/2010/main" val="925779774"/>
              </p:ext>
            </p:extLst>
          </p:nvPr>
        </p:nvGraphicFramePr>
        <p:xfrm>
          <a:off x="2174331" y="5136920"/>
          <a:ext cx="8128000" cy="630833"/>
        </p:xfrm>
        <a:graphic>
          <a:graphicData uri="http://schemas.openxmlformats.org/drawingml/2006/table">
            <a:tbl>
              <a:tblPr firstRow="1" bandRow="1">
                <a:tableStyleId>{5C22544A-7EE6-4342-B048-85BDC9FD1C3A}</a:tableStyleId>
              </a:tblPr>
              <a:tblGrid>
                <a:gridCol w="406400">
                  <a:extLst>
                    <a:ext uri="{9D8B030D-6E8A-4147-A177-3AD203B41FA5}">
                      <a16:colId xmlns:a16="http://schemas.microsoft.com/office/drawing/2014/main" val="20000"/>
                    </a:ext>
                  </a:extLst>
                </a:gridCol>
                <a:gridCol w="406400">
                  <a:extLst>
                    <a:ext uri="{9D8B030D-6E8A-4147-A177-3AD203B41FA5}">
                      <a16:colId xmlns:a16="http://schemas.microsoft.com/office/drawing/2014/main" val="20001"/>
                    </a:ext>
                  </a:extLst>
                </a:gridCol>
                <a:gridCol w="406400">
                  <a:extLst>
                    <a:ext uri="{9D8B030D-6E8A-4147-A177-3AD203B41FA5}">
                      <a16:colId xmlns:a16="http://schemas.microsoft.com/office/drawing/2014/main" val="20002"/>
                    </a:ext>
                  </a:extLst>
                </a:gridCol>
                <a:gridCol w="406400">
                  <a:extLst>
                    <a:ext uri="{9D8B030D-6E8A-4147-A177-3AD203B41FA5}">
                      <a16:colId xmlns:a16="http://schemas.microsoft.com/office/drawing/2014/main" val="20003"/>
                    </a:ext>
                  </a:extLst>
                </a:gridCol>
                <a:gridCol w="406400">
                  <a:extLst>
                    <a:ext uri="{9D8B030D-6E8A-4147-A177-3AD203B41FA5}">
                      <a16:colId xmlns:a16="http://schemas.microsoft.com/office/drawing/2014/main" val="20004"/>
                    </a:ext>
                  </a:extLst>
                </a:gridCol>
                <a:gridCol w="406400">
                  <a:extLst>
                    <a:ext uri="{9D8B030D-6E8A-4147-A177-3AD203B41FA5}">
                      <a16:colId xmlns:a16="http://schemas.microsoft.com/office/drawing/2014/main" val="20005"/>
                    </a:ext>
                  </a:extLst>
                </a:gridCol>
                <a:gridCol w="406400">
                  <a:extLst>
                    <a:ext uri="{9D8B030D-6E8A-4147-A177-3AD203B41FA5}">
                      <a16:colId xmlns:a16="http://schemas.microsoft.com/office/drawing/2014/main" val="20006"/>
                    </a:ext>
                  </a:extLst>
                </a:gridCol>
                <a:gridCol w="406400">
                  <a:extLst>
                    <a:ext uri="{9D8B030D-6E8A-4147-A177-3AD203B41FA5}">
                      <a16:colId xmlns:a16="http://schemas.microsoft.com/office/drawing/2014/main" val="20007"/>
                    </a:ext>
                  </a:extLst>
                </a:gridCol>
                <a:gridCol w="406400">
                  <a:extLst>
                    <a:ext uri="{9D8B030D-6E8A-4147-A177-3AD203B41FA5}">
                      <a16:colId xmlns:a16="http://schemas.microsoft.com/office/drawing/2014/main" val="20008"/>
                    </a:ext>
                  </a:extLst>
                </a:gridCol>
                <a:gridCol w="447845">
                  <a:extLst>
                    <a:ext uri="{9D8B030D-6E8A-4147-A177-3AD203B41FA5}">
                      <a16:colId xmlns:a16="http://schemas.microsoft.com/office/drawing/2014/main" val="20009"/>
                    </a:ext>
                  </a:extLst>
                </a:gridCol>
                <a:gridCol w="364955">
                  <a:extLst>
                    <a:ext uri="{9D8B030D-6E8A-4147-A177-3AD203B41FA5}">
                      <a16:colId xmlns:a16="http://schemas.microsoft.com/office/drawing/2014/main" val="20010"/>
                    </a:ext>
                  </a:extLst>
                </a:gridCol>
                <a:gridCol w="406400">
                  <a:extLst>
                    <a:ext uri="{9D8B030D-6E8A-4147-A177-3AD203B41FA5}">
                      <a16:colId xmlns:a16="http://schemas.microsoft.com/office/drawing/2014/main" val="20011"/>
                    </a:ext>
                  </a:extLst>
                </a:gridCol>
                <a:gridCol w="406400">
                  <a:extLst>
                    <a:ext uri="{9D8B030D-6E8A-4147-A177-3AD203B41FA5}">
                      <a16:colId xmlns:a16="http://schemas.microsoft.com/office/drawing/2014/main" val="20012"/>
                    </a:ext>
                  </a:extLst>
                </a:gridCol>
                <a:gridCol w="406400">
                  <a:extLst>
                    <a:ext uri="{9D8B030D-6E8A-4147-A177-3AD203B41FA5}">
                      <a16:colId xmlns:a16="http://schemas.microsoft.com/office/drawing/2014/main" val="20013"/>
                    </a:ext>
                  </a:extLst>
                </a:gridCol>
                <a:gridCol w="406400">
                  <a:extLst>
                    <a:ext uri="{9D8B030D-6E8A-4147-A177-3AD203B41FA5}">
                      <a16:colId xmlns:a16="http://schemas.microsoft.com/office/drawing/2014/main" val="20014"/>
                    </a:ext>
                  </a:extLst>
                </a:gridCol>
                <a:gridCol w="406400">
                  <a:extLst>
                    <a:ext uri="{9D8B030D-6E8A-4147-A177-3AD203B41FA5}">
                      <a16:colId xmlns:a16="http://schemas.microsoft.com/office/drawing/2014/main" val="20015"/>
                    </a:ext>
                  </a:extLst>
                </a:gridCol>
                <a:gridCol w="406400">
                  <a:extLst>
                    <a:ext uri="{9D8B030D-6E8A-4147-A177-3AD203B41FA5}">
                      <a16:colId xmlns:a16="http://schemas.microsoft.com/office/drawing/2014/main" val="20016"/>
                    </a:ext>
                  </a:extLst>
                </a:gridCol>
                <a:gridCol w="406400">
                  <a:extLst>
                    <a:ext uri="{9D8B030D-6E8A-4147-A177-3AD203B41FA5}">
                      <a16:colId xmlns:a16="http://schemas.microsoft.com/office/drawing/2014/main" val="20017"/>
                    </a:ext>
                  </a:extLst>
                </a:gridCol>
                <a:gridCol w="406400">
                  <a:extLst>
                    <a:ext uri="{9D8B030D-6E8A-4147-A177-3AD203B41FA5}">
                      <a16:colId xmlns:a16="http://schemas.microsoft.com/office/drawing/2014/main" val="20018"/>
                    </a:ext>
                  </a:extLst>
                </a:gridCol>
                <a:gridCol w="406400">
                  <a:extLst>
                    <a:ext uri="{9D8B030D-6E8A-4147-A177-3AD203B41FA5}">
                      <a16:colId xmlns:a16="http://schemas.microsoft.com/office/drawing/2014/main" val="20019"/>
                    </a:ext>
                  </a:extLst>
                </a:gridCol>
              </a:tblGrid>
              <a:tr h="630833">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p:sp>
        <p:nvSpPr>
          <p:cNvPr id="14" name="TextBox 13">
            <a:extLst>
              <a:ext uri="{FF2B5EF4-FFF2-40B4-BE49-F238E27FC236}">
                <a16:creationId xmlns:a16="http://schemas.microsoft.com/office/drawing/2014/main" id="{3A6A4864-7B7F-6FFE-48E9-EA1B94753CDE}"/>
              </a:ext>
            </a:extLst>
          </p:cNvPr>
          <p:cNvSpPr txBox="1"/>
          <p:nvPr/>
        </p:nvSpPr>
        <p:spPr>
          <a:xfrm>
            <a:off x="351469" y="3432518"/>
            <a:ext cx="1575805" cy="369332"/>
          </a:xfrm>
          <a:prstGeom prst="rect">
            <a:avLst/>
          </a:prstGeom>
          <a:noFill/>
        </p:spPr>
        <p:txBody>
          <a:bodyPr wrap="square" rtlCol="0">
            <a:spAutoFit/>
          </a:bodyPr>
          <a:lstStyle/>
          <a:p>
            <a:r>
              <a:rPr lang="en-US" dirty="0"/>
              <a:t>No. of Frames</a:t>
            </a:r>
          </a:p>
        </p:txBody>
      </p:sp>
      <p:sp>
        <p:nvSpPr>
          <p:cNvPr id="15" name="TextBox 14">
            <a:extLst>
              <a:ext uri="{FF2B5EF4-FFF2-40B4-BE49-F238E27FC236}">
                <a16:creationId xmlns:a16="http://schemas.microsoft.com/office/drawing/2014/main" id="{FDA059B5-A2F2-E67F-2E0F-010DBF6D21E5}"/>
              </a:ext>
            </a:extLst>
          </p:cNvPr>
          <p:cNvSpPr txBox="1"/>
          <p:nvPr/>
        </p:nvSpPr>
        <p:spPr>
          <a:xfrm>
            <a:off x="450166" y="5162843"/>
            <a:ext cx="1477108" cy="369332"/>
          </a:xfrm>
          <a:prstGeom prst="rect">
            <a:avLst/>
          </a:prstGeom>
          <a:noFill/>
        </p:spPr>
        <p:txBody>
          <a:bodyPr wrap="square" rtlCol="0">
            <a:spAutoFit/>
          </a:bodyPr>
          <a:lstStyle/>
          <a:p>
            <a:r>
              <a:rPr lang="en-US" dirty="0"/>
              <a:t>Status</a:t>
            </a:r>
          </a:p>
        </p:txBody>
      </p:sp>
      <p:sp>
        <p:nvSpPr>
          <p:cNvPr id="16" name="Up Arrow 15">
            <a:extLst>
              <a:ext uri="{FF2B5EF4-FFF2-40B4-BE49-F238E27FC236}">
                <a16:creationId xmlns:a16="http://schemas.microsoft.com/office/drawing/2014/main" id="{525B2CCE-6C50-01FF-CB74-7DFE90CD1D17}"/>
              </a:ext>
            </a:extLst>
          </p:cNvPr>
          <p:cNvSpPr/>
          <p:nvPr/>
        </p:nvSpPr>
        <p:spPr>
          <a:xfrm>
            <a:off x="2264898" y="2695981"/>
            <a:ext cx="295421" cy="27230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ACCF0B3-1DFC-60AB-524A-E00DC2A67FA9}"/>
              </a:ext>
            </a:extLst>
          </p:cNvPr>
          <p:cNvSpPr txBox="1"/>
          <p:nvPr/>
        </p:nvSpPr>
        <p:spPr>
          <a:xfrm>
            <a:off x="2243795" y="3201360"/>
            <a:ext cx="254091" cy="369332"/>
          </a:xfrm>
          <a:prstGeom prst="rect">
            <a:avLst/>
          </a:prstGeom>
          <a:noFill/>
        </p:spPr>
        <p:txBody>
          <a:bodyPr wrap="square" rtlCol="0">
            <a:spAutoFit/>
          </a:bodyPr>
          <a:lstStyle/>
          <a:p>
            <a:r>
              <a:rPr lang="en-US" dirty="0"/>
              <a:t>7</a:t>
            </a:r>
          </a:p>
        </p:txBody>
      </p:sp>
      <p:sp>
        <p:nvSpPr>
          <p:cNvPr id="18" name="TextBox 17">
            <a:extLst>
              <a:ext uri="{FF2B5EF4-FFF2-40B4-BE49-F238E27FC236}">
                <a16:creationId xmlns:a16="http://schemas.microsoft.com/office/drawing/2014/main" id="{B2C9A8A8-D5FD-5E4E-783C-F9B883E5651F}"/>
              </a:ext>
            </a:extLst>
          </p:cNvPr>
          <p:cNvSpPr txBox="1"/>
          <p:nvPr/>
        </p:nvSpPr>
        <p:spPr>
          <a:xfrm>
            <a:off x="2264898" y="5192764"/>
            <a:ext cx="232988" cy="369332"/>
          </a:xfrm>
          <a:prstGeom prst="rect">
            <a:avLst/>
          </a:prstGeom>
          <a:noFill/>
        </p:spPr>
        <p:txBody>
          <a:bodyPr wrap="square" rtlCol="0">
            <a:spAutoFit/>
          </a:bodyPr>
          <a:lstStyle/>
          <a:p>
            <a:r>
              <a:rPr lang="en-US" dirty="0"/>
              <a:t>F</a:t>
            </a:r>
          </a:p>
        </p:txBody>
      </p:sp>
      <p:sp>
        <p:nvSpPr>
          <p:cNvPr id="19" name="TextBox 18">
            <a:extLst>
              <a:ext uri="{FF2B5EF4-FFF2-40B4-BE49-F238E27FC236}">
                <a16:creationId xmlns:a16="http://schemas.microsoft.com/office/drawing/2014/main" id="{A32BF7BF-40E8-03F8-B342-94E4E3CCE3D5}"/>
              </a:ext>
            </a:extLst>
          </p:cNvPr>
          <p:cNvSpPr txBox="1"/>
          <p:nvPr/>
        </p:nvSpPr>
        <p:spPr>
          <a:xfrm>
            <a:off x="2617459" y="3201360"/>
            <a:ext cx="305396" cy="369332"/>
          </a:xfrm>
          <a:prstGeom prst="rect">
            <a:avLst/>
          </a:prstGeom>
          <a:noFill/>
        </p:spPr>
        <p:txBody>
          <a:bodyPr wrap="square" rtlCol="0">
            <a:spAutoFit/>
          </a:bodyPr>
          <a:lstStyle/>
          <a:p>
            <a:r>
              <a:rPr lang="en-US" dirty="0"/>
              <a:t>7</a:t>
            </a:r>
          </a:p>
        </p:txBody>
      </p:sp>
      <p:sp>
        <p:nvSpPr>
          <p:cNvPr id="20" name="TextBox 19">
            <a:extLst>
              <a:ext uri="{FF2B5EF4-FFF2-40B4-BE49-F238E27FC236}">
                <a16:creationId xmlns:a16="http://schemas.microsoft.com/office/drawing/2014/main" id="{B70B3D89-0F10-EC8D-109C-D7BA52525EF3}"/>
              </a:ext>
            </a:extLst>
          </p:cNvPr>
          <p:cNvSpPr txBox="1"/>
          <p:nvPr/>
        </p:nvSpPr>
        <p:spPr>
          <a:xfrm>
            <a:off x="2594563" y="3696243"/>
            <a:ext cx="305396" cy="369332"/>
          </a:xfrm>
          <a:prstGeom prst="rect">
            <a:avLst/>
          </a:prstGeom>
          <a:noFill/>
        </p:spPr>
        <p:txBody>
          <a:bodyPr wrap="square" rtlCol="0">
            <a:spAutoFit/>
          </a:bodyPr>
          <a:lstStyle/>
          <a:p>
            <a:r>
              <a:rPr lang="en-US" dirty="0"/>
              <a:t>0</a:t>
            </a:r>
          </a:p>
        </p:txBody>
      </p:sp>
      <p:pic>
        <p:nvPicPr>
          <p:cNvPr id="21" name="Picture 20">
            <a:extLst>
              <a:ext uri="{FF2B5EF4-FFF2-40B4-BE49-F238E27FC236}">
                <a16:creationId xmlns:a16="http://schemas.microsoft.com/office/drawing/2014/main" id="{D32B984E-B741-A032-3D68-52768742561A}"/>
              </a:ext>
            </a:extLst>
          </p:cNvPr>
          <p:cNvPicPr>
            <a:picLocks noChangeAspect="1"/>
          </p:cNvPicPr>
          <p:nvPr/>
        </p:nvPicPr>
        <p:blipFill>
          <a:blip r:embed="rId5" cstate="print"/>
          <a:stretch>
            <a:fillRect/>
          </a:stretch>
        </p:blipFill>
        <p:spPr>
          <a:xfrm>
            <a:off x="2605550" y="2695981"/>
            <a:ext cx="329213" cy="292633"/>
          </a:xfrm>
          <a:prstGeom prst="rect">
            <a:avLst/>
          </a:prstGeom>
        </p:spPr>
      </p:pic>
      <p:sp>
        <p:nvSpPr>
          <p:cNvPr id="22" name="TextBox 21">
            <a:extLst>
              <a:ext uri="{FF2B5EF4-FFF2-40B4-BE49-F238E27FC236}">
                <a16:creationId xmlns:a16="http://schemas.microsoft.com/office/drawing/2014/main" id="{72029F1B-6E8D-8292-0F67-93297A50CC96}"/>
              </a:ext>
            </a:extLst>
          </p:cNvPr>
          <p:cNvSpPr txBox="1"/>
          <p:nvPr/>
        </p:nvSpPr>
        <p:spPr>
          <a:xfrm>
            <a:off x="2688305" y="5192764"/>
            <a:ext cx="294409" cy="369332"/>
          </a:xfrm>
          <a:prstGeom prst="rect">
            <a:avLst/>
          </a:prstGeom>
          <a:noFill/>
        </p:spPr>
        <p:txBody>
          <a:bodyPr wrap="square" rtlCol="0">
            <a:spAutoFit/>
          </a:bodyPr>
          <a:lstStyle/>
          <a:p>
            <a:r>
              <a:rPr lang="en-US" dirty="0"/>
              <a:t>F</a:t>
            </a:r>
          </a:p>
        </p:txBody>
      </p:sp>
      <p:sp>
        <p:nvSpPr>
          <p:cNvPr id="23" name="TextBox 22">
            <a:extLst>
              <a:ext uri="{FF2B5EF4-FFF2-40B4-BE49-F238E27FC236}">
                <a16:creationId xmlns:a16="http://schemas.microsoft.com/office/drawing/2014/main" id="{2C412413-3450-C33A-D56D-53331E136AF1}"/>
              </a:ext>
            </a:extLst>
          </p:cNvPr>
          <p:cNvSpPr txBox="1"/>
          <p:nvPr/>
        </p:nvSpPr>
        <p:spPr>
          <a:xfrm>
            <a:off x="2992325" y="3201360"/>
            <a:ext cx="278413" cy="369332"/>
          </a:xfrm>
          <a:prstGeom prst="rect">
            <a:avLst/>
          </a:prstGeom>
          <a:noFill/>
        </p:spPr>
        <p:txBody>
          <a:bodyPr wrap="square" rtlCol="0">
            <a:spAutoFit/>
          </a:bodyPr>
          <a:lstStyle/>
          <a:p>
            <a:r>
              <a:rPr lang="en-US" dirty="0"/>
              <a:t>7</a:t>
            </a:r>
          </a:p>
        </p:txBody>
      </p:sp>
      <p:sp>
        <p:nvSpPr>
          <p:cNvPr id="24" name="TextBox 23">
            <a:extLst>
              <a:ext uri="{FF2B5EF4-FFF2-40B4-BE49-F238E27FC236}">
                <a16:creationId xmlns:a16="http://schemas.microsoft.com/office/drawing/2014/main" id="{7CE2FCB7-BFA5-AF5B-6215-42FDB0B9111D}"/>
              </a:ext>
            </a:extLst>
          </p:cNvPr>
          <p:cNvSpPr txBox="1"/>
          <p:nvPr/>
        </p:nvSpPr>
        <p:spPr>
          <a:xfrm>
            <a:off x="2992325" y="3693944"/>
            <a:ext cx="278413" cy="369332"/>
          </a:xfrm>
          <a:prstGeom prst="rect">
            <a:avLst/>
          </a:prstGeom>
          <a:noFill/>
        </p:spPr>
        <p:txBody>
          <a:bodyPr wrap="square" rtlCol="0">
            <a:spAutoFit/>
          </a:bodyPr>
          <a:lstStyle/>
          <a:p>
            <a:r>
              <a:rPr lang="en-US" dirty="0"/>
              <a:t>0</a:t>
            </a:r>
          </a:p>
        </p:txBody>
      </p:sp>
      <p:pic>
        <p:nvPicPr>
          <p:cNvPr id="25" name="Picture 24">
            <a:extLst>
              <a:ext uri="{FF2B5EF4-FFF2-40B4-BE49-F238E27FC236}">
                <a16:creationId xmlns:a16="http://schemas.microsoft.com/office/drawing/2014/main" id="{D4A58B48-71AF-E261-10F3-65E4E1DCDEAD}"/>
              </a:ext>
            </a:extLst>
          </p:cNvPr>
          <p:cNvPicPr>
            <a:picLocks noChangeAspect="1"/>
          </p:cNvPicPr>
          <p:nvPr/>
        </p:nvPicPr>
        <p:blipFill>
          <a:blip r:embed="rId6" cstate="print"/>
          <a:stretch>
            <a:fillRect/>
          </a:stretch>
        </p:blipFill>
        <p:spPr>
          <a:xfrm>
            <a:off x="2992325" y="2685815"/>
            <a:ext cx="329213" cy="292633"/>
          </a:xfrm>
          <a:prstGeom prst="rect">
            <a:avLst/>
          </a:prstGeom>
        </p:spPr>
      </p:pic>
      <p:sp>
        <p:nvSpPr>
          <p:cNvPr id="26" name="TextBox 25">
            <a:extLst>
              <a:ext uri="{FF2B5EF4-FFF2-40B4-BE49-F238E27FC236}">
                <a16:creationId xmlns:a16="http://schemas.microsoft.com/office/drawing/2014/main" id="{940AA5F7-BD47-EDC7-DB59-B3088E918EBB}"/>
              </a:ext>
            </a:extLst>
          </p:cNvPr>
          <p:cNvSpPr txBox="1"/>
          <p:nvPr/>
        </p:nvSpPr>
        <p:spPr>
          <a:xfrm>
            <a:off x="2992325" y="4186528"/>
            <a:ext cx="329213" cy="369332"/>
          </a:xfrm>
          <a:prstGeom prst="rect">
            <a:avLst/>
          </a:prstGeom>
          <a:noFill/>
        </p:spPr>
        <p:txBody>
          <a:bodyPr wrap="square" rtlCol="0">
            <a:spAutoFit/>
          </a:bodyPr>
          <a:lstStyle/>
          <a:p>
            <a:r>
              <a:rPr lang="en-US" dirty="0"/>
              <a:t>1</a:t>
            </a:r>
          </a:p>
        </p:txBody>
      </p:sp>
      <p:sp>
        <p:nvSpPr>
          <p:cNvPr id="27" name="TextBox 26">
            <a:extLst>
              <a:ext uri="{FF2B5EF4-FFF2-40B4-BE49-F238E27FC236}">
                <a16:creationId xmlns:a16="http://schemas.microsoft.com/office/drawing/2014/main" id="{7B37AFF0-4EE1-DA91-2F70-D1E2CCBD517D}"/>
              </a:ext>
            </a:extLst>
          </p:cNvPr>
          <p:cNvSpPr txBox="1"/>
          <p:nvPr/>
        </p:nvSpPr>
        <p:spPr>
          <a:xfrm>
            <a:off x="2980274" y="5192764"/>
            <a:ext cx="290464" cy="369332"/>
          </a:xfrm>
          <a:prstGeom prst="rect">
            <a:avLst/>
          </a:prstGeom>
          <a:noFill/>
        </p:spPr>
        <p:txBody>
          <a:bodyPr wrap="none" rtlCol="0">
            <a:spAutoFit/>
          </a:bodyPr>
          <a:lstStyle/>
          <a:p>
            <a:r>
              <a:rPr lang="en-US" dirty="0"/>
              <a:t>F</a:t>
            </a:r>
          </a:p>
        </p:txBody>
      </p:sp>
      <p:pic>
        <p:nvPicPr>
          <p:cNvPr id="28" name="Picture 27">
            <a:extLst>
              <a:ext uri="{FF2B5EF4-FFF2-40B4-BE49-F238E27FC236}">
                <a16:creationId xmlns:a16="http://schemas.microsoft.com/office/drawing/2014/main" id="{FEF8B5AF-6032-03E6-FF71-BBB2CC717904}"/>
              </a:ext>
            </a:extLst>
          </p:cNvPr>
          <p:cNvPicPr>
            <a:picLocks noChangeAspect="1"/>
          </p:cNvPicPr>
          <p:nvPr/>
        </p:nvPicPr>
        <p:blipFill>
          <a:blip r:embed="rId7" cstate="print"/>
          <a:stretch>
            <a:fillRect/>
          </a:stretch>
        </p:blipFill>
        <p:spPr>
          <a:xfrm>
            <a:off x="3390036" y="2695981"/>
            <a:ext cx="329213" cy="292633"/>
          </a:xfrm>
          <a:prstGeom prst="rect">
            <a:avLst/>
          </a:prstGeom>
        </p:spPr>
      </p:pic>
      <p:sp>
        <p:nvSpPr>
          <p:cNvPr id="29" name="TextBox 28">
            <a:extLst>
              <a:ext uri="{FF2B5EF4-FFF2-40B4-BE49-F238E27FC236}">
                <a16:creationId xmlns:a16="http://schemas.microsoft.com/office/drawing/2014/main" id="{4C00DBCE-933F-9621-F4E8-4E1C3596F00D}"/>
              </a:ext>
            </a:extLst>
          </p:cNvPr>
          <p:cNvSpPr txBox="1"/>
          <p:nvPr/>
        </p:nvSpPr>
        <p:spPr>
          <a:xfrm>
            <a:off x="3417563" y="3201360"/>
            <a:ext cx="301686" cy="369332"/>
          </a:xfrm>
          <a:prstGeom prst="rect">
            <a:avLst/>
          </a:prstGeom>
          <a:noFill/>
        </p:spPr>
        <p:txBody>
          <a:bodyPr wrap="none" rtlCol="0">
            <a:spAutoFit/>
          </a:bodyPr>
          <a:lstStyle/>
          <a:p>
            <a:r>
              <a:rPr lang="en-US" dirty="0"/>
              <a:t>2</a:t>
            </a:r>
          </a:p>
        </p:txBody>
      </p:sp>
      <p:sp>
        <p:nvSpPr>
          <p:cNvPr id="30" name="TextBox 29">
            <a:extLst>
              <a:ext uri="{FF2B5EF4-FFF2-40B4-BE49-F238E27FC236}">
                <a16:creationId xmlns:a16="http://schemas.microsoft.com/office/drawing/2014/main" id="{4E152A0F-731F-AA93-D04E-8DC02C2FE53B}"/>
              </a:ext>
            </a:extLst>
          </p:cNvPr>
          <p:cNvSpPr txBox="1"/>
          <p:nvPr/>
        </p:nvSpPr>
        <p:spPr>
          <a:xfrm>
            <a:off x="3416405" y="3693944"/>
            <a:ext cx="301686" cy="369332"/>
          </a:xfrm>
          <a:prstGeom prst="rect">
            <a:avLst/>
          </a:prstGeom>
          <a:noFill/>
        </p:spPr>
        <p:txBody>
          <a:bodyPr wrap="none" rtlCol="0">
            <a:spAutoFit/>
          </a:bodyPr>
          <a:lstStyle/>
          <a:p>
            <a:r>
              <a:rPr lang="en-US" dirty="0"/>
              <a:t>0</a:t>
            </a:r>
          </a:p>
        </p:txBody>
      </p:sp>
      <p:sp>
        <p:nvSpPr>
          <p:cNvPr id="31" name="TextBox 30">
            <a:extLst>
              <a:ext uri="{FF2B5EF4-FFF2-40B4-BE49-F238E27FC236}">
                <a16:creationId xmlns:a16="http://schemas.microsoft.com/office/drawing/2014/main" id="{B71DA0DE-3227-70E0-E753-F49AD3E75D7D}"/>
              </a:ext>
            </a:extLst>
          </p:cNvPr>
          <p:cNvSpPr txBox="1"/>
          <p:nvPr/>
        </p:nvSpPr>
        <p:spPr>
          <a:xfrm>
            <a:off x="3352438" y="4186528"/>
            <a:ext cx="301686" cy="369332"/>
          </a:xfrm>
          <a:prstGeom prst="rect">
            <a:avLst/>
          </a:prstGeom>
          <a:noFill/>
        </p:spPr>
        <p:txBody>
          <a:bodyPr wrap="square" rtlCol="0">
            <a:spAutoFit/>
          </a:bodyPr>
          <a:lstStyle/>
          <a:p>
            <a:r>
              <a:rPr lang="en-US" dirty="0"/>
              <a:t>1</a:t>
            </a:r>
          </a:p>
        </p:txBody>
      </p:sp>
      <p:sp>
        <p:nvSpPr>
          <p:cNvPr id="32" name="TextBox 31">
            <a:extLst>
              <a:ext uri="{FF2B5EF4-FFF2-40B4-BE49-F238E27FC236}">
                <a16:creationId xmlns:a16="http://schemas.microsoft.com/office/drawing/2014/main" id="{9F9C49CC-90D2-051A-8029-1191E832C658}"/>
              </a:ext>
            </a:extLst>
          </p:cNvPr>
          <p:cNvSpPr txBox="1"/>
          <p:nvPr/>
        </p:nvSpPr>
        <p:spPr>
          <a:xfrm>
            <a:off x="3439573" y="5192875"/>
            <a:ext cx="269993" cy="369332"/>
          </a:xfrm>
          <a:prstGeom prst="rect">
            <a:avLst/>
          </a:prstGeom>
          <a:noFill/>
        </p:spPr>
        <p:txBody>
          <a:bodyPr wrap="square" rtlCol="0">
            <a:spAutoFit/>
          </a:bodyPr>
          <a:lstStyle/>
          <a:p>
            <a:r>
              <a:rPr lang="en-US" dirty="0"/>
              <a:t>F</a:t>
            </a:r>
          </a:p>
        </p:txBody>
      </p:sp>
      <p:pic>
        <p:nvPicPr>
          <p:cNvPr id="33" name="Picture 32">
            <a:extLst>
              <a:ext uri="{FF2B5EF4-FFF2-40B4-BE49-F238E27FC236}">
                <a16:creationId xmlns:a16="http://schemas.microsoft.com/office/drawing/2014/main" id="{3769F568-ED44-5A30-B24B-A50FB6627868}"/>
              </a:ext>
            </a:extLst>
          </p:cNvPr>
          <p:cNvPicPr>
            <a:picLocks noChangeAspect="1"/>
          </p:cNvPicPr>
          <p:nvPr/>
        </p:nvPicPr>
        <p:blipFill>
          <a:blip r:embed="rId8" cstate="print"/>
          <a:stretch>
            <a:fillRect/>
          </a:stretch>
        </p:blipFill>
        <p:spPr>
          <a:xfrm>
            <a:off x="3845309" y="2685814"/>
            <a:ext cx="329213" cy="292633"/>
          </a:xfrm>
          <a:prstGeom prst="rect">
            <a:avLst/>
          </a:prstGeom>
        </p:spPr>
      </p:pic>
      <p:sp>
        <p:nvSpPr>
          <p:cNvPr id="34" name="TextBox 33">
            <a:extLst>
              <a:ext uri="{FF2B5EF4-FFF2-40B4-BE49-F238E27FC236}">
                <a16:creationId xmlns:a16="http://schemas.microsoft.com/office/drawing/2014/main" id="{C7CEB7C1-EC62-1E0E-7813-AEF194858779}"/>
              </a:ext>
            </a:extLst>
          </p:cNvPr>
          <p:cNvSpPr txBox="1"/>
          <p:nvPr/>
        </p:nvSpPr>
        <p:spPr>
          <a:xfrm>
            <a:off x="3845309" y="3183825"/>
            <a:ext cx="329213" cy="369332"/>
          </a:xfrm>
          <a:prstGeom prst="rect">
            <a:avLst/>
          </a:prstGeom>
          <a:noFill/>
        </p:spPr>
        <p:txBody>
          <a:bodyPr wrap="square" rtlCol="0">
            <a:spAutoFit/>
          </a:bodyPr>
          <a:lstStyle/>
          <a:p>
            <a:r>
              <a:rPr lang="en-US" dirty="0"/>
              <a:t>2</a:t>
            </a:r>
          </a:p>
        </p:txBody>
      </p:sp>
      <p:sp>
        <p:nvSpPr>
          <p:cNvPr id="35" name="TextBox 34">
            <a:extLst>
              <a:ext uri="{FF2B5EF4-FFF2-40B4-BE49-F238E27FC236}">
                <a16:creationId xmlns:a16="http://schemas.microsoft.com/office/drawing/2014/main" id="{876199D3-26CF-5B8A-8DC1-DCC7E511CA9D}"/>
              </a:ext>
            </a:extLst>
          </p:cNvPr>
          <p:cNvSpPr txBox="1"/>
          <p:nvPr/>
        </p:nvSpPr>
        <p:spPr>
          <a:xfrm>
            <a:off x="3845309" y="3704110"/>
            <a:ext cx="329213" cy="369332"/>
          </a:xfrm>
          <a:prstGeom prst="rect">
            <a:avLst/>
          </a:prstGeom>
          <a:noFill/>
        </p:spPr>
        <p:txBody>
          <a:bodyPr wrap="square" rtlCol="0">
            <a:spAutoFit/>
          </a:bodyPr>
          <a:lstStyle/>
          <a:p>
            <a:r>
              <a:rPr lang="en-US" dirty="0"/>
              <a:t>0</a:t>
            </a:r>
          </a:p>
        </p:txBody>
      </p:sp>
      <p:sp>
        <p:nvSpPr>
          <p:cNvPr id="36" name="TextBox 35">
            <a:extLst>
              <a:ext uri="{FF2B5EF4-FFF2-40B4-BE49-F238E27FC236}">
                <a16:creationId xmlns:a16="http://schemas.microsoft.com/office/drawing/2014/main" id="{C1867C9F-3760-82AD-0277-4CE83DF9BA29}"/>
              </a:ext>
            </a:extLst>
          </p:cNvPr>
          <p:cNvSpPr txBox="1"/>
          <p:nvPr/>
        </p:nvSpPr>
        <p:spPr>
          <a:xfrm>
            <a:off x="3828347" y="4186528"/>
            <a:ext cx="329213" cy="369332"/>
          </a:xfrm>
          <a:prstGeom prst="rect">
            <a:avLst/>
          </a:prstGeom>
          <a:noFill/>
        </p:spPr>
        <p:txBody>
          <a:bodyPr wrap="square" rtlCol="0">
            <a:spAutoFit/>
          </a:bodyPr>
          <a:lstStyle/>
          <a:p>
            <a:r>
              <a:rPr lang="en-US" dirty="0"/>
              <a:t>1</a:t>
            </a:r>
          </a:p>
        </p:txBody>
      </p:sp>
      <p:sp>
        <p:nvSpPr>
          <p:cNvPr id="37" name="TextBox 36">
            <a:extLst>
              <a:ext uri="{FF2B5EF4-FFF2-40B4-BE49-F238E27FC236}">
                <a16:creationId xmlns:a16="http://schemas.microsoft.com/office/drawing/2014/main" id="{BE7D36A1-8436-400E-F67A-A2C442C69D18}"/>
              </a:ext>
            </a:extLst>
          </p:cNvPr>
          <p:cNvSpPr txBox="1"/>
          <p:nvPr/>
        </p:nvSpPr>
        <p:spPr>
          <a:xfrm>
            <a:off x="3837212" y="5206322"/>
            <a:ext cx="329213" cy="369332"/>
          </a:xfrm>
          <a:prstGeom prst="rect">
            <a:avLst/>
          </a:prstGeom>
          <a:noFill/>
        </p:spPr>
        <p:txBody>
          <a:bodyPr wrap="square" rtlCol="0">
            <a:spAutoFit/>
          </a:bodyPr>
          <a:lstStyle/>
          <a:p>
            <a:r>
              <a:rPr lang="en-US" dirty="0"/>
              <a:t>H</a:t>
            </a:r>
          </a:p>
        </p:txBody>
      </p:sp>
      <p:pic>
        <p:nvPicPr>
          <p:cNvPr id="38" name="Picture 37">
            <a:extLst>
              <a:ext uri="{FF2B5EF4-FFF2-40B4-BE49-F238E27FC236}">
                <a16:creationId xmlns:a16="http://schemas.microsoft.com/office/drawing/2014/main" id="{C0474508-B1E8-AC30-94D2-7469DD4CFBEA}"/>
              </a:ext>
            </a:extLst>
          </p:cNvPr>
          <p:cNvPicPr>
            <a:picLocks noChangeAspect="1"/>
          </p:cNvPicPr>
          <p:nvPr/>
        </p:nvPicPr>
        <p:blipFill>
          <a:blip r:embed="rId9" cstate="print"/>
          <a:stretch>
            <a:fillRect/>
          </a:stretch>
        </p:blipFill>
        <p:spPr>
          <a:xfrm>
            <a:off x="4186868" y="2685813"/>
            <a:ext cx="329213" cy="292633"/>
          </a:xfrm>
          <a:prstGeom prst="rect">
            <a:avLst/>
          </a:prstGeom>
        </p:spPr>
      </p:pic>
      <p:sp>
        <p:nvSpPr>
          <p:cNvPr id="39" name="TextBox 38">
            <a:extLst>
              <a:ext uri="{FF2B5EF4-FFF2-40B4-BE49-F238E27FC236}">
                <a16:creationId xmlns:a16="http://schemas.microsoft.com/office/drawing/2014/main" id="{1BA78837-304C-8008-0676-D36295E0F0AD}"/>
              </a:ext>
            </a:extLst>
          </p:cNvPr>
          <p:cNvSpPr txBox="1"/>
          <p:nvPr/>
        </p:nvSpPr>
        <p:spPr>
          <a:xfrm>
            <a:off x="4186868" y="3183825"/>
            <a:ext cx="295131" cy="369332"/>
          </a:xfrm>
          <a:prstGeom prst="rect">
            <a:avLst/>
          </a:prstGeom>
          <a:noFill/>
        </p:spPr>
        <p:txBody>
          <a:bodyPr wrap="square" rtlCol="0">
            <a:spAutoFit/>
          </a:bodyPr>
          <a:lstStyle/>
          <a:p>
            <a:r>
              <a:rPr lang="en-US" dirty="0"/>
              <a:t>2</a:t>
            </a:r>
          </a:p>
        </p:txBody>
      </p:sp>
      <p:sp>
        <p:nvSpPr>
          <p:cNvPr id="40" name="TextBox 39">
            <a:extLst>
              <a:ext uri="{FF2B5EF4-FFF2-40B4-BE49-F238E27FC236}">
                <a16:creationId xmlns:a16="http://schemas.microsoft.com/office/drawing/2014/main" id="{F5800D78-6106-435E-D7BB-2F7B8E75AE8C}"/>
              </a:ext>
            </a:extLst>
          </p:cNvPr>
          <p:cNvSpPr txBox="1"/>
          <p:nvPr/>
        </p:nvSpPr>
        <p:spPr>
          <a:xfrm>
            <a:off x="4236196" y="3693944"/>
            <a:ext cx="245803" cy="369332"/>
          </a:xfrm>
          <a:prstGeom prst="rect">
            <a:avLst/>
          </a:prstGeom>
          <a:noFill/>
        </p:spPr>
        <p:txBody>
          <a:bodyPr wrap="square" rtlCol="0">
            <a:spAutoFit/>
          </a:bodyPr>
          <a:lstStyle/>
          <a:p>
            <a:r>
              <a:rPr lang="en-US" dirty="0"/>
              <a:t>3</a:t>
            </a:r>
          </a:p>
        </p:txBody>
      </p:sp>
      <p:sp>
        <p:nvSpPr>
          <p:cNvPr id="41" name="TextBox 40">
            <a:extLst>
              <a:ext uri="{FF2B5EF4-FFF2-40B4-BE49-F238E27FC236}">
                <a16:creationId xmlns:a16="http://schemas.microsoft.com/office/drawing/2014/main" id="{97A27AF6-36CA-D87A-9AB9-F86F8C672C1E}"/>
              </a:ext>
            </a:extLst>
          </p:cNvPr>
          <p:cNvSpPr txBox="1"/>
          <p:nvPr/>
        </p:nvSpPr>
        <p:spPr>
          <a:xfrm>
            <a:off x="4220950" y="4186528"/>
            <a:ext cx="311614" cy="369332"/>
          </a:xfrm>
          <a:prstGeom prst="rect">
            <a:avLst/>
          </a:prstGeom>
          <a:noFill/>
        </p:spPr>
        <p:txBody>
          <a:bodyPr wrap="square" rtlCol="0">
            <a:spAutoFit/>
          </a:bodyPr>
          <a:lstStyle/>
          <a:p>
            <a:r>
              <a:rPr lang="en-US" dirty="0"/>
              <a:t>1</a:t>
            </a:r>
          </a:p>
        </p:txBody>
      </p:sp>
      <p:sp>
        <p:nvSpPr>
          <p:cNvPr id="42" name="TextBox 41">
            <a:extLst>
              <a:ext uri="{FF2B5EF4-FFF2-40B4-BE49-F238E27FC236}">
                <a16:creationId xmlns:a16="http://schemas.microsoft.com/office/drawing/2014/main" id="{308D29F8-FB8F-A8A3-FA7D-BCD5124503BE}"/>
              </a:ext>
            </a:extLst>
          </p:cNvPr>
          <p:cNvSpPr txBox="1"/>
          <p:nvPr/>
        </p:nvSpPr>
        <p:spPr>
          <a:xfrm>
            <a:off x="4154943" y="5206322"/>
            <a:ext cx="327056" cy="369332"/>
          </a:xfrm>
          <a:prstGeom prst="rect">
            <a:avLst/>
          </a:prstGeom>
          <a:noFill/>
        </p:spPr>
        <p:txBody>
          <a:bodyPr wrap="square" rtlCol="0">
            <a:spAutoFit/>
          </a:bodyPr>
          <a:lstStyle/>
          <a:p>
            <a:r>
              <a:rPr lang="en-US" dirty="0"/>
              <a:t>F</a:t>
            </a:r>
          </a:p>
        </p:txBody>
      </p:sp>
      <p:pic>
        <p:nvPicPr>
          <p:cNvPr id="43" name="Picture 42">
            <a:extLst>
              <a:ext uri="{FF2B5EF4-FFF2-40B4-BE49-F238E27FC236}">
                <a16:creationId xmlns:a16="http://schemas.microsoft.com/office/drawing/2014/main" id="{243EDEFA-22A9-8578-ED0A-941417FEB473}"/>
              </a:ext>
            </a:extLst>
          </p:cNvPr>
          <p:cNvPicPr>
            <a:picLocks noChangeAspect="1"/>
          </p:cNvPicPr>
          <p:nvPr/>
        </p:nvPicPr>
        <p:blipFill>
          <a:blip r:embed="rId9" cstate="print"/>
          <a:stretch>
            <a:fillRect/>
          </a:stretch>
        </p:blipFill>
        <p:spPr>
          <a:xfrm>
            <a:off x="4644290" y="2696831"/>
            <a:ext cx="329213" cy="292633"/>
          </a:xfrm>
          <a:prstGeom prst="rect">
            <a:avLst/>
          </a:prstGeom>
        </p:spPr>
      </p:pic>
      <p:sp>
        <p:nvSpPr>
          <p:cNvPr id="44" name="TextBox 43">
            <a:extLst>
              <a:ext uri="{FF2B5EF4-FFF2-40B4-BE49-F238E27FC236}">
                <a16:creationId xmlns:a16="http://schemas.microsoft.com/office/drawing/2014/main" id="{F3FA28D3-1B7B-8575-8D10-55F03E855808}"/>
              </a:ext>
            </a:extLst>
          </p:cNvPr>
          <p:cNvSpPr txBox="1"/>
          <p:nvPr/>
        </p:nvSpPr>
        <p:spPr>
          <a:xfrm>
            <a:off x="4666789" y="3183825"/>
            <a:ext cx="306713" cy="369332"/>
          </a:xfrm>
          <a:prstGeom prst="rect">
            <a:avLst/>
          </a:prstGeom>
          <a:noFill/>
        </p:spPr>
        <p:txBody>
          <a:bodyPr wrap="square" rtlCol="0">
            <a:spAutoFit/>
          </a:bodyPr>
          <a:lstStyle/>
          <a:p>
            <a:r>
              <a:rPr lang="en-US" dirty="0"/>
              <a:t>2</a:t>
            </a:r>
          </a:p>
        </p:txBody>
      </p:sp>
      <p:sp>
        <p:nvSpPr>
          <p:cNvPr id="45" name="TextBox 44">
            <a:extLst>
              <a:ext uri="{FF2B5EF4-FFF2-40B4-BE49-F238E27FC236}">
                <a16:creationId xmlns:a16="http://schemas.microsoft.com/office/drawing/2014/main" id="{BD5AD5D7-9506-7AF3-D1DA-0A3E285F7AC7}"/>
              </a:ext>
            </a:extLst>
          </p:cNvPr>
          <p:cNvSpPr txBox="1"/>
          <p:nvPr/>
        </p:nvSpPr>
        <p:spPr>
          <a:xfrm>
            <a:off x="4664496" y="3688752"/>
            <a:ext cx="301686" cy="369332"/>
          </a:xfrm>
          <a:prstGeom prst="rect">
            <a:avLst/>
          </a:prstGeom>
          <a:noFill/>
        </p:spPr>
        <p:txBody>
          <a:bodyPr wrap="none" rtlCol="0">
            <a:spAutoFit/>
          </a:bodyPr>
          <a:lstStyle/>
          <a:p>
            <a:r>
              <a:rPr lang="en-US" dirty="0"/>
              <a:t>3</a:t>
            </a:r>
          </a:p>
        </p:txBody>
      </p:sp>
      <p:sp>
        <p:nvSpPr>
          <p:cNvPr id="46" name="TextBox 45">
            <a:extLst>
              <a:ext uri="{FF2B5EF4-FFF2-40B4-BE49-F238E27FC236}">
                <a16:creationId xmlns:a16="http://schemas.microsoft.com/office/drawing/2014/main" id="{69BCB128-A4AE-E90F-90B4-898AAD89F765}"/>
              </a:ext>
            </a:extLst>
          </p:cNvPr>
          <p:cNvSpPr txBox="1"/>
          <p:nvPr/>
        </p:nvSpPr>
        <p:spPr>
          <a:xfrm>
            <a:off x="4671816" y="4193679"/>
            <a:ext cx="301686" cy="369332"/>
          </a:xfrm>
          <a:prstGeom prst="rect">
            <a:avLst/>
          </a:prstGeom>
          <a:noFill/>
        </p:spPr>
        <p:txBody>
          <a:bodyPr wrap="none" rtlCol="0">
            <a:spAutoFit/>
          </a:bodyPr>
          <a:lstStyle/>
          <a:p>
            <a:r>
              <a:rPr lang="en-US" dirty="0"/>
              <a:t>0</a:t>
            </a:r>
          </a:p>
        </p:txBody>
      </p:sp>
      <p:sp>
        <p:nvSpPr>
          <p:cNvPr id="47" name="TextBox 46">
            <a:extLst>
              <a:ext uri="{FF2B5EF4-FFF2-40B4-BE49-F238E27FC236}">
                <a16:creationId xmlns:a16="http://schemas.microsoft.com/office/drawing/2014/main" id="{10F9816A-6F34-7FB9-F520-A424359E61BD}"/>
              </a:ext>
            </a:extLst>
          </p:cNvPr>
          <p:cNvSpPr txBox="1"/>
          <p:nvPr/>
        </p:nvSpPr>
        <p:spPr>
          <a:xfrm>
            <a:off x="4592070" y="5206322"/>
            <a:ext cx="290464" cy="369332"/>
          </a:xfrm>
          <a:prstGeom prst="rect">
            <a:avLst/>
          </a:prstGeom>
          <a:noFill/>
        </p:spPr>
        <p:txBody>
          <a:bodyPr wrap="none" rtlCol="0">
            <a:spAutoFit/>
          </a:bodyPr>
          <a:lstStyle/>
          <a:p>
            <a:r>
              <a:rPr lang="en-US" dirty="0"/>
              <a:t>F</a:t>
            </a:r>
          </a:p>
        </p:txBody>
      </p:sp>
      <p:pic>
        <p:nvPicPr>
          <p:cNvPr id="48" name="Picture 47">
            <a:extLst>
              <a:ext uri="{FF2B5EF4-FFF2-40B4-BE49-F238E27FC236}">
                <a16:creationId xmlns:a16="http://schemas.microsoft.com/office/drawing/2014/main" id="{01EE870A-4DB9-A839-5E56-BCDFF44EBFA6}"/>
              </a:ext>
            </a:extLst>
          </p:cNvPr>
          <p:cNvPicPr>
            <a:picLocks noChangeAspect="1"/>
          </p:cNvPicPr>
          <p:nvPr/>
        </p:nvPicPr>
        <p:blipFill>
          <a:blip r:embed="rId10" cstate="print"/>
          <a:stretch>
            <a:fillRect/>
          </a:stretch>
        </p:blipFill>
        <p:spPr>
          <a:xfrm>
            <a:off x="5067911" y="2695981"/>
            <a:ext cx="329213" cy="292633"/>
          </a:xfrm>
          <a:prstGeom prst="rect">
            <a:avLst/>
          </a:prstGeom>
        </p:spPr>
      </p:pic>
      <p:sp>
        <p:nvSpPr>
          <p:cNvPr id="49" name="TextBox 48">
            <a:extLst>
              <a:ext uri="{FF2B5EF4-FFF2-40B4-BE49-F238E27FC236}">
                <a16:creationId xmlns:a16="http://schemas.microsoft.com/office/drawing/2014/main" id="{E5498CDC-B2BA-4B65-BB84-94169252D604}"/>
              </a:ext>
            </a:extLst>
          </p:cNvPr>
          <p:cNvSpPr txBox="1"/>
          <p:nvPr/>
        </p:nvSpPr>
        <p:spPr>
          <a:xfrm>
            <a:off x="5033943" y="3201360"/>
            <a:ext cx="329213" cy="369332"/>
          </a:xfrm>
          <a:prstGeom prst="rect">
            <a:avLst/>
          </a:prstGeom>
          <a:noFill/>
        </p:spPr>
        <p:txBody>
          <a:bodyPr wrap="square" rtlCol="0">
            <a:spAutoFit/>
          </a:bodyPr>
          <a:lstStyle/>
          <a:p>
            <a:r>
              <a:rPr lang="en-US" dirty="0"/>
              <a:t>4</a:t>
            </a:r>
          </a:p>
        </p:txBody>
      </p:sp>
      <p:sp>
        <p:nvSpPr>
          <p:cNvPr id="50" name="TextBox 49">
            <a:extLst>
              <a:ext uri="{FF2B5EF4-FFF2-40B4-BE49-F238E27FC236}">
                <a16:creationId xmlns:a16="http://schemas.microsoft.com/office/drawing/2014/main" id="{A45AF719-5C00-C42C-BC4F-22781A948D73}"/>
              </a:ext>
            </a:extLst>
          </p:cNvPr>
          <p:cNvSpPr txBox="1"/>
          <p:nvPr/>
        </p:nvSpPr>
        <p:spPr>
          <a:xfrm>
            <a:off x="5067911" y="3675518"/>
            <a:ext cx="295245" cy="369332"/>
          </a:xfrm>
          <a:prstGeom prst="rect">
            <a:avLst/>
          </a:prstGeom>
          <a:noFill/>
        </p:spPr>
        <p:txBody>
          <a:bodyPr wrap="square" rtlCol="0">
            <a:spAutoFit/>
          </a:bodyPr>
          <a:lstStyle/>
          <a:p>
            <a:r>
              <a:rPr lang="en-US" dirty="0"/>
              <a:t>3</a:t>
            </a:r>
          </a:p>
        </p:txBody>
      </p:sp>
      <p:sp>
        <p:nvSpPr>
          <p:cNvPr id="51" name="TextBox 50">
            <a:extLst>
              <a:ext uri="{FF2B5EF4-FFF2-40B4-BE49-F238E27FC236}">
                <a16:creationId xmlns:a16="http://schemas.microsoft.com/office/drawing/2014/main" id="{CE5D9E30-02BC-CCB1-1DDB-4A0A1BC03390}"/>
              </a:ext>
            </a:extLst>
          </p:cNvPr>
          <p:cNvSpPr txBox="1"/>
          <p:nvPr/>
        </p:nvSpPr>
        <p:spPr>
          <a:xfrm>
            <a:off x="5067911" y="4186528"/>
            <a:ext cx="295245" cy="369332"/>
          </a:xfrm>
          <a:prstGeom prst="rect">
            <a:avLst/>
          </a:prstGeom>
          <a:noFill/>
        </p:spPr>
        <p:txBody>
          <a:bodyPr wrap="square" rtlCol="0">
            <a:spAutoFit/>
          </a:bodyPr>
          <a:lstStyle/>
          <a:p>
            <a:r>
              <a:rPr lang="en-US" dirty="0"/>
              <a:t>0</a:t>
            </a:r>
          </a:p>
        </p:txBody>
      </p:sp>
      <p:sp>
        <p:nvSpPr>
          <p:cNvPr id="52" name="TextBox 51">
            <a:extLst>
              <a:ext uri="{FF2B5EF4-FFF2-40B4-BE49-F238E27FC236}">
                <a16:creationId xmlns:a16="http://schemas.microsoft.com/office/drawing/2014/main" id="{D5E190AE-D03B-4502-6624-B123EC4AFCF1}"/>
              </a:ext>
            </a:extLst>
          </p:cNvPr>
          <p:cNvSpPr txBox="1"/>
          <p:nvPr/>
        </p:nvSpPr>
        <p:spPr>
          <a:xfrm>
            <a:off x="5067911" y="5206322"/>
            <a:ext cx="295245" cy="369332"/>
          </a:xfrm>
          <a:prstGeom prst="rect">
            <a:avLst/>
          </a:prstGeom>
          <a:noFill/>
        </p:spPr>
        <p:txBody>
          <a:bodyPr wrap="square" rtlCol="0">
            <a:spAutoFit/>
          </a:bodyPr>
          <a:lstStyle/>
          <a:p>
            <a:r>
              <a:rPr lang="en-US" dirty="0"/>
              <a:t>F</a:t>
            </a:r>
          </a:p>
        </p:txBody>
      </p:sp>
      <p:pic>
        <p:nvPicPr>
          <p:cNvPr id="53" name="Picture 52">
            <a:extLst>
              <a:ext uri="{FF2B5EF4-FFF2-40B4-BE49-F238E27FC236}">
                <a16:creationId xmlns:a16="http://schemas.microsoft.com/office/drawing/2014/main" id="{501230D1-A1A0-2F40-4633-7CDC59623A84}"/>
              </a:ext>
            </a:extLst>
          </p:cNvPr>
          <p:cNvPicPr>
            <a:picLocks noChangeAspect="1"/>
          </p:cNvPicPr>
          <p:nvPr/>
        </p:nvPicPr>
        <p:blipFill>
          <a:blip r:embed="rId11" cstate="print"/>
          <a:stretch>
            <a:fillRect/>
          </a:stretch>
        </p:blipFill>
        <p:spPr>
          <a:xfrm>
            <a:off x="5459051" y="2675650"/>
            <a:ext cx="329213" cy="292633"/>
          </a:xfrm>
          <a:prstGeom prst="rect">
            <a:avLst/>
          </a:prstGeom>
        </p:spPr>
      </p:pic>
      <p:sp>
        <p:nvSpPr>
          <p:cNvPr id="54" name="TextBox 53">
            <a:extLst>
              <a:ext uri="{FF2B5EF4-FFF2-40B4-BE49-F238E27FC236}">
                <a16:creationId xmlns:a16="http://schemas.microsoft.com/office/drawing/2014/main" id="{97902D19-E0AC-26C9-6E07-1D75B088693E}"/>
              </a:ext>
            </a:extLst>
          </p:cNvPr>
          <p:cNvSpPr txBox="1"/>
          <p:nvPr/>
        </p:nvSpPr>
        <p:spPr>
          <a:xfrm>
            <a:off x="5446802" y="3201360"/>
            <a:ext cx="301686" cy="369332"/>
          </a:xfrm>
          <a:prstGeom prst="rect">
            <a:avLst/>
          </a:prstGeom>
          <a:noFill/>
        </p:spPr>
        <p:txBody>
          <a:bodyPr wrap="none" rtlCol="0">
            <a:spAutoFit/>
          </a:bodyPr>
          <a:lstStyle/>
          <a:p>
            <a:r>
              <a:rPr lang="en-US" dirty="0"/>
              <a:t>4</a:t>
            </a:r>
          </a:p>
        </p:txBody>
      </p:sp>
      <p:sp>
        <p:nvSpPr>
          <p:cNvPr id="55" name="TextBox 54">
            <a:extLst>
              <a:ext uri="{FF2B5EF4-FFF2-40B4-BE49-F238E27FC236}">
                <a16:creationId xmlns:a16="http://schemas.microsoft.com/office/drawing/2014/main" id="{6FE5CD7A-C93B-931B-5BB6-A8CB6437580F}"/>
              </a:ext>
            </a:extLst>
          </p:cNvPr>
          <p:cNvSpPr txBox="1"/>
          <p:nvPr/>
        </p:nvSpPr>
        <p:spPr>
          <a:xfrm>
            <a:off x="5459051" y="3676183"/>
            <a:ext cx="301686" cy="369332"/>
          </a:xfrm>
          <a:prstGeom prst="rect">
            <a:avLst/>
          </a:prstGeom>
          <a:noFill/>
        </p:spPr>
        <p:txBody>
          <a:bodyPr wrap="none" rtlCol="0">
            <a:spAutoFit/>
          </a:bodyPr>
          <a:lstStyle/>
          <a:p>
            <a:r>
              <a:rPr lang="en-US" dirty="0"/>
              <a:t>2</a:t>
            </a:r>
          </a:p>
        </p:txBody>
      </p:sp>
      <p:sp>
        <p:nvSpPr>
          <p:cNvPr id="56" name="TextBox 55">
            <a:extLst>
              <a:ext uri="{FF2B5EF4-FFF2-40B4-BE49-F238E27FC236}">
                <a16:creationId xmlns:a16="http://schemas.microsoft.com/office/drawing/2014/main" id="{29516FBF-1DBF-F1F7-2046-F8E5B0CF90C7}"/>
              </a:ext>
            </a:extLst>
          </p:cNvPr>
          <p:cNvSpPr txBox="1"/>
          <p:nvPr/>
        </p:nvSpPr>
        <p:spPr>
          <a:xfrm>
            <a:off x="5472814" y="4193679"/>
            <a:ext cx="301686" cy="369332"/>
          </a:xfrm>
          <a:prstGeom prst="rect">
            <a:avLst/>
          </a:prstGeom>
          <a:noFill/>
        </p:spPr>
        <p:txBody>
          <a:bodyPr wrap="none" rtlCol="0">
            <a:spAutoFit/>
          </a:bodyPr>
          <a:lstStyle/>
          <a:p>
            <a:r>
              <a:rPr lang="en-US" dirty="0"/>
              <a:t>0</a:t>
            </a:r>
          </a:p>
        </p:txBody>
      </p:sp>
      <p:sp>
        <p:nvSpPr>
          <p:cNvPr id="57" name="TextBox 56">
            <a:extLst>
              <a:ext uri="{FF2B5EF4-FFF2-40B4-BE49-F238E27FC236}">
                <a16:creationId xmlns:a16="http://schemas.microsoft.com/office/drawing/2014/main" id="{B879E61C-32BA-5CFA-21CF-6F08F53F66E0}"/>
              </a:ext>
            </a:extLst>
          </p:cNvPr>
          <p:cNvSpPr txBox="1"/>
          <p:nvPr/>
        </p:nvSpPr>
        <p:spPr>
          <a:xfrm>
            <a:off x="5503761" y="5206322"/>
            <a:ext cx="290464" cy="369332"/>
          </a:xfrm>
          <a:prstGeom prst="rect">
            <a:avLst/>
          </a:prstGeom>
          <a:noFill/>
        </p:spPr>
        <p:txBody>
          <a:bodyPr wrap="none" rtlCol="0">
            <a:spAutoFit/>
          </a:bodyPr>
          <a:lstStyle/>
          <a:p>
            <a:r>
              <a:rPr lang="en-US" dirty="0"/>
              <a:t>F</a:t>
            </a:r>
          </a:p>
        </p:txBody>
      </p:sp>
      <p:pic>
        <p:nvPicPr>
          <p:cNvPr id="58" name="Picture 57">
            <a:extLst>
              <a:ext uri="{FF2B5EF4-FFF2-40B4-BE49-F238E27FC236}">
                <a16:creationId xmlns:a16="http://schemas.microsoft.com/office/drawing/2014/main" id="{12558640-6E62-FC0C-7564-3064B2C838B2}"/>
              </a:ext>
            </a:extLst>
          </p:cNvPr>
          <p:cNvPicPr>
            <a:picLocks noChangeAspect="1"/>
          </p:cNvPicPr>
          <p:nvPr/>
        </p:nvPicPr>
        <p:blipFill>
          <a:blip r:embed="rId12" cstate="print"/>
          <a:stretch>
            <a:fillRect/>
          </a:stretch>
        </p:blipFill>
        <p:spPr>
          <a:xfrm>
            <a:off x="5876415" y="2695980"/>
            <a:ext cx="329213" cy="292633"/>
          </a:xfrm>
          <a:prstGeom prst="rect">
            <a:avLst/>
          </a:prstGeom>
        </p:spPr>
      </p:pic>
      <p:sp>
        <p:nvSpPr>
          <p:cNvPr id="59" name="TextBox 58">
            <a:extLst>
              <a:ext uri="{FF2B5EF4-FFF2-40B4-BE49-F238E27FC236}">
                <a16:creationId xmlns:a16="http://schemas.microsoft.com/office/drawing/2014/main" id="{4C714B93-B123-1672-E566-6DFFFA399026}"/>
              </a:ext>
            </a:extLst>
          </p:cNvPr>
          <p:cNvSpPr txBox="1"/>
          <p:nvPr/>
        </p:nvSpPr>
        <p:spPr>
          <a:xfrm>
            <a:off x="5876415" y="3205564"/>
            <a:ext cx="219585" cy="369332"/>
          </a:xfrm>
          <a:prstGeom prst="rect">
            <a:avLst/>
          </a:prstGeom>
          <a:noFill/>
        </p:spPr>
        <p:txBody>
          <a:bodyPr wrap="square" rtlCol="0">
            <a:spAutoFit/>
          </a:bodyPr>
          <a:lstStyle/>
          <a:p>
            <a:r>
              <a:rPr lang="en-US" dirty="0"/>
              <a:t>4</a:t>
            </a:r>
          </a:p>
        </p:txBody>
      </p:sp>
      <p:sp>
        <p:nvSpPr>
          <p:cNvPr id="60" name="TextBox 59">
            <a:extLst>
              <a:ext uri="{FF2B5EF4-FFF2-40B4-BE49-F238E27FC236}">
                <a16:creationId xmlns:a16="http://schemas.microsoft.com/office/drawing/2014/main" id="{3E7F7977-AD01-47D4-1E4E-8B2C3C576259}"/>
              </a:ext>
            </a:extLst>
          </p:cNvPr>
          <p:cNvSpPr txBox="1"/>
          <p:nvPr/>
        </p:nvSpPr>
        <p:spPr>
          <a:xfrm>
            <a:off x="5889753" y="3688752"/>
            <a:ext cx="301686" cy="369332"/>
          </a:xfrm>
          <a:prstGeom prst="rect">
            <a:avLst/>
          </a:prstGeom>
          <a:noFill/>
        </p:spPr>
        <p:txBody>
          <a:bodyPr wrap="none" rtlCol="0">
            <a:spAutoFit/>
          </a:bodyPr>
          <a:lstStyle/>
          <a:p>
            <a:r>
              <a:rPr lang="en-US" dirty="0"/>
              <a:t>2</a:t>
            </a:r>
          </a:p>
        </p:txBody>
      </p:sp>
      <p:sp>
        <p:nvSpPr>
          <p:cNvPr id="61" name="TextBox 60">
            <a:extLst>
              <a:ext uri="{FF2B5EF4-FFF2-40B4-BE49-F238E27FC236}">
                <a16:creationId xmlns:a16="http://schemas.microsoft.com/office/drawing/2014/main" id="{D3057307-8975-0B5B-D528-DA2EDD8DED7E}"/>
              </a:ext>
            </a:extLst>
          </p:cNvPr>
          <p:cNvSpPr txBox="1"/>
          <p:nvPr/>
        </p:nvSpPr>
        <p:spPr>
          <a:xfrm>
            <a:off x="5903942" y="4145057"/>
            <a:ext cx="301686" cy="369332"/>
          </a:xfrm>
          <a:prstGeom prst="rect">
            <a:avLst/>
          </a:prstGeom>
          <a:noFill/>
        </p:spPr>
        <p:txBody>
          <a:bodyPr wrap="none" rtlCol="0">
            <a:spAutoFit/>
          </a:bodyPr>
          <a:lstStyle/>
          <a:p>
            <a:r>
              <a:rPr lang="en-US" dirty="0"/>
              <a:t>3</a:t>
            </a:r>
          </a:p>
        </p:txBody>
      </p:sp>
      <p:sp>
        <p:nvSpPr>
          <p:cNvPr id="62" name="TextBox 61">
            <a:extLst>
              <a:ext uri="{FF2B5EF4-FFF2-40B4-BE49-F238E27FC236}">
                <a16:creationId xmlns:a16="http://schemas.microsoft.com/office/drawing/2014/main" id="{DDC99DE9-9FDC-0B36-F343-4B9EA6DAC3CD}"/>
              </a:ext>
            </a:extLst>
          </p:cNvPr>
          <p:cNvSpPr txBox="1"/>
          <p:nvPr/>
        </p:nvSpPr>
        <p:spPr>
          <a:xfrm flipH="1">
            <a:off x="5901423" y="5214528"/>
            <a:ext cx="290015" cy="369332"/>
          </a:xfrm>
          <a:prstGeom prst="rect">
            <a:avLst/>
          </a:prstGeom>
          <a:noFill/>
        </p:spPr>
        <p:txBody>
          <a:bodyPr wrap="square" rtlCol="0">
            <a:spAutoFit/>
          </a:bodyPr>
          <a:lstStyle/>
          <a:p>
            <a:r>
              <a:rPr lang="en-US" dirty="0"/>
              <a:t>F</a:t>
            </a:r>
          </a:p>
        </p:txBody>
      </p:sp>
      <p:pic>
        <p:nvPicPr>
          <p:cNvPr id="63" name="Picture 62">
            <a:extLst>
              <a:ext uri="{FF2B5EF4-FFF2-40B4-BE49-F238E27FC236}">
                <a16:creationId xmlns:a16="http://schemas.microsoft.com/office/drawing/2014/main" id="{CB38303B-AF0B-BAC3-103E-29D64555C521}"/>
              </a:ext>
            </a:extLst>
          </p:cNvPr>
          <p:cNvPicPr>
            <a:picLocks noChangeAspect="1"/>
          </p:cNvPicPr>
          <p:nvPr/>
        </p:nvPicPr>
        <p:blipFill>
          <a:blip r:embed="rId13" cstate="print"/>
          <a:stretch>
            <a:fillRect/>
          </a:stretch>
        </p:blipFill>
        <p:spPr>
          <a:xfrm>
            <a:off x="6234555" y="2698451"/>
            <a:ext cx="329213" cy="292633"/>
          </a:xfrm>
          <a:prstGeom prst="rect">
            <a:avLst/>
          </a:prstGeom>
        </p:spPr>
      </p:pic>
      <p:sp>
        <p:nvSpPr>
          <p:cNvPr id="64" name="TextBox 63">
            <a:extLst>
              <a:ext uri="{FF2B5EF4-FFF2-40B4-BE49-F238E27FC236}">
                <a16:creationId xmlns:a16="http://schemas.microsoft.com/office/drawing/2014/main" id="{4D02D592-7DBC-1779-7605-D6E858D9D9FC}"/>
              </a:ext>
            </a:extLst>
          </p:cNvPr>
          <p:cNvSpPr txBox="1"/>
          <p:nvPr/>
        </p:nvSpPr>
        <p:spPr>
          <a:xfrm>
            <a:off x="6278625" y="3183825"/>
            <a:ext cx="301686" cy="369332"/>
          </a:xfrm>
          <a:prstGeom prst="rect">
            <a:avLst/>
          </a:prstGeom>
          <a:noFill/>
        </p:spPr>
        <p:txBody>
          <a:bodyPr wrap="none" rtlCol="0">
            <a:spAutoFit/>
          </a:bodyPr>
          <a:lstStyle/>
          <a:p>
            <a:r>
              <a:rPr lang="en-US" dirty="0"/>
              <a:t>0</a:t>
            </a:r>
          </a:p>
        </p:txBody>
      </p:sp>
      <p:sp>
        <p:nvSpPr>
          <p:cNvPr id="65" name="TextBox 64">
            <a:extLst>
              <a:ext uri="{FF2B5EF4-FFF2-40B4-BE49-F238E27FC236}">
                <a16:creationId xmlns:a16="http://schemas.microsoft.com/office/drawing/2014/main" id="{85040D83-477A-5D4B-8408-D304C40AC597}"/>
              </a:ext>
            </a:extLst>
          </p:cNvPr>
          <p:cNvSpPr txBox="1"/>
          <p:nvPr/>
        </p:nvSpPr>
        <p:spPr>
          <a:xfrm>
            <a:off x="6278625" y="3696243"/>
            <a:ext cx="301686" cy="369332"/>
          </a:xfrm>
          <a:prstGeom prst="rect">
            <a:avLst/>
          </a:prstGeom>
          <a:noFill/>
        </p:spPr>
        <p:txBody>
          <a:bodyPr wrap="square" rtlCol="0">
            <a:spAutoFit/>
          </a:bodyPr>
          <a:lstStyle/>
          <a:p>
            <a:r>
              <a:rPr lang="en-US" dirty="0"/>
              <a:t>2</a:t>
            </a:r>
          </a:p>
        </p:txBody>
      </p:sp>
      <p:sp>
        <p:nvSpPr>
          <p:cNvPr id="66" name="TextBox 65">
            <a:extLst>
              <a:ext uri="{FF2B5EF4-FFF2-40B4-BE49-F238E27FC236}">
                <a16:creationId xmlns:a16="http://schemas.microsoft.com/office/drawing/2014/main" id="{394C752B-9FB9-0113-9FDE-8D265FD77F56}"/>
              </a:ext>
            </a:extLst>
          </p:cNvPr>
          <p:cNvSpPr txBox="1"/>
          <p:nvPr/>
        </p:nvSpPr>
        <p:spPr>
          <a:xfrm>
            <a:off x="6261020" y="4145057"/>
            <a:ext cx="320723" cy="369332"/>
          </a:xfrm>
          <a:prstGeom prst="rect">
            <a:avLst/>
          </a:prstGeom>
          <a:noFill/>
        </p:spPr>
        <p:txBody>
          <a:bodyPr wrap="square" rtlCol="0">
            <a:spAutoFit/>
          </a:bodyPr>
          <a:lstStyle/>
          <a:p>
            <a:r>
              <a:rPr lang="en-US" dirty="0"/>
              <a:t>3</a:t>
            </a:r>
          </a:p>
        </p:txBody>
      </p:sp>
      <p:sp>
        <p:nvSpPr>
          <p:cNvPr id="67" name="TextBox 66">
            <a:extLst>
              <a:ext uri="{FF2B5EF4-FFF2-40B4-BE49-F238E27FC236}">
                <a16:creationId xmlns:a16="http://schemas.microsoft.com/office/drawing/2014/main" id="{541333BD-911E-D0EA-A94E-AEB46F7446D8}"/>
              </a:ext>
            </a:extLst>
          </p:cNvPr>
          <p:cNvSpPr txBox="1"/>
          <p:nvPr/>
        </p:nvSpPr>
        <p:spPr>
          <a:xfrm>
            <a:off x="6291469" y="5214528"/>
            <a:ext cx="288841" cy="369332"/>
          </a:xfrm>
          <a:prstGeom prst="rect">
            <a:avLst/>
          </a:prstGeom>
          <a:noFill/>
        </p:spPr>
        <p:txBody>
          <a:bodyPr wrap="square" rtlCol="0">
            <a:spAutoFit/>
          </a:bodyPr>
          <a:lstStyle/>
          <a:p>
            <a:r>
              <a:rPr lang="en-US" dirty="0"/>
              <a:t>F</a:t>
            </a:r>
          </a:p>
        </p:txBody>
      </p:sp>
      <p:pic>
        <p:nvPicPr>
          <p:cNvPr id="68" name="Picture 67">
            <a:extLst>
              <a:ext uri="{FF2B5EF4-FFF2-40B4-BE49-F238E27FC236}">
                <a16:creationId xmlns:a16="http://schemas.microsoft.com/office/drawing/2014/main" id="{648CEDF4-BB29-1D73-5B08-4F23ED5FA738}"/>
              </a:ext>
            </a:extLst>
          </p:cNvPr>
          <p:cNvPicPr>
            <a:picLocks noChangeAspect="1"/>
          </p:cNvPicPr>
          <p:nvPr/>
        </p:nvPicPr>
        <p:blipFill>
          <a:blip r:embed="rId14" cstate="print"/>
          <a:stretch>
            <a:fillRect/>
          </a:stretch>
        </p:blipFill>
        <p:spPr>
          <a:xfrm>
            <a:off x="6684919" y="2694835"/>
            <a:ext cx="329213" cy="292633"/>
          </a:xfrm>
          <a:prstGeom prst="rect">
            <a:avLst/>
          </a:prstGeom>
        </p:spPr>
      </p:pic>
      <p:sp>
        <p:nvSpPr>
          <p:cNvPr id="69" name="TextBox 68">
            <a:extLst>
              <a:ext uri="{FF2B5EF4-FFF2-40B4-BE49-F238E27FC236}">
                <a16:creationId xmlns:a16="http://schemas.microsoft.com/office/drawing/2014/main" id="{5CBA70FD-6546-CD46-6D67-44BB4B6F67FF}"/>
              </a:ext>
            </a:extLst>
          </p:cNvPr>
          <p:cNvSpPr txBox="1"/>
          <p:nvPr/>
        </p:nvSpPr>
        <p:spPr>
          <a:xfrm>
            <a:off x="6672809" y="3201361"/>
            <a:ext cx="338660" cy="369332"/>
          </a:xfrm>
          <a:prstGeom prst="rect">
            <a:avLst/>
          </a:prstGeom>
          <a:noFill/>
        </p:spPr>
        <p:txBody>
          <a:bodyPr wrap="square" rtlCol="0">
            <a:spAutoFit/>
          </a:bodyPr>
          <a:lstStyle/>
          <a:p>
            <a:r>
              <a:rPr lang="en-US" dirty="0"/>
              <a:t>0</a:t>
            </a:r>
          </a:p>
        </p:txBody>
      </p:sp>
      <p:sp>
        <p:nvSpPr>
          <p:cNvPr id="70" name="TextBox 69">
            <a:extLst>
              <a:ext uri="{FF2B5EF4-FFF2-40B4-BE49-F238E27FC236}">
                <a16:creationId xmlns:a16="http://schemas.microsoft.com/office/drawing/2014/main" id="{131F8CE0-02D4-9389-5517-D00FAD535E4E}"/>
              </a:ext>
            </a:extLst>
          </p:cNvPr>
          <p:cNvSpPr txBox="1"/>
          <p:nvPr/>
        </p:nvSpPr>
        <p:spPr>
          <a:xfrm>
            <a:off x="6698682" y="3688752"/>
            <a:ext cx="301686" cy="369332"/>
          </a:xfrm>
          <a:prstGeom prst="rect">
            <a:avLst/>
          </a:prstGeom>
          <a:noFill/>
        </p:spPr>
        <p:txBody>
          <a:bodyPr wrap="none" rtlCol="0">
            <a:spAutoFit/>
          </a:bodyPr>
          <a:lstStyle/>
          <a:p>
            <a:r>
              <a:rPr lang="en-US" dirty="0"/>
              <a:t>2</a:t>
            </a:r>
          </a:p>
        </p:txBody>
      </p:sp>
      <p:sp>
        <p:nvSpPr>
          <p:cNvPr id="71" name="TextBox 70">
            <a:extLst>
              <a:ext uri="{FF2B5EF4-FFF2-40B4-BE49-F238E27FC236}">
                <a16:creationId xmlns:a16="http://schemas.microsoft.com/office/drawing/2014/main" id="{AE6D731E-9524-E841-D42D-1A3D24358894}"/>
              </a:ext>
            </a:extLst>
          </p:cNvPr>
          <p:cNvSpPr txBox="1"/>
          <p:nvPr/>
        </p:nvSpPr>
        <p:spPr>
          <a:xfrm>
            <a:off x="6664334" y="4145057"/>
            <a:ext cx="301686" cy="369332"/>
          </a:xfrm>
          <a:prstGeom prst="rect">
            <a:avLst/>
          </a:prstGeom>
          <a:noFill/>
        </p:spPr>
        <p:txBody>
          <a:bodyPr wrap="none" rtlCol="0">
            <a:spAutoFit/>
          </a:bodyPr>
          <a:lstStyle/>
          <a:p>
            <a:r>
              <a:rPr lang="en-US" dirty="0"/>
              <a:t>3</a:t>
            </a:r>
          </a:p>
        </p:txBody>
      </p:sp>
      <p:sp>
        <p:nvSpPr>
          <p:cNvPr id="72" name="TextBox 71">
            <a:extLst>
              <a:ext uri="{FF2B5EF4-FFF2-40B4-BE49-F238E27FC236}">
                <a16:creationId xmlns:a16="http://schemas.microsoft.com/office/drawing/2014/main" id="{8BB9DD3E-BE4F-EC8D-3F4A-8DF4020D7F06}"/>
              </a:ext>
            </a:extLst>
          </p:cNvPr>
          <p:cNvSpPr txBox="1"/>
          <p:nvPr/>
        </p:nvSpPr>
        <p:spPr>
          <a:xfrm>
            <a:off x="6698682" y="5206322"/>
            <a:ext cx="328936" cy="369332"/>
          </a:xfrm>
          <a:prstGeom prst="rect">
            <a:avLst/>
          </a:prstGeom>
          <a:noFill/>
        </p:spPr>
        <p:txBody>
          <a:bodyPr wrap="none" rtlCol="0">
            <a:spAutoFit/>
          </a:bodyPr>
          <a:lstStyle/>
          <a:p>
            <a:r>
              <a:rPr lang="en-US" dirty="0"/>
              <a:t>H</a:t>
            </a:r>
          </a:p>
        </p:txBody>
      </p:sp>
      <p:pic>
        <p:nvPicPr>
          <p:cNvPr id="73" name="Picture 72">
            <a:extLst>
              <a:ext uri="{FF2B5EF4-FFF2-40B4-BE49-F238E27FC236}">
                <a16:creationId xmlns:a16="http://schemas.microsoft.com/office/drawing/2014/main" id="{7FE6808B-7D31-5F90-68FF-0115B460F961}"/>
              </a:ext>
            </a:extLst>
          </p:cNvPr>
          <p:cNvPicPr>
            <a:picLocks noChangeAspect="1"/>
          </p:cNvPicPr>
          <p:nvPr/>
        </p:nvPicPr>
        <p:blipFill>
          <a:blip r:embed="rId15" cstate="print"/>
          <a:stretch>
            <a:fillRect/>
          </a:stretch>
        </p:blipFill>
        <p:spPr>
          <a:xfrm>
            <a:off x="7072793" y="2679380"/>
            <a:ext cx="329213" cy="292633"/>
          </a:xfrm>
          <a:prstGeom prst="rect">
            <a:avLst/>
          </a:prstGeom>
        </p:spPr>
      </p:pic>
      <p:sp>
        <p:nvSpPr>
          <p:cNvPr id="74" name="TextBox 73">
            <a:extLst>
              <a:ext uri="{FF2B5EF4-FFF2-40B4-BE49-F238E27FC236}">
                <a16:creationId xmlns:a16="http://schemas.microsoft.com/office/drawing/2014/main" id="{0AFC0229-6F54-6647-9647-0A9A10B659C8}"/>
              </a:ext>
            </a:extLst>
          </p:cNvPr>
          <p:cNvSpPr txBox="1"/>
          <p:nvPr/>
        </p:nvSpPr>
        <p:spPr>
          <a:xfrm>
            <a:off x="7053611" y="3201360"/>
            <a:ext cx="301686" cy="369332"/>
          </a:xfrm>
          <a:prstGeom prst="rect">
            <a:avLst/>
          </a:prstGeom>
          <a:noFill/>
        </p:spPr>
        <p:txBody>
          <a:bodyPr wrap="none" rtlCol="0">
            <a:spAutoFit/>
          </a:bodyPr>
          <a:lstStyle/>
          <a:p>
            <a:r>
              <a:rPr lang="en-US" dirty="0"/>
              <a:t>0</a:t>
            </a:r>
          </a:p>
        </p:txBody>
      </p:sp>
      <p:sp>
        <p:nvSpPr>
          <p:cNvPr id="75" name="TextBox 74">
            <a:extLst>
              <a:ext uri="{FF2B5EF4-FFF2-40B4-BE49-F238E27FC236}">
                <a16:creationId xmlns:a16="http://schemas.microsoft.com/office/drawing/2014/main" id="{191B62BE-987B-AEA6-9EAC-81FAFF02AD10}"/>
              </a:ext>
            </a:extLst>
          </p:cNvPr>
          <p:cNvSpPr txBox="1"/>
          <p:nvPr/>
        </p:nvSpPr>
        <p:spPr>
          <a:xfrm>
            <a:off x="7114969" y="3685372"/>
            <a:ext cx="301686" cy="369332"/>
          </a:xfrm>
          <a:prstGeom prst="rect">
            <a:avLst/>
          </a:prstGeom>
          <a:noFill/>
        </p:spPr>
        <p:txBody>
          <a:bodyPr wrap="none" rtlCol="0">
            <a:spAutoFit/>
          </a:bodyPr>
          <a:lstStyle/>
          <a:p>
            <a:r>
              <a:rPr lang="en-US" dirty="0"/>
              <a:t>2</a:t>
            </a:r>
          </a:p>
        </p:txBody>
      </p:sp>
      <p:sp>
        <p:nvSpPr>
          <p:cNvPr id="76" name="TextBox 75">
            <a:extLst>
              <a:ext uri="{FF2B5EF4-FFF2-40B4-BE49-F238E27FC236}">
                <a16:creationId xmlns:a16="http://schemas.microsoft.com/office/drawing/2014/main" id="{EFCB08B7-6A70-3302-4413-558E276DE3E0}"/>
              </a:ext>
            </a:extLst>
          </p:cNvPr>
          <p:cNvSpPr txBox="1"/>
          <p:nvPr/>
        </p:nvSpPr>
        <p:spPr>
          <a:xfrm>
            <a:off x="7100320" y="4154134"/>
            <a:ext cx="301686" cy="369332"/>
          </a:xfrm>
          <a:prstGeom prst="rect">
            <a:avLst/>
          </a:prstGeom>
          <a:noFill/>
        </p:spPr>
        <p:txBody>
          <a:bodyPr wrap="none" rtlCol="0">
            <a:spAutoFit/>
          </a:bodyPr>
          <a:lstStyle/>
          <a:p>
            <a:r>
              <a:rPr lang="en-US" dirty="0"/>
              <a:t>3</a:t>
            </a:r>
          </a:p>
        </p:txBody>
      </p:sp>
      <p:sp>
        <p:nvSpPr>
          <p:cNvPr id="77" name="TextBox 76">
            <a:extLst>
              <a:ext uri="{FF2B5EF4-FFF2-40B4-BE49-F238E27FC236}">
                <a16:creationId xmlns:a16="http://schemas.microsoft.com/office/drawing/2014/main" id="{18BD1F3D-D190-AA7E-3E26-84D5962ED95C}"/>
              </a:ext>
            </a:extLst>
          </p:cNvPr>
          <p:cNvSpPr txBox="1"/>
          <p:nvPr/>
        </p:nvSpPr>
        <p:spPr>
          <a:xfrm>
            <a:off x="7059379" y="5222989"/>
            <a:ext cx="328936" cy="369332"/>
          </a:xfrm>
          <a:prstGeom prst="rect">
            <a:avLst/>
          </a:prstGeom>
          <a:noFill/>
        </p:spPr>
        <p:txBody>
          <a:bodyPr wrap="none" rtlCol="0">
            <a:spAutoFit/>
          </a:bodyPr>
          <a:lstStyle/>
          <a:p>
            <a:r>
              <a:rPr lang="en-US" dirty="0"/>
              <a:t>H</a:t>
            </a:r>
          </a:p>
        </p:txBody>
      </p:sp>
      <p:pic>
        <p:nvPicPr>
          <p:cNvPr id="78" name="Picture 77">
            <a:extLst>
              <a:ext uri="{FF2B5EF4-FFF2-40B4-BE49-F238E27FC236}">
                <a16:creationId xmlns:a16="http://schemas.microsoft.com/office/drawing/2014/main" id="{57774AF7-2F71-77BA-BB2E-1DB5D19182C1}"/>
              </a:ext>
            </a:extLst>
          </p:cNvPr>
          <p:cNvPicPr>
            <a:picLocks noChangeAspect="1"/>
          </p:cNvPicPr>
          <p:nvPr/>
        </p:nvPicPr>
        <p:blipFill>
          <a:blip r:embed="rId16" cstate="print"/>
          <a:stretch>
            <a:fillRect/>
          </a:stretch>
        </p:blipFill>
        <p:spPr>
          <a:xfrm>
            <a:off x="7462297" y="2688538"/>
            <a:ext cx="329213" cy="292633"/>
          </a:xfrm>
          <a:prstGeom prst="rect">
            <a:avLst/>
          </a:prstGeom>
        </p:spPr>
      </p:pic>
      <p:sp>
        <p:nvSpPr>
          <p:cNvPr id="79" name="TextBox 78">
            <a:extLst>
              <a:ext uri="{FF2B5EF4-FFF2-40B4-BE49-F238E27FC236}">
                <a16:creationId xmlns:a16="http://schemas.microsoft.com/office/drawing/2014/main" id="{E536A7D8-3F97-F40A-6663-3D08F84D4793}"/>
              </a:ext>
            </a:extLst>
          </p:cNvPr>
          <p:cNvSpPr txBox="1"/>
          <p:nvPr/>
        </p:nvSpPr>
        <p:spPr>
          <a:xfrm>
            <a:off x="7422318" y="3183825"/>
            <a:ext cx="301686" cy="369332"/>
          </a:xfrm>
          <a:prstGeom prst="rect">
            <a:avLst/>
          </a:prstGeom>
          <a:noFill/>
        </p:spPr>
        <p:txBody>
          <a:bodyPr wrap="none" rtlCol="0">
            <a:spAutoFit/>
          </a:bodyPr>
          <a:lstStyle/>
          <a:p>
            <a:r>
              <a:rPr lang="en-US" dirty="0"/>
              <a:t>0</a:t>
            </a:r>
          </a:p>
        </p:txBody>
      </p:sp>
      <p:sp>
        <p:nvSpPr>
          <p:cNvPr id="80" name="TextBox 79">
            <a:extLst>
              <a:ext uri="{FF2B5EF4-FFF2-40B4-BE49-F238E27FC236}">
                <a16:creationId xmlns:a16="http://schemas.microsoft.com/office/drawing/2014/main" id="{713AFD50-29B2-0E38-4894-339D0D9B8557}"/>
              </a:ext>
            </a:extLst>
          </p:cNvPr>
          <p:cNvSpPr txBox="1"/>
          <p:nvPr/>
        </p:nvSpPr>
        <p:spPr>
          <a:xfrm>
            <a:off x="7467689" y="3706686"/>
            <a:ext cx="301686" cy="369332"/>
          </a:xfrm>
          <a:prstGeom prst="rect">
            <a:avLst/>
          </a:prstGeom>
          <a:noFill/>
        </p:spPr>
        <p:txBody>
          <a:bodyPr wrap="none" rtlCol="0">
            <a:spAutoFit/>
          </a:bodyPr>
          <a:lstStyle/>
          <a:p>
            <a:r>
              <a:rPr lang="en-US" dirty="0"/>
              <a:t>1</a:t>
            </a:r>
          </a:p>
        </p:txBody>
      </p:sp>
      <p:sp>
        <p:nvSpPr>
          <p:cNvPr id="81" name="TextBox 80">
            <a:extLst>
              <a:ext uri="{FF2B5EF4-FFF2-40B4-BE49-F238E27FC236}">
                <a16:creationId xmlns:a16="http://schemas.microsoft.com/office/drawing/2014/main" id="{BE613283-ED30-E785-516E-6E5B0CDF88C6}"/>
              </a:ext>
            </a:extLst>
          </p:cNvPr>
          <p:cNvSpPr txBox="1"/>
          <p:nvPr/>
        </p:nvSpPr>
        <p:spPr>
          <a:xfrm>
            <a:off x="7489824" y="4145057"/>
            <a:ext cx="301686" cy="369332"/>
          </a:xfrm>
          <a:prstGeom prst="rect">
            <a:avLst/>
          </a:prstGeom>
          <a:noFill/>
        </p:spPr>
        <p:txBody>
          <a:bodyPr wrap="none" rtlCol="0">
            <a:spAutoFit/>
          </a:bodyPr>
          <a:lstStyle/>
          <a:p>
            <a:r>
              <a:rPr lang="en-US" dirty="0"/>
              <a:t>3</a:t>
            </a:r>
          </a:p>
        </p:txBody>
      </p:sp>
      <p:sp>
        <p:nvSpPr>
          <p:cNvPr id="82" name="TextBox 81">
            <a:extLst>
              <a:ext uri="{FF2B5EF4-FFF2-40B4-BE49-F238E27FC236}">
                <a16:creationId xmlns:a16="http://schemas.microsoft.com/office/drawing/2014/main" id="{6365DCC8-1634-B671-EF86-046E41A0F7DA}"/>
              </a:ext>
            </a:extLst>
          </p:cNvPr>
          <p:cNvSpPr txBox="1"/>
          <p:nvPr/>
        </p:nvSpPr>
        <p:spPr>
          <a:xfrm>
            <a:off x="7506687" y="5268764"/>
            <a:ext cx="290464" cy="369332"/>
          </a:xfrm>
          <a:prstGeom prst="rect">
            <a:avLst/>
          </a:prstGeom>
          <a:noFill/>
        </p:spPr>
        <p:txBody>
          <a:bodyPr wrap="none" rtlCol="0">
            <a:spAutoFit/>
          </a:bodyPr>
          <a:lstStyle/>
          <a:p>
            <a:r>
              <a:rPr lang="en-US" dirty="0"/>
              <a:t>F</a:t>
            </a:r>
          </a:p>
        </p:txBody>
      </p:sp>
      <p:pic>
        <p:nvPicPr>
          <p:cNvPr id="83" name="Picture 82">
            <a:extLst>
              <a:ext uri="{FF2B5EF4-FFF2-40B4-BE49-F238E27FC236}">
                <a16:creationId xmlns:a16="http://schemas.microsoft.com/office/drawing/2014/main" id="{92BA09BC-92F0-BBC2-ECE4-9E4248711384}"/>
              </a:ext>
            </a:extLst>
          </p:cNvPr>
          <p:cNvPicPr>
            <a:picLocks noChangeAspect="1"/>
          </p:cNvPicPr>
          <p:nvPr/>
        </p:nvPicPr>
        <p:blipFill>
          <a:blip r:embed="rId17" cstate="print"/>
          <a:stretch>
            <a:fillRect/>
          </a:stretch>
        </p:blipFill>
        <p:spPr>
          <a:xfrm>
            <a:off x="7880027" y="2675650"/>
            <a:ext cx="329213" cy="292633"/>
          </a:xfrm>
          <a:prstGeom prst="rect">
            <a:avLst/>
          </a:prstGeom>
        </p:spPr>
      </p:pic>
      <p:sp>
        <p:nvSpPr>
          <p:cNvPr id="84" name="TextBox 83">
            <a:extLst>
              <a:ext uri="{FF2B5EF4-FFF2-40B4-BE49-F238E27FC236}">
                <a16:creationId xmlns:a16="http://schemas.microsoft.com/office/drawing/2014/main" id="{417B029E-02B5-5B9E-1F2E-ED76D2A26C11}"/>
              </a:ext>
            </a:extLst>
          </p:cNvPr>
          <p:cNvSpPr txBox="1"/>
          <p:nvPr/>
        </p:nvSpPr>
        <p:spPr>
          <a:xfrm>
            <a:off x="7895618" y="3189244"/>
            <a:ext cx="301686" cy="369332"/>
          </a:xfrm>
          <a:prstGeom prst="rect">
            <a:avLst/>
          </a:prstGeom>
          <a:noFill/>
        </p:spPr>
        <p:txBody>
          <a:bodyPr wrap="none" rtlCol="0">
            <a:spAutoFit/>
          </a:bodyPr>
          <a:lstStyle/>
          <a:p>
            <a:r>
              <a:rPr lang="en-US" dirty="0"/>
              <a:t>0</a:t>
            </a:r>
          </a:p>
        </p:txBody>
      </p:sp>
      <p:sp>
        <p:nvSpPr>
          <p:cNvPr id="85" name="TextBox 84">
            <a:extLst>
              <a:ext uri="{FF2B5EF4-FFF2-40B4-BE49-F238E27FC236}">
                <a16:creationId xmlns:a16="http://schemas.microsoft.com/office/drawing/2014/main" id="{051DE464-2C80-7713-42DA-3054B53B903B}"/>
              </a:ext>
            </a:extLst>
          </p:cNvPr>
          <p:cNvSpPr txBox="1"/>
          <p:nvPr/>
        </p:nvSpPr>
        <p:spPr>
          <a:xfrm>
            <a:off x="7864840" y="3704110"/>
            <a:ext cx="301686" cy="369332"/>
          </a:xfrm>
          <a:prstGeom prst="rect">
            <a:avLst/>
          </a:prstGeom>
          <a:noFill/>
        </p:spPr>
        <p:txBody>
          <a:bodyPr wrap="none" rtlCol="0">
            <a:spAutoFit/>
          </a:bodyPr>
          <a:lstStyle/>
          <a:p>
            <a:r>
              <a:rPr lang="en-US" dirty="0"/>
              <a:t>1</a:t>
            </a:r>
          </a:p>
        </p:txBody>
      </p:sp>
      <p:sp>
        <p:nvSpPr>
          <p:cNvPr id="86" name="TextBox 85">
            <a:extLst>
              <a:ext uri="{FF2B5EF4-FFF2-40B4-BE49-F238E27FC236}">
                <a16:creationId xmlns:a16="http://schemas.microsoft.com/office/drawing/2014/main" id="{62E350DD-13D9-BF31-3E87-A77A3FACEC1A}"/>
              </a:ext>
            </a:extLst>
          </p:cNvPr>
          <p:cNvSpPr txBox="1"/>
          <p:nvPr/>
        </p:nvSpPr>
        <p:spPr>
          <a:xfrm>
            <a:off x="7860712" y="4145057"/>
            <a:ext cx="301686" cy="369332"/>
          </a:xfrm>
          <a:prstGeom prst="rect">
            <a:avLst/>
          </a:prstGeom>
          <a:noFill/>
        </p:spPr>
        <p:txBody>
          <a:bodyPr wrap="none" rtlCol="0">
            <a:spAutoFit/>
          </a:bodyPr>
          <a:lstStyle/>
          <a:p>
            <a:r>
              <a:rPr lang="en-US" dirty="0"/>
              <a:t>2</a:t>
            </a:r>
          </a:p>
        </p:txBody>
      </p:sp>
      <p:sp>
        <p:nvSpPr>
          <p:cNvPr id="87" name="TextBox 86">
            <a:extLst>
              <a:ext uri="{FF2B5EF4-FFF2-40B4-BE49-F238E27FC236}">
                <a16:creationId xmlns:a16="http://schemas.microsoft.com/office/drawing/2014/main" id="{2E0C4A40-3BE6-7712-A228-16B8FBFA2C2D}"/>
              </a:ext>
            </a:extLst>
          </p:cNvPr>
          <p:cNvSpPr txBox="1"/>
          <p:nvPr/>
        </p:nvSpPr>
        <p:spPr>
          <a:xfrm>
            <a:off x="7906840" y="5268764"/>
            <a:ext cx="290464" cy="369332"/>
          </a:xfrm>
          <a:prstGeom prst="rect">
            <a:avLst/>
          </a:prstGeom>
          <a:noFill/>
        </p:spPr>
        <p:txBody>
          <a:bodyPr wrap="none" rtlCol="0">
            <a:spAutoFit/>
          </a:bodyPr>
          <a:lstStyle/>
          <a:p>
            <a:r>
              <a:rPr lang="en-US" dirty="0"/>
              <a:t>F</a:t>
            </a:r>
          </a:p>
        </p:txBody>
      </p:sp>
      <p:pic>
        <p:nvPicPr>
          <p:cNvPr id="88" name="Picture 87">
            <a:extLst>
              <a:ext uri="{FF2B5EF4-FFF2-40B4-BE49-F238E27FC236}">
                <a16:creationId xmlns:a16="http://schemas.microsoft.com/office/drawing/2014/main" id="{ECD2B5FA-435A-45F1-8282-86A2C555FD1F}"/>
              </a:ext>
            </a:extLst>
          </p:cNvPr>
          <p:cNvPicPr>
            <a:picLocks noChangeAspect="1"/>
          </p:cNvPicPr>
          <p:nvPr/>
        </p:nvPicPr>
        <p:blipFill>
          <a:blip r:embed="rId18" cstate="print"/>
          <a:stretch>
            <a:fillRect/>
          </a:stretch>
        </p:blipFill>
        <p:spPr>
          <a:xfrm>
            <a:off x="8326318" y="2692260"/>
            <a:ext cx="329213" cy="292633"/>
          </a:xfrm>
          <a:prstGeom prst="rect">
            <a:avLst/>
          </a:prstGeom>
        </p:spPr>
      </p:pic>
      <p:sp>
        <p:nvSpPr>
          <p:cNvPr id="89" name="TextBox 88">
            <a:extLst>
              <a:ext uri="{FF2B5EF4-FFF2-40B4-BE49-F238E27FC236}">
                <a16:creationId xmlns:a16="http://schemas.microsoft.com/office/drawing/2014/main" id="{235C5E5E-2388-4E6F-523F-700457C852EE}"/>
              </a:ext>
            </a:extLst>
          </p:cNvPr>
          <p:cNvSpPr txBox="1"/>
          <p:nvPr/>
        </p:nvSpPr>
        <p:spPr>
          <a:xfrm>
            <a:off x="8280297" y="3192175"/>
            <a:ext cx="301686" cy="369332"/>
          </a:xfrm>
          <a:prstGeom prst="rect">
            <a:avLst/>
          </a:prstGeom>
          <a:noFill/>
        </p:spPr>
        <p:txBody>
          <a:bodyPr wrap="none" rtlCol="0">
            <a:spAutoFit/>
          </a:bodyPr>
          <a:lstStyle/>
          <a:p>
            <a:r>
              <a:rPr lang="en-US" dirty="0"/>
              <a:t>0</a:t>
            </a:r>
          </a:p>
        </p:txBody>
      </p:sp>
      <p:sp>
        <p:nvSpPr>
          <p:cNvPr id="90" name="TextBox 89">
            <a:extLst>
              <a:ext uri="{FF2B5EF4-FFF2-40B4-BE49-F238E27FC236}">
                <a16:creationId xmlns:a16="http://schemas.microsoft.com/office/drawing/2014/main" id="{03BD1561-B982-70F2-85C9-EB59DFF206AC}"/>
              </a:ext>
            </a:extLst>
          </p:cNvPr>
          <p:cNvSpPr txBox="1"/>
          <p:nvPr/>
        </p:nvSpPr>
        <p:spPr>
          <a:xfrm>
            <a:off x="8326318" y="3693944"/>
            <a:ext cx="301686" cy="369332"/>
          </a:xfrm>
          <a:prstGeom prst="rect">
            <a:avLst/>
          </a:prstGeom>
          <a:noFill/>
        </p:spPr>
        <p:txBody>
          <a:bodyPr wrap="none" rtlCol="0">
            <a:spAutoFit/>
          </a:bodyPr>
          <a:lstStyle/>
          <a:p>
            <a:r>
              <a:rPr lang="en-US" dirty="0"/>
              <a:t>1</a:t>
            </a:r>
          </a:p>
        </p:txBody>
      </p:sp>
      <p:sp>
        <p:nvSpPr>
          <p:cNvPr id="91" name="TextBox 90">
            <a:extLst>
              <a:ext uri="{FF2B5EF4-FFF2-40B4-BE49-F238E27FC236}">
                <a16:creationId xmlns:a16="http://schemas.microsoft.com/office/drawing/2014/main" id="{950BBABE-D6EF-2E27-9A07-40B2D5223CF0}"/>
              </a:ext>
            </a:extLst>
          </p:cNvPr>
          <p:cNvSpPr txBox="1"/>
          <p:nvPr/>
        </p:nvSpPr>
        <p:spPr>
          <a:xfrm>
            <a:off x="8280297" y="4145057"/>
            <a:ext cx="301686" cy="369332"/>
          </a:xfrm>
          <a:prstGeom prst="rect">
            <a:avLst/>
          </a:prstGeom>
          <a:noFill/>
        </p:spPr>
        <p:txBody>
          <a:bodyPr wrap="none" rtlCol="0">
            <a:spAutoFit/>
          </a:bodyPr>
          <a:lstStyle/>
          <a:p>
            <a:r>
              <a:rPr lang="en-US" dirty="0"/>
              <a:t>2</a:t>
            </a:r>
          </a:p>
        </p:txBody>
      </p:sp>
      <p:sp>
        <p:nvSpPr>
          <p:cNvPr id="92" name="TextBox 91">
            <a:extLst>
              <a:ext uri="{FF2B5EF4-FFF2-40B4-BE49-F238E27FC236}">
                <a16:creationId xmlns:a16="http://schemas.microsoft.com/office/drawing/2014/main" id="{4A858872-D7EA-B669-AE00-24C8174FF5E4}"/>
              </a:ext>
            </a:extLst>
          </p:cNvPr>
          <p:cNvSpPr txBox="1"/>
          <p:nvPr/>
        </p:nvSpPr>
        <p:spPr>
          <a:xfrm>
            <a:off x="8326595" y="5268764"/>
            <a:ext cx="328936" cy="369332"/>
          </a:xfrm>
          <a:prstGeom prst="rect">
            <a:avLst/>
          </a:prstGeom>
          <a:noFill/>
        </p:spPr>
        <p:txBody>
          <a:bodyPr wrap="none" rtlCol="0">
            <a:spAutoFit/>
          </a:bodyPr>
          <a:lstStyle/>
          <a:p>
            <a:r>
              <a:rPr lang="en-US" dirty="0"/>
              <a:t>H</a:t>
            </a:r>
          </a:p>
        </p:txBody>
      </p:sp>
      <p:pic>
        <p:nvPicPr>
          <p:cNvPr id="93" name="Picture 92">
            <a:extLst>
              <a:ext uri="{FF2B5EF4-FFF2-40B4-BE49-F238E27FC236}">
                <a16:creationId xmlns:a16="http://schemas.microsoft.com/office/drawing/2014/main" id="{75EFC9B8-BABB-B160-C849-8FECCE72C28B}"/>
              </a:ext>
            </a:extLst>
          </p:cNvPr>
          <p:cNvPicPr>
            <a:picLocks noChangeAspect="1"/>
          </p:cNvPicPr>
          <p:nvPr/>
        </p:nvPicPr>
        <p:blipFill>
          <a:blip r:embed="rId19" cstate="print"/>
          <a:stretch>
            <a:fillRect/>
          </a:stretch>
        </p:blipFill>
        <p:spPr>
          <a:xfrm>
            <a:off x="8702411" y="2661558"/>
            <a:ext cx="329213" cy="292633"/>
          </a:xfrm>
          <a:prstGeom prst="rect">
            <a:avLst/>
          </a:prstGeom>
        </p:spPr>
      </p:pic>
      <p:sp>
        <p:nvSpPr>
          <p:cNvPr id="94" name="TextBox 93">
            <a:extLst>
              <a:ext uri="{FF2B5EF4-FFF2-40B4-BE49-F238E27FC236}">
                <a16:creationId xmlns:a16="http://schemas.microsoft.com/office/drawing/2014/main" id="{EE68A1EE-1B9D-221F-4612-E9CDA23FC572}"/>
              </a:ext>
            </a:extLst>
          </p:cNvPr>
          <p:cNvSpPr txBox="1"/>
          <p:nvPr/>
        </p:nvSpPr>
        <p:spPr>
          <a:xfrm>
            <a:off x="8655531" y="3201360"/>
            <a:ext cx="301686" cy="369332"/>
          </a:xfrm>
          <a:prstGeom prst="rect">
            <a:avLst/>
          </a:prstGeom>
          <a:noFill/>
        </p:spPr>
        <p:txBody>
          <a:bodyPr wrap="none" rtlCol="0">
            <a:spAutoFit/>
          </a:bodyPr>
          <a:lstStyle/>
          <a:p>
            <a:r>
              <a:rPr lang="en-US" dirty="0"/>
              <a:t>0</a:t>
            </a:r>
          </a:p>
        </p:txBody>
      </p:sp>
      <p:sp>
        <p:nvSpPr>
          <p:cNvPr id="95" name="TextBox 94">
            <a:extLst>
              <a:ext uri="{FF2B5EF4-FFF2-40B4-BE49-F238E27FC236}">
                <a16:creationId xmlns:a16="http://schemas.microsoft.com/office/drawing/2014/main" id="{7E402EC0-DDF6-21EB-7DB8-E8623D938815}"/>
              </a:ext>
            </a:extLst>
          </p:cNvPr>
          <p:cNvSpPr txBox="1"/>
          <p:nvPr/>
        </p:nvSpPr>
        <p:spPr>
          <a:xfrm>
            <a:off x="8716175" y="3685372"/>
            <a:ext cx="301686" cy="369332"/>
          </a:xfrm>
          <a:prstGeom prst="rect">
            <a:avLst/>
          </a:prstGeom>
          <a:noFill/>
        </p:spPr>
        <p:txBody>
          <a:bodyPr wrap="none" rtlCol="0">
            <a:spAutoFit/>
          </a:bodyPr>
          <a:lstStyle/>
          <a:p>
            <a:r>
              <a:rPr lang="en-US" dirty="0"/>
              <a:t>1</a:t>
            </a:r>
          </a:p>
        </p:txBody>
      </p:sp>
      <p:sp>
        <p:nvSpPr>
          <p:cNvPr id="96" name="TextBox 95">
            <a:extLst>
              <a:ext uri="{FF2B5EF4-FFF2-40B4-BE49-F238E27FC236}">
                <a16:creationId xmlns:a16="http://schemas.microsoft.com/office/drawing/2014/main" id="{F85A356B-56C0-08C7-2A83-B45739682FB6}"/>
              </a:ext>
            </a:extLst>
          </p:cNvPr>
          <p:cNvSpPr txBox="1"/>
          <p:nvPr/>
        </p:nvSpPr>
        <p:spPr>
          <a:xfrm>
            <a:off x="8699882" y="4145057"/>
            <a:ext cx="301686" cy="369332"/>
          </a:xfrm>
          <a:prstGeom prst="rect">
            <a:avLst/>
          </a:prstGeom>
          <a:noFill/>
        </p:spPr>
        <p:txBody>
          <a:bodyPr wrap="none" rtlCol="0">
            <a:spAutoFit/>
          </a:bodyPr>
          <a:lstStyle/>
          <a:p>
            <a:r>
              <a:rPr lang="en-US" dirty="0"/>
              <a:t>2</a:t>
            </a:r>
          </a:p>
        </p:txBody>
      </p:sp>
      <p:pic>
        <p:nvPicPr>
          <p:cNvPr id="97" name="Picture 96">
            <a:extLst>
              <a:ext uri="{FF2B5EF4-FFF2-40B4-BE49-F238E27FC236}">
                <a16:creationId xmlns:a16="http://schemas.microsoft.com/office/drawing/2014/main" id="{3DCDA909-748E-F2D6-8EB3-6C68FFB87646}"/>
              </a:ext>
            </a:extLst>
          </p:cNvPr>
          <p:cNvPicPr>
            <a:picLocks noChangeAspect="1"/>
          </p:cNvPicPr>
          <p:nvPr/>
        </p:nvPicPr>
        <p:blipFill>
          <a:blip r:embed="rId20" cstate="print"/>
          <a:stretch>
            <a:fillRect/>
          </a:stretch>
        </p:blipFill>
        <p:spPr>
          <a:xfrm>
            <a:off x="9103696" y="2692259"/>
            <a:ext cx="329213" cy="292633"/>
          </a:xfrm>
          <a:prstGeom prst="rect">
            <a:avLst/>
          </a:prstGeom>
        </p:spPr>
      </p:pic>
      <p:sp>
        <p:nvSpPr>
          <p:cNvPr id="98" name="TextBox 97">
            <a:extLst>
              <a:ext uri="{FF2B5EF4-FFF2-40B4-BE49-F238E27FC236}">
                <a16:creationId xmlns:a16="http://schemas.microsoft.com/office/drawing/2014/main" id="{E239E260-ED95-E246-3BE0-3830BB3F494B}"/>
              </a:ext>
            </a:extLst>
          </p:cNvPr>
          <p:cNvSpPr txBox="1"/>
          <p:nvPr/>
        </p:nvSpPr>
        <p:spPr>
          <a:xfrm>
            <a:off x="9049560" y="3201360"/>
            <a:ext cx="301686" cy="369332"/>
          </a:xfrm>
          <a:prstGeom prst="rect">
            <a:avLst/>
          </a:prstGeom>
          <a:noFill/>
        </p:spPr>
        <p:txBody>
          <a:bodyPr wrap="none" rtlCol="0">
            <a:spAutoFit/>
          </a:bodyPr>
          <a:lstStyle/>
          <a:p>
            <a:r>
              <a:rPr lang="en-US" dirty="0"/>
              <a:t>7</a:t>
            </a:r>
          </a:p>
        </p:txBody>
      </p:sp>
      <p:sp>
        <p:nvSpPr>
          <p:cNvPr id="99" name="TextBox 98">
            <a:extLst>
              <a:ext uri="{FF2B5EF4-FFF2-40B4-BE49-F238E27FC236}">
                <a16:creationId xmlns:a16="http://schemas.microsoft.com/office/drawing/2014/main" id="{B24EDEA7-58AC-4321-1E3B-F12FC0A7AFF0}"/>
              </a:ext>
            </a:extLst>
          </p:cNvPr>
          <p:cNvSpPr txBox="1"/>
          <p:nvPr/>
        </p:nvSpPr>
        <p:spPr>
          <a:xfrm>
            <a:off x="9103696" y="3685372"/>
            <a:ext cx="301686" cy="369332"/>
          </a:xfrm>
          <a:prstGeom prst="rect">
            <a:avLst/>
          </a:prstGeom>
          <a:noFill/>
        </p:spPr>
        <p:txBody>
          <a:bodyPr wrap="none" rtlCol="0">
            <a:spAutoFit/>
          </a:bodyPr>
          <a:lstStyle/>
          <a:p>
            <a:r>
              <a:rPr lang="en-US" dirty="0"/>
              <a:t>1</a:t>
            </a:r>
          </a:p>
        </p:txBody>
      </p:sp>
      <p:sp>
        <p:nvSpPr>
          <p:cNvPr id="100" name="TextBox 99">
            <a:extLst>
              <a:ext uri="{FF2B5EF4-FFF2-40B4-BE49-F238E27FC236}">
                <a16:creationId xmlns:a16="http://schemas.microsoft.com/office/drawing/2014/main" id="{2C4DD2AD-C23A-5F48-4374-CF4B2305F84C}"/>
              </a:ext>
            </a:extLst>
          </p:cNvPr>
          <p:cNvSpPr txBox="1"/>
          <p:nvPr/>
        </p:nvSpPr>
        <p:spPr>
          <a:xfrm>
            <a:off x="9136763" y="4145057"/>
            <a:ext cx="301686" cy="369332"/>
          </a:xfrm>
          <a:prstGeom prst="rect">
            <a:avLst/>
          </a:prstGeom>
          <a:noFill/>
        </p:spPr>
        <p:txBody>
          <a:bodyPr wrap="none" rtlCol="0">
            <a:spAutoFit/>
          </a:bodyPr>
          <a:lstStyle/>
          <a:p>
            <a:r>
              <a:rPr lang="en-US" dirty="0"/>
              <a:t>2</a:t>
            </a:r>
          </a:p>
        </p:txBody>
      </p:sp>
      <p:sp>
        <p:nvSpPr>
          <p:cNvPr id="101" name="TextBox 100">
            <a:extLst>
              <a:ext uri="{FF2B5EF4-FFF2-40B4-BE49-F238E27FC236}">
                <a16:creationId xmlns:a16="http://schemas.microsoft.com/office/drawing/2014/main" id="{BD2E54FB-1159-6151-B832-61829220F00D}"/>
              </a:ext>
            </a:extLst>
          </p:cNvPr>
          <p:cNvSpPr txBox="1"/>
          <p:nvPr/>
        </p:nvSpPr>
        <p:spPr>
          <a:xfrm>
            <a:off x="8688925" y="5286143"/>
            <a:ext cx="328936" cy="369332"/>
          </a:xfrm>
          <a:prstGeom prst="rect">
            <a:avLst/>
          </a:prstGeom>
          <a:noFill/>
        </p:spPr>
        <p:txBody>
          <a:bodyPr wrap="none" rtlCol="0">
            <a:spAutoFit/>
          </a:bodyPr>
          <a:lstStyle/>
          <a:p>
            <a:r>
              <a:rPr lang="en-US" dirty="0"/>
              <a:t>H</a:t>
            </a:r>
          </a:p>
        </p:txBody>
      </p:sp>
      <p:sp>
        <p:nvSpPr>
          <p:cNvPr id="102" name="TextBox 101">
            <a:extLst>
              <a:ext uri="{FF2B5EF4-FFF2-40B4-BE49-F238E27FC236}">
                <a16:creationId xmlns:a16="http://schemas.microsoft.com/office/drawing/2014/main" id="{6D32C156-03E4-9F8E-6C6F-2A4A29CF19CB}"/>
              </a:ext>
            </a:extLst>
          </p:cNvPr>
          <p:cNvSpPr txBox="1"/>
          <p:nvPr/>
        </p:nvSpPr>
        <p:spPr>
          <a:xfrm>
            <a:off x="9068547" y="5293712"/>
            <a:ext cx="290464" cy="369332"/>
          </a:xfrm>
          <a:prstGeom prst="rect">
            <a:avLst/>
          </a:prstGeom>
          <a:noFill/>
        </p:spPr>
        <p:txBody>
          <a:bodyPr wrap="none" rtlCol="0">
            <a:spAutoFit/>
          </a:bodyPr>
          <a:lstStyle/>
          <a:p>
            <a:r>
              <a:rPr lang="en-US" dirty="0"/>
              <a:t>F</a:t>
            </a:r>
          </a:p>
        </p:txBody>
      </p:sp>
      <p:pic>
        <p:nvPicPr>
          <p:cNvPr id="103" name="Picture 102">
            <a:extLst>
              <a:ext uri="{FF2B5EF4-FFF2-40B4-BE49-F238E27FC236}">
                <a16:creationId xmlns:a16="http://schemas.microsoft.com/office/drawing/2014/main" id="{5032A7A7-D716-C7B0-64D4-EFE362A9C5EC}"/>
              </a:ext>
            </a:extLst>
          </p:cNvPr>
          <p:cNvPicPr>
            <a:picLocks noChangeAspect="1"/>
          </p:cNvPicPr>
          <p:nvPr/>
        </p:nvPicPr>
        <p:blipFill>
          <a:blip r:embed="rId20" cstate="print"/>
          <a:stretch>
            <a:fillRect/>
          </a:stretch>
        </p:blipFill>
        <p:spPr>
          <a:xfrm>
            <a:off x="9509645" y="2694979"/>
            <a:ext cx="329213" cy="292633"/>
          </a:xfrm>
          <a:prstGeom prst="rect">
            <a:avLst/>
          </a:prstGeom>
        </p:spPr>
      </p:pic>
      <p:pic>
        <p:nvPicPr>
          <p:cNvPr id="104" name="Picture 103">
            <a:extLst>
              <a:ext uri="{FF2B5EF4-FFF2-40B4-BE49-F238E27FC236}">
                <a16:creationId xmlns:a16="http://schemas.microsoft.com/office/drawing/2014/main" id="{01E70D89-960C-6FEF-DFE9-ED97905BBFA8}"/>
              </a:ext>
            </a:extLst>
          </p:cNvPr>
          <p:cNvPicPr>
            <a:picLocks noChangeAspect="1"/>
          </p:cNvPicPr>
          <p:nvPr/>
        </p:nvPicPr>
        <p:blipFill>
          <a:blip r:embed="rId20" cstate="print"/>
          <a:stretch>
            <a:fillRect/>
          </a:stretch>
        </p:blipFill>
        <p:spPr>
          <a:xfrm>
            <a:off x="9883511" y="2692258"/>
            <a:ext cx="329213" cy="292633"/>
          </a:xfrm>
          <a:prstGeom prst="rect">
            <a:avLst/>
          </a:prstGeom>
        </p:spPr>
      </p:pic>
      <p:sp>
        <p:nvSpPr>
          <p:cNvPr id="105" name="TextBox 104">
            <a:extLst>
              <a:ext uri="{FF2B5EF4-FFF2-40B4-BE49-F238E27FC236}">
                <a16:creationId xmlns:a16="http://schemas.microsoft.com/office/drawing/2014/main" id="{6C506677-8C45-3FF8-014B-8FF8E33B9F63}"/>
              </a:ext>
            </a:extLst>
          </p:cNvPr>
          <p:cNvSpPr txBox="1"/>
          <p:nvPr/>
        </p:nvSpPr>
        <p:spPr>
          <a:xfrm>
            <a:off x="9507239" y="3201360"/>
            <a:ext cx="301686" cy="369332"/>
          </a:xfrm>
          <a:prstGeom prst="rect">
            <a:avLst/>
          </a:prstGeom>
          <a:noFill/>
        </p:spPr>
        <p:txBody>
          <a:bodyPr wrap="none" rtlCol="0">
            <a:spAutoFit/>
          </a:bodyPr>
          <a:lstStyle/>
          <a:p>
            <a:r>
              <a:rPr lang="en-US" dirty="0"/>
              <a:t>7</a:t>
            </a:r>
          </a:p>
        </p:txBody>
      </p:sp>
      <p:sp>
        <p:nvSpPr>
          <p:cNvPr id="106" name="TextBox 105">
            <a:extLst>
              <a:ext uri="{FF2B5EF4-FFF2-40B4-BE49-F238E27FC236}">
                <a16:creationId xmlns:a16="http://schemas.microsoft.com/office/drawing/2014/main" id="{A393983C-DB5C-DB28-A007-7057A69F6500}"/>
              </a:ext>
            </a:extLst>
          </p:cNvPr>
          <p:cNvSpPr txBox="1"/>
          <p:nvPr/>
        </p:nvSpPr>
        <p:spPr>
          <a:xfrm>
            <a:off x="9523408" y="3685372"/>
            <a:ext cx="301686" cy="369332"/>
          </a:xfrm>
          <a:prstGeom prst="rect">
            <a:avLst/>
          </a:prstGeom>
          <a:noFill/>
        </p:spPr>
        <p:txBody>
          <a:bodyPr wrap="none" rtlCol="0">
            <a:spAutoFit/>
          </a:bodyPr>
          <a:lstStyle/>
          <a:p>
            <a:r>
              <a:rPr lang="en-US" dirty="0"/>
              <a:t>0</a:t>
            </a:r>
          </a:p>
        </p:txBody>
      </p:sp>
      <p:sp>
        <p:nvSpPr>
          <p:cNvPr id="107" name="TextBox 106">
            <a:extLst>
              <a:ext uri="{FF2B5EF4-FFF2-40B4-BE49-F238E27FC236}">
                <a16:creationId xmlns:a16="http://schemas.microsoft.com/office/drawing/2014/main" id="{122EA10A-3ADA-1758-BD6D-552356996C94}"/>
              </a:ext>
            </a:extLst>
          </p:cNvPr>
          <p:cNvSpPr txBox="1"/>
          <p:nvPr/>
        </p:nvSpPr>
        <p:spPr>
          <a:xfrm>
            <a:off x="9573644" y="4137094"/>
            <a:ext cx="301686" cy="369332"/>
          </a:xfrm>
          <a:prstGeom prst="rect">
            <a:avLst/>
          </a:prstGeom>
          <a:noFill/>
        </p:spPr>
        <p:txBody>
          <a:bodyPr wrap="none" rtlCol="0">
            <a:spAutoFit/>
          </a:bodyPr>
          <a:lstStyle/>
          <a:p>
            <a:r>
              <a:rPr lang="en-US" dirty="0"/>
              <a:t>2</a:t>
            </a:r>
          </a:p>
        </p:txBody>
      </p:sp>
      <p:sp>
        <p:nvSpPr>
          <p:cNvPr id="108" name="TextBox 107">
            <a:extLst>
              <a:ext uri="{FF2B5EF4-FFF2-40B4-BE49-F238E27FC236}">
                <a16:creationId xmlns:a16="http://schemas.microsoft.com/office/drawing/2014/main" id="{C292A6A2-72A8-D271-338E-8790623FFCAD}"/>
              </a:ext>
            </a:extLst>
          </p:cNvPr>
          <p:cNvSpPr txBox="1"/>
          <p:nvPr/>
        </p:nvSpPr>
        <p:spPr>
          <a:xfrm>
            <a:off x="9496552" y="5278121"/>
            <a:ext cx="290464" cy="369332"/>
          </a:xfrm>
          <a:prstGeom prst="rect">
            <a:avLst/>
          </a:prstGeom>
          <a:noFill/>
        </p:spPr>
        <p:txBody>
          <a:bodyPr wrap="none" rtlCol="0">
            <a:spAutoFit/>
          </a:bodyPr>
          <a:lstStyle/>
          <a:p>
            <a:r>
              <a:rPr lang="en-US" dirty="0"/>
              <a:t>F</a:t>
            </a:r>
          </a:p>
        </p:txBody>
      </p:sp>
      <p:sp>
        <p:nvSpPr>
          <p:cNvPr id="109" name="TextBox 108">
            <a:extLst>
              <a:ext uri="{FF2B5EF4-FFF2-40B4-BE49-F238E27FC236}">
                <a16:creationId xmlns:a16="http://schemas.microsoft.com/office/drawing/2014/main" id="{23045DDD-63A1-3FC1-CE9F-5FB284EE9A45}"/>
              </a:ext>
            </a:extLst>
          </p:cNvPr>
          <p:cNvSpPr txBox="1"/>
          <p:nvPr/>
        </p:nvSpPr>
        <p:spPr>
          <a:xfrm>
            <a:off x="9875330" y="3201360"/>
            <a:ext cx="301686" cy="369332"/>
          </a:xfrm>
          <a:prstGeom prst="rect">
            <a:avLst/>
          </a:prstGeom>
          <a:noFill/>
        </p:spPr>
        <p:txBody>
          <a:bodyPr wrap="none" rtlCol="0">
            <a:spAutoFit/>
          </a:bodyPr>
          <a:lstStyle/>
          <a:p>
            <a:r>
              <a:rPr lang="en-US" dirty="0"/>
              <a:t>7</a:t>
            </a:r>
          </a:p>
        </p:txBody>
      </p:sp>
      <p:sp>
        <p:nvSpPr>
          <p:cNvPr id="110" name="TextBox 109">
            <a:extLst>
              <a:ext uri="{FF2B5EF4-FFF2-40B4-BE49-F238E27FC236}">
                <a16:creationId xmlns:a16="http://schemas.microsoft.com/office/drawing/2014/main" id="{C66BBDE0-EFB8-61D2-D72E-DA4FE28350D4}"/>
              </a:ext>
            </a:extLst>
          </p:cNvPr>
          <p:cNvSpPr txBox="1"/>
          <p:nvPr/>
        </p:nvSpPr>
        <p:spPr>
          <a:xfrm>
            <a:off x="9863028" y="3704110"/>
            <a:ext cx="301686" cy="369332"/>
          </a:xfrm>
          <a:prstGeom prst="rect">
            <a:avLst/>
          </a:prstGeom>
          <a:noFill/>
        </p:spPr>
        <p:txBody>
          <a:bodyPr wrap="none" rtlCol="0">
            <a:spAutoFit/>
          </a:bodyPr>
          <a:lstStyle/>
          <a:p>
            <a:r>
              <a:rPr lang="en-US" dirty="0"/>
              <a:t>0</a:t>
            </a:r>
          </a:p>
        </p:txBody>
      </p:sp>
      <p:sp>
        <p:nvSpPr>
          <p:cNvPr id="111" name="TextBox 110">
            <a:extLst>
              <a:ext uri="{FF2B5EF4-FFF2-40B4-BE49-F238E27FC236}">
                <a16:creationId xmlns:a16="http://schemas.microsoft.com/office/drawing/2014/main" id="{DE3E7F71-96BB-7514-E5AD-0A4834A218F0}"/>
              </a:ext>
            </a:extLst>
          </p:cNvPr>
          <p:cNvSpPr txBox="1"/>
          <p:nvPr/>
        </p:nvSpPr>
        <p:spPr>
          <a:xfrm>
            <a:off x="9860620" y="4155795"/>
            <a:ext cx="301686" cy="369332"/>
          </a:xfrm>
          <a:prstGeom prst="rect">
            <a:avLst/>
          </a:prstGeom>
          <a:noFill/>
        </p:spPr>
        <p:txBody>
          <a:bodyPr wrap="none" rtlCol="0">
            <a:spAutoFit/>
          </a:bodyPr>
          <a:lstStyle/>
          <a:p>
            <a:r>
              <a:rPr lang="en-US" dirty="0"/>
              <a:t>1</a:t>
            </a:r>
          </a:p>
        </p:txBody>
      </p:sp>
      <p:sp>
        <p:nvSpPr>
          <p:cNvPr id="112" name="TextBox 111">
            <a:extLst>
              <a:ext uri="{FF2B5EF4-FFF2-40B4-BE49-F238E27FC236}">
                <a16:creationId xmlns:a16="http://schemas.microsoft.com/office/drawing/2014/main" id="{31FA1595-C200-FD2B-F566-A2BE551AAF2F}"/>
              </a:ext>
            </a:extLst>
          </p:cNvPr>
          <p:cNvSpPr txBox="1"/>
          <p:nvPr/>
        </p:nvSpPr>
        <p:spPr>
          <a:xfrm>
            <a:off x="9922260" y="5278121"/>
            <a:ext cx="290464" cy="369332"/>
          </a:xfrm>
          <a:prstGeom prst="rect">
            <a:avLst/>
          </a:prstGeom>
          <a:noFill/>
        </p:spPr>
        <p:txBody>
          <a:bodyPr wrap="none" rtlCol="0">
            <a:spAutoFit/>
          </a:bodyPr>
          <a:lstStyle/>
          <a:p>
            <a:r>
              <a:rPr lang="en-US" dirty="0"/>
              <a:t>F</a:t>
            </a:r>
          </a:p>
        </p:txBody>
      </p:sp>
    </p:spTree>
    <p:extLst>
      <p:ext uri="{BB962C8B-B14F-4D97-AF65-F5344CB8AC3E}">
        <p14:creationId xmlns:p14="http://schemas.microsoft.com/office/powerpoint/2010/main" val="1108506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0-#ppt_w/2"/>
                                          </p:val>
                                        </p:tav>
                                        <p:tav tm="100000">
                                          <p:val>
                                            <p:strVal val="#ppt_x"/>
                                          </p:val>
                                        </p:tav>
                                      </p:tavLst>
                                    </p:anim>
                                    <p:anim calcmode="lin" valueType="num">
                                      <p:cBhvr additive="base">
                                        <p:cTn id="20"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0-#ppt_w/2"/>
                                          </p:val>
                                        </p:tav>
                                        <p:tav tm="100000">
                                          <p:val>
                                            <p:strVal val="#ppt_x"/>
                                          </p:val>
                                        </p:tav>
                                      </p:tavLst>
                                    </p:anim>
                                    <p:anim calcmode="lin" valueType="num">
                                      <p:cBhvr additive="base">
                                        <p:cTn id="26"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500" fill="hold"/>
                                        <p:tgtEl>
                                          <p:spTgt spid="19"/>
                                        </p:tgtEl>
                                        <p:attrNameLst>
                                          <p:attrName>ppt_x</p:attrName>
                                        </p:attrNameLst>
                                      </p:cBhvr>
                                      <p:tavLst>
                                        <p:tav tm="0">
                                          <p:val>
                                            <p:strVal val="0-#ppt_w/2"/>
                                          </p:val>
                                        </p:tav>
                                        <p:tav tm="100000">
                                          <p:val>
                                            <p:strVal val="#ppt_x"/>
                                          </p:val>
                                        </p:tav>
                                      </p:tavLst>
                                    </p:anim>
                                    <p:anim calcmode="lin" valueType="num">
                                      <p:cBhvr additive="base">
                                        <p:cTn id="44"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 calcmode="lin" valueType="num">
                                      <p:cBhvr additive="base">
                                        <p:cTn id="49" dur="500" fill="hold"/>
                                        <p:tgtEl>
                                          <p:spTgt spid="20"/>
                                        </p:tgtEl>
                                        <p:attrNameLst>
                                          <p:attrName>ppt_x</p:attrName>
                                        </p:attrNameLst>
                                      </p:cBhvr>
                                      <p:tavLst>
                                        <p:tav tm="0">
                                          <p:val>
                                            <p:strVal val="0-#ppt_w/2"/>
                                          </p:val>
                                        </p:tav>
                                        <p:tav tm="100000">
                                          <p:val>
                                            <p:strVal val="#ppt_x"/>
                                          </p:val>
                                        </p:tav>
                                      </p:tavLst>
                                    </p:anim>
                                    <p:anim calcmode="lin" valueType="num">
                                      <p:cBhvr additive="base">
                                        <p:cTn id="50"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anim calcmode="lin" valueType="num">
                                      <p:cBhvr additive="base">
                                        <p:cTn id="55" dur="500" fill="hold"/>
                                        <p:tgtEl>
                                          <p:spTgt spid="22"/>
                                        </p:tgtEl>
                                        <p:attrNameLst>
                                          <p:attrName>ppt_x</p:attrName>
                                        </p:attrNameLst>
                                      </p:cBhvr>
                                      <p:tavLst>
                                        <p:tav tm="0">
                                          <p:val>
                                            <p:strVal val="0-#ppt_w/2"/>
                                          </p:val>
                                        </p:tav>
                                        <p:tav tm="100000">
                                          <p:val>
                                            <p:strVal val="#ppt_x"/>
                                          </p:val>
                                        </p:tav>
                                      </p:tavLst>
                                    </p:anim>
                                    <p:anim calcmode="lin" valueType="num">
                                      <p:cBhvr additive="base">
                                        <p:cTn id="56"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25"/>
                                        </p:tgtEl>
                                        <p:attrNameLst>
                                          <p:attrName>style.visibility</p:attrName>
                                        </p:attrNameLst>
                                      </p:cBhvr>
                                      <p:to>
                                        <p:strVal val="visible"/>
                                      </p:to>
                                    </p:set>
                                    <p:anim calcmode="lin" valueType="num">
                                      <p:cBhvr additive="base">
                                        <p:cTn id="61" dur="500" fill="hold"/>
                                        <p:tgtEl>
                                          <p:spTgt spid="25"/>
                                        </p:tgtEl>
                                        <p:attrNameLst>
                                          <p:attrName>ppt_x</p:attrName>
                                        </p:attrNameLst>
                                      </p:cBhvr>
                                      <p:tavLst>
                                        <p:tav tm="0">
                                          <p:val>
                                            <p:strVal val="0-#ppt_w/2"/>
                                          </p:val>
                                        </p:tav>
                                        <p:tav tm="100000">
                                          <p:val>
                                            <p:strVal val="#ppt_x"/>
                                          </p:val>
                                        </p:tav>
                                      </p:tavLst>
                                    </p:anim>
                                    <p:anim calcmode="lin" valueType="num">
                                      <p:cBhvr additive="base">
                                        <p:cTn id="62"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23"/>
                                        </p:tgtEl>
                                        <p:attrNameLst>
                                          <p:attrName>style.visibility</p:attrName>
                                        </p:attrNameLst>
                                      </p:cBhvr>
                                      <p:to>
                                        <p:strVal val="visible"/>
                                      </p:to>
                                    </p:set>
                                    <p:anim calcmode="lin" valueType="num">
                                      <p:cBhvr additive="base">
                                        <p:cTn id="67" dur="500" fill="hold"/>
                                        <p:tgtEl>
                                          <p:spTgt spid="23"/>
                                        </p:tgtEl>
                                        <p:attrNameLst>
                                          <p:attrName>ppt_x</p:attrName>
                                        </p:attrNameLst>
                                      </p:cBhvr>
                                      <p:tavLst>
                                        <p:tav tm="0">
                                          <p:val>
                                            <p:strVal val="0-#ppt_w/2"/>
                                          </p:val>
                                        </p:tav>
                                        <p:tav tm="100000">
                                          <p:val>
                                            <p:strVal val="#ppt_x"/>
                                          </p:val>
                                        </p:tav>
                                      </p:tavLst>
                                    </p:anim>
                                    <p:anim calcmode="lin" valueType="num">
                                      <p:cBhvr additive="base">
                                        <p:cTn id="68"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0-#ppt_w/2"/>
                                          </p:val>
                                        </p:tav>
                                        <p:tav tm="100000">
                                          <p:val>
                                            <p:strVal val="#ppt_x"/>
                                          </p:val>
                                        </p:tav>
                                      </p:tavLst>
                                    </p:anim>
                                    <p:anim calcmode="lin" valueType="num">
                                      <p:cBhvr additive="base">
                                        <p:cTn id="74"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26"/>
                                        </p:tgtEl>
                                        <p:attrNameLst>
                                          <p:attrName>style.visibility</p:attrName>
                                        </p:attrNameLst>
                                      </p:cBhvr>
                                      <p:to>
                                        <p:strVal val="visible"/>
                                      </p:to>
                                    </p:set>
                                    <p:anim calcmode="lin" valueType="num">
                                      <p:cBhvr additive="base">
                                        <p:cTn id="79" dur="500" fill="hold"/>
                                        <p:tgtEl>
                                          <p:spTgt spid="26"/>
                                        </p:tgtEl>
                                        <p:attrNameLst>
                                          <p:attrName>ppt_x</p:attrName>
                                        </p:attrNameLst>
                                      </p:cBhvr>
                                      <p:tavLst>
                                        <p:tav tm="0">
                                          <p:val>
                                            <p:strVal val="0-#ppt_w/2"/>
                                          </p:val>
                                        </p:tav>
                                        <p:tav tm="100000">
                                          <p:val>
                                            <p:strVal val="#ppt_x"/>
                                          </p:val>
                                        </p:tav>
                                      </p:tavLst>
                                    </p:anim>
                                    <p:anim calcmode="lin" valueType="num">
                                      <p:cBhvr additive="base">
                                        <p:cTn id="80"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27"/>
                                        </p:tgtEl>
                                        <p:attrNameLst>
                                          <p:attrName>style.visibility</p:attrName>
                                        </p:attrNameLst>
                                      </p:cBhvr>
                                      <p:to>
                                        <p:strVal val="visible"/>
                                      </p:to>
                                    </p:set>
                                    <p:anim calcmode="lin" valueType="num">
                                      <p:cBhvr additive="base">
                                        <p:cTn id="85" dur="500" fill="hold"/>
                                        <p:tgtEl>
                                          <p:spTgt spid="27"/>
                                        </p:tgtEl>
                                        <p:attrNameLst>
                                          <p:attrName>ppt_x</p:attrName>
                                        </p:attrNameLst>
                                      </p:cBhvr>
                                      <p:tavLst>
                                        <p:tav tm="0">
                                          <p:val>
                                            <p:strVal val="0-#ppt_w/2"/>
                                          </p:val>
                                        </p:tav>
                                        <p:tav tm="100000">
                                          <p:val>
                                            <p:strVal val="#ppt_x"/>
                                          </p:val>
                                        </p:tav>
                                      </p:tavLst>
                                    </p:anim>
                                    <p:anim calcmode="lin" valueType="num">
                                      <p:cBhvr additive="base">
                                        <p:cTn id="86"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nodeType="clickEffect">
                                  <p:stCondLst>
                                    <p:cond delay="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0-#ppt_w/2"/>
                                          </p:val>
                                        </p:tav>
                                        <p:tav tm="100000">
                                          <p:val>
                                            <p:strVal val="#ppt_x"/>
                                          </p:val>
                                        </p:tav>
                                      </p:tavLst>
                                    </p:anim>
                                    <p:anim calcmode="lin" valueType="num">
                                      <p:cBhvr additive="base">
                                        <p:cTn id="92"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29"/>
                                        </p:tgtEl>
                                        <p:attrNameLst>
                                          <p:attrName>style.visibility</p:attrName>
                                        </p:attrNameLst>
                                      </p:cBhvr>
                                      <p:to>
                                        <p:strVal val="visible"/>
                                      </p:to>
                                    </p:set>
                                    <p:anim calcmode="lin" valueType="num">
                                      <p:cBhvr additive="base">
                                        <p:cTn id="97" dur="500" fill="hold"/>
                                        <p:tgtEl>
                                          <p:spTgt spid="29"/>
                                        </p:tgtEl>
                                        <p:attrNameLst>
                                          <p:attrName>ppt_x</p:attrName>
                                        </p:attrNameLst>
                                      </p:cBhvr>
                                      <p:tavLst>
                                        <p:tav tm="0">
                                          <p:val>
                                            <p:strVal val="0-#ppt_w/2"/>
                                          </p:val>
                                        </p:tav>
                                        <p:tav tm="100000">
                                          <p:val>
                                            <p:strVal val="#ppt_x"/>
                                          </p:val>
                                        </p:tav>
                                      </p:tavLst>
                                    </p:anim>
                                    <p:anim calcmode="lin" valueType="num">
                                      <p:cBhvr additive="base">
                                        <p:cTn id="98"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8" fill="hold" grpId="0" nodeType="clickEffect">
                                  <p:stCondLst>
                                    <p:cond delay="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500" fill="hold"/>
                                        <p:tgtEl>
                                          <p:spTgt spid="30"/>
                                        </p:tgtEl>
                                        <p:attrNameLst>
                                          <p:attrName>ppt_x</p:attrName>
                                        </p:attrNameLst>
                                      </p:cBhvr>
                                      <p:tavLst>
                                        <p:tav tm="0">
                                          <p:val>
                                            <p:strVal val="0-#ppt_w/2"/>
                                          </p:val>
                                        </p:tav>
                                        <p:tav tm="100000">
                                          <p:val>
                                            <p:strVal val="#ppt_x"/>
                                          </p:val>
                                        </p:tav>
                                      </p:tavLst>
                                    </p:anim>
                                    <p:anim calcmode="lin" valueType="num">
                                      <p:cBhvr additive="base">
                                        <p:cTn id="104"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8" fill="hold" grpId="0" nodeType="clickEffect">
                                  <p:stCondLst>
                                    <p:cond delay="0"/>
                                  </p:stCondLst>
                                  <p:childTnLst>
                                    <p:set>
                                      <p:cBhvr>
                                        <p:cTn id="108" dur="1" fill="hold">
                                          <p:stCondLst>
                                            <p:cond delay="0"/>
                                          </p:stCondLst>
                                        </p:cTn>
                                        <p:tgtEl>
                                          <p:spTgt spid="31"/>
                                        </p:tgtEl>
                                        <p:attrNameLst>
                                          <p:attrName>style.visibility</p:attrName>
                                        </p:attrNameLst>
                                      </p:cBhvr>
                                      <p:to>
                                        <p:strVal val="visible"/>
                                      </p:to>
                                    </p:set>
                                    <p:anim calcmode="lin" valueType="num">
                                      <p:cBhvr additive="base">
                                        <p:cTn id="109" dur="500" fill="hold"/>
                                        <p:tgtEl>
                                          <p:spTgt spid="31"/>
                                        </p:tgtEl>
                                        <p:attrNameLst>
                                          <p:attrName>ppt_x</p:attrName>
                                        </p:attrNameLst>
                                      </p:cBhvr>
                                      <p:tavLst>
                                        <p:tav tm="0">
                                          <p:val>
                                            <p:strVal val="0-#ppt_w/2"/>
                                          </p:val>
                                        </p:tav>
                                        <p:tav tm="100000">
                                          <p:val>
                                            <p:strVal val="#ppt_x"/>
                                          </p:val>
                                        </p:tav>
                                      </p:tavLst>
                                    </p:anim>
                                    <p:anim calcmode="lin" valueType="num">
                                      <p:cBhvr additive="base">
                                        <p:cTn id="110"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8" fill="hold" grpId="0" nodeType="clickEffect">
                                  <p:stCondLst>
                                    <p:cond delay="0"/>
                                  </p:stCondLst>
                                  <p:childTnLst>
                                    <p:set>
                                      <p:cBhvr>
                                        <p:cTn id="114" dur="1" fill="hold">
                                          <p:stCondLst>
                                            <p:cond delay="0"/>
                                          </p:stCondLst>
                                        </p:cTn>
                                        <p:tgtEl>
                                          <p:spTgt spid="32"/>
                                        </p:tgtEl>
                                        <p:attrNameLst>
                                          <p:attrName>style.visibility</p:attrName>
                                        </p:attrNameLst>
                                      </p:cBhvr>
                                      <p:to>
                                        <p:strVal val="visible"/>
                                      </p:to>
                                    </p:set>
                                    <p:anim calcmode="lin" valueType="num">
                                      <p:cBhvr additive="base">
                                        <p:cTn id="115" dur="500" fill="hold"/>
                                        <p:tgtEl>
                                          <p:spTgt spid="32"/>
                                        </p:tgtEl>
                                        <p:attrNameLst>
                                          <p:attrName>ppt_x</p:attrName>
                                        </p:attrNameLst>
                                      </p:cBhvr>
                                      <p:tavLst>
                                        <p:tav tm="0">
                                          <p:val>
                                            <p:strVal val="0-#ppt_w/2"/>
                                          </p:val>
                                        </p:tav>
                                        <p:tav tm="100000">
                                          <p:val>
                                            <p:strVal val="#ppt_x"/>
                                          </p:val>
                                        </p:tav>
                                      </p:tavLst>
                                    </p:anim>
                                    <p:anim calcmode="lin" valueType="num">
                                      <p:cBhvr additive="base">
                                        <p:cTn id="116" dur="500" fill="hold"/>
                                        <p:tgtEl>
                                          <p:spTgt spid="32"/>
                                        </p:tgtEl>
                                        <p:attrNameLst>
                                          <p:attrName>ppt_y</p:attrName>
                                        </p:attrNameLst>
                                      </p:cBhvr>
                                      <p:tavLst>
                                        <p:tav tm="0">
                                          <p:val>
                                            <p:strVal val="#ppt_y"/>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8" fill="hold" nodeType="clickEffect">
                                  <p:stCondLst>
                                    <p:cond delay="0"/>
                                  </p:stCondLst>
                                  <p:childTnLst>
                                    <p:set>
                                      <p:cBhvr>
                                        <p:cTn id="120" dur="1" fill="hold">
                                          <p:stCondLst>
                                            <p:cond delay="0"/>
                                          </p:stCondLst>
                                        </p:cTn>
                                        <p:tgtEl>
                                          <p:spTgt spid="33"/>
                                        </p:tgtEl>
                                        <p:attrNameLst>
                                          <p:attrName>style.visibility</p:attrName>
                                        </p:attrNameLst>
                                      </p:cBhvr>
                                      <p:to>
                                        <p:strVal val="visible"/>
                                      </p:to>
                                    </p:set>
                                    <p:anim calcmode="lin" valueType="num">
                                      <p:cBhvr additive="base">
                                        <p:cTn id="121" dur="500" fill="hold"/>
                                        <p:tgtEl>
                                          <p:spTgt spid="33"/>
                                        </p:tgtEl>
                                        <p:attrNameLst>
                                          <p:attrName>ppt_x</p:attrName>
                                        </p:attrNameLst>
                                      </p:cBhvr>
                                      <p:tavLst>
                                        <p:tav tm="0">
                                          <p:val>
                                            <p:strVal val="0-#ppt_w/2"/>
                                          </p:val>
                                        </p:tav>
                                        <p:tav tm="100000">
                                          <p:val>
                                            <p:strVal val="#ppt_x"/>
                                          </p:val>
                                        </p:tav>
                                      </p:tavLst>
                                    </p:anim>
                                    <p:anim calcmode="lin" valueType="num">
                                      <p:cBhvr additive="base">
                                        <p:cTn id="122"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8" fill="hold" grpId="0" nodeType="clickEffect">
                                  <p:stCondLst>
                                    <p:cond delay="0"/>
                                  </p:stCondLst>
                                  <p:childTnLst>
                                    <p:set>
                                      <p:cBhvr>
                                        <p:cTn id="126" dur="1" fill="hold">
                                          <p:stCondLst>
                                            <p:cond delay="0"/>
                                          </p:stCondLst>
                                        </p:cTn>
                                        <p:tgtEl>
                                          <p:spTgt spid="34"/>
                                        </p:tgtEl>
                                        <p:attrNameLst>
                                          <p:attrName>style.visibility</p:attrName>
                                        </p:attrNameLst>
                                      </p:cBhvr>
                                      <p:to>
                                        <p:strVal val="visible"/>
                                      </p:to>
                                    </p:set>
                                    <p:anim calcmode="lin" valueType="num">
                                      <p:cBhvr additive="base">
                                        <p:cTn id="127" dur="500" fill="hold"/>
                                        <p:tgtEl>
                                          <p:spTgt spid="34"/>
                                        </p:tgtEl>
                                        <p:attrNameLst>
                                          <p:attrName>ppt_x</p:attrName>
                                        </p:attrNameLst>
                                      </p:cBhvr>
                                      <p:tavLst>
                                        <p:tav tm="0">
                                          <p:val>
                                            <p:strVal val="0-#ppt_w/2"/>
                                          </p:val>
                                        </p:tav>
                                        <p:tav tm="100000">
                                          <p:val>
                                            <p:strVal val="#ppt_x"/>
                                          </p:val>
                                        </p:tav>
                                      </p:tavLst>
                                    </p:anim>
                                    <p:anim calcmode="lin" valueType="num">
                                      <p:cBhvr additive="base">
                                        <p:cTn id="128"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8" fill="hold" grpId="0" nodeType="clickEffect">
                                  <p:stCondLst>
                                    <p:cond delay="0"/>
                                  </p:stCondLst>
                                  <p:childTnLst>
                                    <p:set>
                                      <p:cBhvr>
                                        <p:cTn id="132" dur="1" fill="hold">
                                          <p:stCondLst>
                                            <p:cond delay="0"/>
                                          </p:stCondLst>
                                        </p:cTn>
                                        <p:tgtEl>
                                          <p:spTgt spid="35"/>
                                        </p:tgtEl>
                                        <p:attrNameLst>
                                          <p:attrName>style.visibility</p:attrName>
                                        </p:attrNameLst>
                                      </p:cBhvr>
                                      <p:to>
                                        <p:strVal val="visible"/>
                                      </p:to>
                                    </p:set>
                                    <p:anim calcmode="lin" valueType="num">
                                      <p:cBhvr additive="base">
                                        <p:cTn id="133" dur="500" fill="hold"/>
                                        <p:tgtEl>
                                          <p:spTgt spid="35"/>
                                        </p:tgtEl>
                                        <p:attrNameLst>
                                          <p:attrName>ppt_x</p:attrName>
                                        </p:attrNameLst>
                                      </p:cBhvr>
                                      <p:tavLst>
                                        <p:tav tm="0">
                                          <p:val>
                                            <p:strVal val="0-#ppt_w/2"/>
                                          </p:val>
                                        </p:tav>
                                        <p:tav tm="100000">
                                          <p:val>
                                            <p:strVal val="#ppt_x"/>
                                          </p:val>
                                        </p:tav>
                                      </p:tavLst>
                                    </p:anim>
                                    <p:anim calcmode="lin" valueType="num">
                                      <p:cBhvr additive="base">
                                        <p:cTn id="134"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8" fill="hold" grpId="0" nodeType="clickEffect">
                                  <p:stCondLst>
                                    <p:cond delay="0"/>
                                  </p:stCondLst>
                                  <p:childTnLst>
                                    <p:set>
                                      <p:cBhvr>
                                        <p:cTn id="138" dur="1" fill="hold">
                                          <p:stCondLst>
                                            <p:cond delay="0"/>
                                          </p:stCondLst>
                                        </p:cTn>
                                        <p:tgtEl>
                                          <p:spTgt spid="36"/>
                                        </p:tgtEl>
                                        <p:attrNameLst>
                                          <p:attrName>style.visibility</p:attrName>
                                        </p:attrNameLst>
                                      </p:cBhvr>
                                      <p:to>
                                        <p:strVal val="visible"/>
                                      </p:to>
                                    </p:set>
                                    <p:anim calcmode="lin" valueType="num">
                                      <p:cBhvr additive="base">
                                        <p:cTn id="139" dur="500" fill="hold"/>
                                        <p:tgtEl>
                                          <p:spTgt spid="36"/>
                                        </p:tgtEl>
                                        <p:attrNameLst>
                                          <p:attrName>ppt_x</p:attrName>
                                        </p:attrNameLst>
                                      </p:cBhvr>
                                      <p:tavLst>
                                        <p:tav tm="0">
                                          <p:val>
                                            <p:strVal val="0-#ppt_w/2"/>
                                          </p:val>
                                        </p:tav>
                                        <p:tav tm="100000">
                                          <p:val>
                                            <p:strVal val="#ppt_x"/>
                                          </p:val>
                                        </p:tav>
                                      </p:tavLst>
                                    </p:anim>
                                    <p:anim calcmode="lin" valueType="num">
                                      <p:cBhvr additive="base">
                                        <p:cTn id="140"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8" fill="hold" grpId="0" nodeType="clickEffect">
                                  <p:stCondLst>
                                    <p:cond delay="0"/>
                                  </p:stCondLst>
                                  <p:childTnLst>
                                    <p:set>
                                      <p:cBhvr>
                                        <p:cTn id="144" dur="1" fill="hold">
                                          <p:stCondLst>
                                            <p:cond delay="0"/>
                                          </p:stCondLst>
                                        </p:cTn>
                                        <p:tgtEl>
                                          <p:spTgt spid="37"/>
                                        </p:tgtEl>
                                        <p:attrNameLst>
                                          <p:attrName>style.visibility</p:attrName>
                                        </p:attrNameLst>
                                      </p:cBhvr>
                                      <p:to>
                                        <p:strVal val="visible"/>
                                      </p:to>
                                    </p:set>
                                    <p:anim calcmode="lin" valueType="num">
                                      <p:cBhvr additive="base">
                                        <p:cTn id="145" dur="500" fill="hold"/>
                                        <p:tgtEl>
                                          <p:spTgt spid="37"/>
                                        </p:tgtEl>
                                        <p:attrNameLst>
                                          <p:attrName>ppt_x</p:attrName>
                                        </p:attrNameLst>
                                      </p:cBhvr>
                                      <p:tavLst>
                                        <p:tav tm="0">
                                          <p:val>
                                            <p:strVal val="0-#ppt_w/2"/>
                                          </p:val>
                                        </p:tav>
                                        <p:tav tm="100000">
                                          <p:val>
                                            <p:strVal val="#ppt_x"/>
                                          </p:val>
                                        </p:tav>
                                      </p:tavLst>
                                    </p:anim>
                                    <p:anim calcmode="lin" valueType="num">
                                      <p:cBhvr additive="base">
                                        <p:cTn id="146"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8" fill="hold" nodeType="clickEffect">
                                  <p:stCondLst>
                                    <p:cond delay="0"/>
                                  </p:stCondLst>
                                  <p:childTnLst>
                                    <p:set>
                                      <p:cBhvr>
                                        <p:cTn id="150" dur="1" fill="hold">
                                          <p:stCondLst>
                                            <p:cond delay="0"/>
                                          </p:stCondLst>
                                        </p:cTn>
                                        <p:tgtEl>
                                          <p:spTgt spid="38"/>
                                        </p:tgtEl>
                                        <p:attrNameLst>
                                          <p:attrName>style.visibility</p:attrName>
                                        </p:attrNameLst>
                                      </p:cBhvr>
                                      <p:to>
                                        <p:strVal val="visible"/>
                                      </p:to>
                                    </p:set>
                                    <p:anim calcmode="lin" valueType="num">
                                      <p:cBhvr additive="base">
                                        <p:cTn id="151" dur="500" fill="hold"/>
                                        <p:tgtEl>
                                          <p:spTgt spid="38"/>
                                        </p:tgtEl>
                                        <p:attrNameLst>
                                          <p:attrName>ppt_x</p:attrName>
                                        </p:attrNameLst>
                                      </p:cBhvr>
                                      <p:tavLst>
                                        <p:tav tm="0">
                                          <p:val>
                                            <p:strVal val="0-#ppt_w/2"/>
                                          </p:val>
                                        </p:tav>
                                        <p:tav tm="100000">
                                          <p:val>
                                            <p:strVal val="#ppt_x"/>
                                          </p:val>
                                        </p:tav>
                                      </p:tavLst>
                                    </p:anim>
                                    <p:anim calcmode="lin" valueType="num">
                                      <p:cBhvr additive="base">
                                        <p:cTn id="152"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8" fill="hold" grpId="0" nodeType="clickEffect">
                                  <p:stCondLst>
                                    <p:cond delay="0"/>
                                  </p:stCondLst>
                                  <p:childTnLst>
                                    <p:set>
                                      <p:cBhvr>
                                        <p:cTn id="156" dur="1" fill="hold">
                                          <p:stCondLst>
                                            <p:cond delay="0"/>
                                          </p:stCondLst>
                                        </p:cTn>
                                        <p:tgtEl>
                                          <p:spTgt spid="39"/>
                                        </p:tgtEl>
                                        <p:attrNameLst>
                                          <p:attrName>style.visibility</p:attrName>
                                        </p:attrNameLst>
                                      </p:cBhvr>
                                      <p:to>
                                        <p:strVal val="visible"/>
                                      </p:to>
                                    </p:set>
                                    <p:anim calcmode="lin" valueType="num">
                                      <p:cBhvr additive="base">
                                        <p:cTn id="157" dur="500" fill="hold"/>
                                        <p:tgtEl>
                                          <p:spTgt spid="39"/>
                                        </p:tgtEl>
                                        <p:attrNameLst>
                                          <p:attrName>ppt_x</p:attrName>
                                        </p:attrNameLst>
                                      </p:cBhvr>
                                      <p:tavLst>
                                        <p:tav tm="0">
                                          <p:val>
                                            <p:strVal val="0-#ppt_w/2"/>
                                          </p:val>
                                        </p:tav>
                                        <p:tav tm="100000">
                                          <p:val>
                                            <p:strVal val="#ppt_x"/>
                                          </p:val>
                                        </p:tav>
                                      </p:tavLst>
                                    </p:anim>
                                    <p:anim calcmode="lin" valueType="num">
                                      <p:cBhvr additive="base">
                                        <p:cTn id="158" dur="500" fill="hold"/>
                                        <p:tgtEl>
                                          <p:spTgt spid="39"/>
                                        </p:tgtEl>
                                        <p:attrNameLst>
                                          <p:attrName>ppt_y</p:attrName>
                                        </p:attrNameLst>
                                      </p:cBhvr>
                                      <p:tavLst>
                                        <p:tav tm="0">
                                          <p:val>
                                            <p:strVal val="#ppt_y"/>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8" fill="hold" grpId="0" nodeType="clickEffect">
                                  <p:stCondLst>
                                    <p:cond delay="0"/>
                                  </p:stCondLst>
                                  <p:childTnLst>
                                    <p:set>
                                      <p:cBhvr>
                                        <p:cTn id="162" dur="1" fill="hold">
                                          <p:stCondLst>
                                            <p:cond delay="0"/>
                                          </p:stCondLst>
                                        </p:cTn>
                                        <p:tgtEl>
                                          <p:spTgt spid="40"/>
                                        </p:tgtEl>
                                        <p:attrNameLst>
                                          <p:attrName>style.visibility</p:attrName>
                                        </p:attrNameLst>
                                      </p:cBhvr>
                                      <p:to>
                                        <p:strVal val="visible"/>
                                      </p:to>
                                    </p:set>
                                    <p:anim calcmode="lin" valueType="num">
                                      <p:cBhvr additive="base">
                                        <p:cTn id="163" dur="500" fill="hold"/>
                                        <p:tgtEl>
                                          <p:spTgt spid="40"/>
                                        </p:tgtEl>
                                        <p:attrNameLst>
                                          <p:attrName>ppt_x</p:attrName>
                                        </p:attrNameLst>
                                      </p:cBhvr>
                                      <p:tavLst>
                                        <p:tav tm="0">
                                          <p:val>
                                            <p:strVal val="0-#ppt_w/2"/>
                                          </p:val>
                                        </p:tav>
                                        <p:tav tm="100000">
                                          <p:val>
                                            <p:strVal val="#ppt_x"/>
                                          </p:val>
                                        </p:tav>
                                      </p:tavLst>
                                    </p:anim>
                                    <p:anim calcmode="lin" valueType="num">
                                      <p:cBhvr additive="base">
                                        <p:cTn id="164" dur="500" fill="hold"/>
                                        <p:tgtEl>
                                          <p:spTgt spid="40"/>
                                        </p:tgtEl>
                                        <p:attrNameLst>
                                          <p:attrName>ppt_y</p:attrName>
                                        </p:attrNameLst>
                                      </p:cBhvr>
                                      <p:tavLst>
                                        <p:tav tm="0">
                                          <p:val>
                                            <p:strVal val="#ppt_y"/>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2" presetClass="entr" presetSubtype="8" fill="hold" grpId="0" nodeType="clickEffect">
                                  <p:stCondLst>
                                    <p:cond delay="0"/>
                                  </p:stCondLst>
                                  <p:childTnLst>
                                    <p:set>
                                      <p:cBhvr>
                                        <p:cTn id="168" dur="1" fill="hold">
                                          <p:stCondLst>
                                            <p:cond delay="0"/>
                                          </p:stCondLst>
                                        </p:cTn>
                                        <p:tgtEl>
                                          <p:spTgt spid="41"/>
                                        </p:tgtEl>
                                        <p:attrNameLst>
                                          <p:attrName>style.visibility</p:attrName>
                                        </p:attrNameLst>
                                      </p:cBhvr>
                                      <p:to>
                                        <p:strVal val="visible"/>
                                      </p:to>
                                    </p:set>
                                    <p:anim calcmode="lin" valueType="num">
                                      <p:cBhvr additive="base">
                                        <p:cTn id="169" dur="500" fill="hold"/>
                                        <p:tgtEl>
                                          <p:spTgt spid="41"/>
                                        </p:tgtEl>
                                        <p:attrNameLst>
                                          <p:attrName>ppt_x</p:attrName>
                                        </p:attrNameLst>
                                      </p:cBhvr>
                                      <p:tavLst>
                                        <p:tav tm="0">
                                          <p:val>
                                            <p:strVal val="0-#ppt_w/2"/>
                                          </p:val>
                                        </p:tav>
                                        <p:tav tm="100000">
                                          <p:val>
                                            <p:strVal val="#ppt_x"/>
                                          </p:val>
                                        </p:tav>
                                      </p:tavLst>
                                    </p:anim>
                                    <p:anim calcmode="lin" valueType="num">
                                      <p:cBhvr additive="base">
                                        <p:cTn id="170" dur="500" fill="hold"/>
                                        <p:tgtEl>
                                          <p:spTgt spid="41"/>
                                        </p:tgtEl>
                                        <p:attrNameLst>
                                          <p:attrName>ppt_y</p:attrName>
                                        </p:attrNameLst>
                                      </p:cBhvr>
                                      <p:tavLst>
                                        <p:tav tm="0">
                                          <p:val>
                                            <p:strVal val="#ppt_y"/>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2" presetClass="entr" presetSubtype="8" fill="hold" grpId="0" nodeType="clickEffect">
                                  <p:stCondLst>
                                    <p:cond delay="0"/>
                                  </p:stCondLst>
                                  <p:childTnLst>
                                    <p:set>
                                      <p:cBhvr>
                                        <p:cTn id="174" dur="1" fill="hold">
                                          <p:stCondLst>
                                            <p:cond delay="0"/>
                                          </p:stCondLst>
                                        </p:cTn>
                                        <p:tgtEl>
                                          <p:spTgt spid="42"/>
                                        </p:tgtEl>
                                        <p:attrNameLst>
                                          <p:attrName>style.visibility</p:attrName>
                                        </p:attrNameLst>
                                      </p:cBhvr>
                                      <p:to>
                                        <p:strVal val="visible"/>
                                      </p:to>
                                    </p:set>
                                    <p:anim calcmode="lin" valueType="num">
                                      <p:cBhvr additive="base">
                                        <p:cTn id="175" dur="500" fill="hold"/>
                                        <p:tgtEl>
                                          <p:spTgt spid="42"/>
                                        </p:tgtEl>
                                        <p:attrNameLst>
                                          <p:attrName>ppt_x</p:attrName>
                                        </p:attrNameLst>
                                      </p:cBhvr>
                                      <p:tavLst>
                                        <p:tav tm="0">
                                          <p:val>
                                            <p:strVal val="0-#ppt_w/2"/>
                                          </p:val>
                                        </p:tav>
                                        <p:tav tm="100000">
                                          <p:val>
                                            <p:strVal val="#ppt_x"/>
                                          </p:val>
                                        </p:tav>
                                      </p:tavLst>
                                    </p:anim>
                                    <p:anim calcmode="lin" valueType="num">
                                      <p:cBhvr additive="base">
                                        <p:cTn id="176"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177" fill="hold">
                      <p:stCondLst>
                        <p:cond delay="indefinite"/>
                      </p:stCondLst>
                      <p:childTnLst>
                        <p:par>
                          <p:cTn id="178" fill="hold">
                            <p:stCondLst>
                              <p:cond delay="0"/>
                            </p:stCondLst>
                            <p:childTnLst>
                              <p:par>
                                <p:cTn id="179" presetID="2" presetClass="entr" presetSubtype="8" fill="hold" nodeType="clickEffect">
                                  <p:stCondLst>
                                    <p:cond delay="0"/>
                                  </p:stCondLst>
                                  <p:childTnLst>
                                    <p:set>
                                      <p:cBhvr>
                                        <p:cTn id="180" dur="1" fill="hold">
                                          <p:stCondLst>
                                            <p:cond delay="0"/>
                                          </p:stCondLst>
                                        </p:cTn>
                                        <p:tgtEl>
                                          <p:spTgt spid="43"/>
                                        </p:tgtEl>
                                        <p:attrNameLst>
                                          <p:attrName>style.visibility</p:attrName>
                                        </p:attrNameLst>
                                      </p:cBhvr>
                                      <p:to>
                                        <p:strVal val="visible"/>
                                      </p:to>
                                    </p:set>
                                    <p:anim calcmode="lin" valueType="num">
                                      <p:cBhvr additive="base">
                                        <p:cTn id="181" dur="500" fill="hold"/>
                                        <p:tgtEl>
                                          <p:spTgt spid="43"/>
                                        </p:tgtEl>
                                        <p:attrNameLst>
                                          <p:attrName>ppt_x</p:attrName>
                                        </p:attrNameLst>
                                      </p:cBhvr>
                                      <p:tavLst>
                                        <p:tav tm="0">
                                          <p:val>
                                            <p:strVal val="0-#ppt_w/2"/>
                                          </p:val>
                                        </p:tav>
                                        <p:tav tm="100000">
                                          <p:val>
                                            <p:strVal val="#ppt_x"/>
                                          </p:val>
                                        </p:tav>
                                      </p:tavLst>
                                    </p:anim>
                                    <p:anim calcmode="lin" valueType="num">
                                      <p:cBhvr additive="base">
                                        <p:cTn id="182" dur="500" fill="hold"/>
                                        <p:tgtEl>
                                          <p:spTgt spid="43"/>
                                        </p:tgtEl>
                                        <p:attrNameLst>
                                          <p:attrName>ppt_y</p:attrName>
                                        </p:attrNameLst>
                                      </p:cBhvr>
                                      <p:tavLst>
                                        <p:tav tm="0">
                                          <p:val>
                                            <p:strVal val="#ppt_y"/>
                                          </p:val>
                                        </p:tav>
                                        <p:tav tm="100000">
                                          <p:val>
                                            <p:strVal val="#ppt_y"/>
                                          </p:val>
                                        </p:tav>
                                      </p:tavLst>
                                    </p:anim>
                                  </p:childTnLst>
                                </p:cTn>
                              </p:par>
                            </p:childTnLst>
                          </p:cTn>
                        </p:par>
                      </p:childTnLst>
                    </p:cTn>
                  </p:par>
                  <p:par>
                    <p:cTn id="183" fill="hold">
                      <p:stCondLst>
                        <p:cond delay="indefinite"/>
                      </p:stCondLst>
                      <p:childTnLst>
                        <p:par>
                          <p:cTn id="184" fill="hold">
                            <p:stCondLst>
                              <p:cond delay="0"/>
                            </p:stCondLst>
                            <p:childTnLst>
                              <p:par>
                                <p:cTn id="185" presetID="2" presetClass="entr" presetSubtype="8" fill="hold" grpId="0" nodeType="clickEffect">
                                  <p:stCondLst>
                                    <p:cond delay="0"/>
                                  </p:stCondLst>
                                  <p:childTnLst>
                                    <p:set>
                                      <p:cBhvr>
                                        <p:cTn id="186" dur="1" fill="hold">
                                          <p:stCondLst>
                                            <p:cond delay="0"/>
                                          </p:stCondLst>
                                        </p:cTn>
                                        <p:tgtEl>
                                          <p:spTgt spid="44"/>
                                        </p:tgtEl>
                                        <p:attrNameLst>
                                          <p:attrName>style.visibility</p:attrName>
                                        </p:attrNameLst>
                                      </p:cBhvr>
                                      <p:to>
                                        <p:strVal val="visible"/>
                                      </p:to>
                                    </p:set>
                                    <p:anim calcmode="lin" valueType="num">
                                      <p:cBhvr additive="base">
                                        <p:cTn id="187" dur="500" fill="hold"/>
                                        <p:tgtEl>
                                          <p:spTgt spid="44"/>
                                        </p:tgtEl>
                                        <p:attrNameLst>
                                          <p:attrName>ppt_x</p:attrName>
                                        </p:attrNameLst>
                                      </p:cBhvr>
                                      <p:tavLst>
                                        <p:tav tm="0">
                                          <p:val>
                                            <p:strVal val="0-#ppt_w/2"/>
                                          </p:val>
                                        </p:tav>
                                        <p:tav tm="100000">
                                          <p:val>
                                            <p:strVal val="#ppt_x"/>
                                          </p:val>
                                        </p:tav>
                                      </p:tavLst>
                                    </p:anim>
                                    <p:anim calcmode="lin" valueType="num">
                                      <p:cBhvr additive="base">
                                        <p:cTn id="188" dur="500" fill="hold"/>
                                        <p:tgtEl>
                                          <p:spTgt spid="44"/>
                                        </p:tgtEl>
                                        <p:attrNameLst>
                                          <p:attrName>ppt_y</p:attrName>
                                        </p:attrNameLst>
                                      </p:cBhvr>
                                      <p:tavLst>
                                        <p:tav tm="0">
                                          <p:val>
                                            <p:strVal val="#ppt_y"/>
                                          </p:val>
                                        </p:tav>
                                        <p:tav tm="100000">
                                          <p:val>
                                            <p:strVal val="#ppt_y"/>
                                          </p:val>
                                        </p:tav>
                                      </p:tavLst>
                                    </p:anim>
                                  </p:childTnLst>
                                </p:cTn>
                              </p:par>
                            </p:childTnLst>
                          </p:cTn>
                        </p:par>
                      </p:childTnLst>
                    </p:cTn>
                  </p:par>
                  <p:par>
                    <p:cTn id="189" fill="hold">
                      <p:stCondLst>
                        <p:cond delay="indefinite"/>
                      </p:stCondLst>
                      <p:childTnLst>
                        <p:par>
                          <p:cTn id="190" fill="hold">
                            <p:stCondLst>
                              <p:cond delay="0"/>
                            </p:stCondLst>
                            <p:childTnLst>
                              <p:par>
                                <p:cTn id="191" presetID="2" presetClass="entr" presetSubtype="8" fill="hold" grpId="0" nodeType="clickEffect">
                                  <p:stCondLst>
                                    <p:cond delay="0"/>
                                  </p:stCondLst>
                                  <p:childTnLst>
                                    <p:set>
                                      <p:cBhvr>
                                        <p:cTn id="192" dur="1" fill="hold">
                                          <p:stCondLst>
                                            <p:cond delay="0"/>
                                          </p:stCondLst>
                                        </p:cTn>
                                        <p:tgtEl>
                                          <p:spTgt spid="45"/>
                                        </p:tgtEl>
                                        <p:attrNameLst>
                                          <p:attrName>style.visibility</p:attrName>
                                        </p:attrNameLst>
                                      </p:cBhvr>
                                      <p:to>
                                        <p:strVal val="visible"/>
                                      </p:to>
                                    </p:set>
                                    <p:anim calcmode="lin" valueType="num">
                                      <p:cBhvr additive="base">
                                        <p:cTn id="193" dur="500" fill="hold"/>
                                        <p:tgtEl>
                                          <p:spTgt spid="45"/>
                                        </p:tgtEl>
                                        <p:attrNameLst>
                                          <p:attrName>ppt_x</p:attrName>
                                        </p:attrNameLst>
                                      </p:cBhvr>
                                      <p:tavLst>
                                        <p:tav tm="0">
                                          <p:val>
                                            <p:strVal val="0-#ppt_w/2"/>
                                          </p:val>
                                        </p:tav>
                                        <p:tav tm="100000">
                                          <p:val>
                                            <p:strVal val="#ppt_x"/>
                                          </p:val>
                                        </p:tav>
                                      </p:tavLst>
                                    </p:anim>
                                    <p:anim calcmode="lin" valueType="num">
                                      <p:cBhvr additive="base">
                                        <p:cTn id="194"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195" fill="hold">
                      <p:stCondLst>
                        <p:cond delay="indefinite"/>
                      </p:stCondLst>
                      <p:childTnLst>
                        <p:par>
                          <p:cTn id="196" fill="hold">
                            <p:stCondLst>
                              <p:cond delay="0"/>
                            </p:stCondLst>
                            <p:childTnLst>
                              <p:par>
                                <p:cTn id="197" presetID="2" presetClass="entr" presetSubtype="8" fill="hold" grpId="0" nodeType="clickEffect">
                                  <p:stCondLst>
                                    <p:cond delay="0"/>
                                  </p:stCondLst>
                                  <p:childTnLst>
                                    <p:set>
                                      <p:cBhvr>
                                        <p:cTn id="198" dur="1" fill="hold">
                                          <p:stCondLst>
                                            <p:cond delay="0"/>
                                          </p:stCondLst>
                                        </p:cTn>
                                        <p:tgtEl>
                                          <p:spTgt spid="46"/>
                                        </p:tgtEl>
                                        <p:attrNameLst>
                                          <p:attrName>style.visibility</p:attrName>
                                        </p:attrNameLst>
                                      </p:cBhvr>
                                      <p:to>
                                        <p:strVal val="visible"/>
                                      </p:to>
                                    </p:set>
                                    <p:anim calcmode="lin" valueType="num">
                                      <p:cBhvr additive="base">
                                        <p:cTn id="199" dur="500" fill="hold"/>
                                        <p:tgtEl>
                                          <p:spTgt spid="46"/>
                                        </p:tgtEl>
                                        <p:attrNameLst>
                                          <p:attrName>ppt_x</p:attrName>
                                        </p:attrNameLst>
                                      </p:cBhvr>
                                      <p:tavLst>
                                        <p:tav tm="0">
                                          <p:val>
                                            <p:strVal val="0-#ppt_w/2"/>
                                          </p:val>
                                        </p:tav>
                                        <p:tav tm="100000">
                                          <p:val>
                                            <p:strVal val="#ppt_x"/>
                                          </p:val>
                                        </p:tav>
                                      </p:tavLst>
                                    </p:anim>
                                    <p:anim calcmode="lin" valueType="num">
                                      <p:cBhvr additive="base">
                                        <p:cTn id="200"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201" fill="hold">
                      <p:stCondLst>
                        <p:cond delay="indefinite"/>
                      </p:stCondLst>
                      <p:childTnLst>
                        <p:par>
                          <p:cTn id="202" fill="hold">
                            <p:stCondLst>
                              <p:cond delay="0"/>
                            </p:stCondLst>
                            <p:childTnLst>
                              <p:par>
                                <p:cTn id="203" presetID="2" presetClass="entr" presetSubtype="8" fill="hold" grpId="0" nodeType="clickEffect">
                                  <p:stCondLst>
                                    <p:cond delay="0"/>
                                  </p:stCondLst>
                                  <p:childTnLst>
                                    <p:set>
                                      <p:cBhvr>
                                        <p:cTn id="204" dur="1" fill="hold">
                                          <p:stCondLst>
                                            <p:cond delay="0"/>
                                          </p:stCondLst>
                                        </p:cTn>
                                        <p:tgtEl>
                                          <p:spTgt spid="47"/>
                                        </p:tgtEl>
                                        <p:attrNameLst>
                                          <p:attrName>style.visibility</p:attrName>
                                        </p:attrNameLst>
                                      </p:cBhvr>
                                      <p:to>
                                        <p:strVal val="visible"/>
                                      </p:to>
                                    </p:set>
                                    <p:anim calcmode="lin" valueType="num">
                                      <p:cBhvr additive="base">
                                        <p:cTn id="205" dur="500" fill="hold"/>
                                        <p:tgtEl>
                                          <p:spTgt spid="47"/>
                                        </p:tgtEl>
                                        <p:attrNameLst>
                                          <p:attrName>ppt_x</p:attrName>
                                        </p:attrNameLst>
                                      </p:cBhvr>
                                      <p:tavLst>
                                        <p:tav tm="0">
                                          <p:val>
                                            <p:strVal val="0-#ppt_w/2"/>
                                          </p:val>
                                        </p:tav>
                                        <p:tav tm="100000">
                                          <p:val>
                                            <p:strVal val="#ppt_x"/>
                                          </p:val>
                                        </p:tav>
                                      </p:tavLst>
                                    </p:anim>
                                    <p:anim calcmode="lin" valueType="num">
                                      <p:cBhvr additive="base">
                                        <p:cTn id="206"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207" fill="hold">
                      <p:stCondLst>
                        <p:cond delay="indefinite"/>
                      </p:stCondLst>
                      <p:childTnLst>
                        <p:par>
                          <p:cTn id="208" fill="hold">
                            <p:stCondLst>
                              <p:cond delay="0"/>
                            </p:stCondLst>
                            <p:childTnLst>
                              <p:par>
                                <p:cTn id="209" presetID="2" presetClass="entr" presetSubtype="8" fill="hold" nodeType="clickEffect">
                                  <p:stCondLst>
                                    <p:cond delay="0"/>
                                  </p:stCondLst>
                                  <p:childTnLst>
                                    <p:set>
                                      <p:cBhvr>
                                        <p:cTn id="210" dur="1" fill="hold">
                                          <p:stCondLst>
                                            <p:cond delay="0"/>
                                          </p:stCondLst>
                                        </p:cTn>
                                        <p:tgtEl>
                                          <p:spTgt spid="48"/>
                                        </p:tgtEl>
                                        <p:attrNameLst>
                                          <p:attrName>style.visibility</p:attrName>
                                        </p:attrNameLst>
                                      </p:cBhvr>
                                      <p:to>
                                        <p:strVal val="visible"/>
                                      </p:to>
                                    </p:set>
                                    <p:anim calcmode="lin" valueType="num">
                                      <p:cBhvr additive="base">
                                        <p:cTn id="211" dur="500" fill="hold"/>
                                        <p:tgtEl>
                                          <p:spTgt spid="48"/>
                                        </p:tgtEl>
                                        <p:attrNameLst>
                                          <p:attrName>ppt_x</p:attrName>
                                        </p:attrNameLst>
                                      </p:cBhvr>
                                      <p:tavLst>
                                        <p:tav tm="0">
                                          <p:val>
                                            <p:strVal val="0-#ppt_w/2"/>
                                          </p:val>
                                        </p:tav>
                                        <p:tav tm="100000">
                                          <p:val>
                                            <p:strVal val="#ppt_x"/>
                                          </p:val>
                                        </p:tav>
                                      </p:tavLst>
                                    </p:anim>
                                    <p:anim calcmode="lin" valueType="num">
                                      <p:cBhvr additive="base">
                                        <p:cTn id="212"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213" fill="hold">
                      <p:stCondLst>
                        <p:cond delay="indefinite"/>
                      </p:stCondLst>
                      <p:childTnLst>
                        <p:par>
                          <p:cTn id="214" fill="hold">
                            <p:stCondLst>
                              <p:cond delay="0"/>
                            </p:stCondLst>
                            <p:childTnLst>
                              <p:par>
                                <p:cTn id="215" presetID="2" presetClass="entr" presetSubtype="8" fill="hold" grpId="0" nodeType="clickEffect">
                                  <p:stCondLst>
                                    <p:cond delay="0"/>
                                  </p:stCondLst>
                                  <p:childTnLst>
                                    <p:set>
                                      <p:cBhvr>
                                        <p:cTn id="216" dur="1" fill="hold">
                                          <p:stCondLst>
                                            <p:cond delay="0"/>
                                          </p:stCondLst>
                                        </p:cTn>
                                        <p:tgtEl>
                                          <p:spTgt spid="49"/>
                                        </p:tgtEl>
                                        <p:attrNameLst>
                                          <p:attrName>style.visibility</p:attrName>
                                        </p:attrNameLst>
                                      </p:cBhvr>
                                      <p:to>
                                        <p:strVal val="visible"/>
                                      </p:to>
                                    </p:set>
                                    <p:anim calcmode="lin" valueType="num">
                                      <p:cBhvr additive="base">
                                        <p:cTn id="217" dur="500" fill="hold"/>
                                        <p:tgtEl>
                                          <p:spTgt spid="49"/>
                                        </p:tgtEl>
                                        <p:attrNameLst>
                                          <p:attrName>ppt_x</p:attrName>
                                        </p:attrNameLst>
                                      </p:cBhvr>
                                      <p:tavLst>
                                        <p:tav tm="0">
                                          <p:val>
                                            <p:strVal val="0-#ppt_w/2"/>
                                          </p:val>
                                        </p:tav>
                                        <p:tav tm="100000">
                                          <p:val>
                                            <p:strVal val="#ppt_x"/>
                                          </p:val>
                                        </p:tav>
                                      </p:tavLst>
                                    </p:anim>
                                    <p:anim calcmode="lin" valueType="num">
                                      <p:cBhvr additive="base">
                                        <p:cTn id="218" dur="500" fill="hold"/>
                                        <p:tgtEl>
                                          <p:spTgt spid="49"/>
                                        </p:tgtEl>
                                        <p:attrNameLst>
                                          <p:attrName>ppt_y</p:attrName>
                                        </p:attrNameLst>
                                      </p:cBhvr>
                                      <p:tavLst>
                                        <p:tav tm="0">
                                          <p:val>
                                            <p:strVal val="#ppt_y"/>
                                          </p:val>
                                        </p:tav>
                                        <p:tav tm="100000">
                                          <p:val>
                                            <p:strVal val="#ppt_y"/>
                                          </p:val>
                                        </p:tav>
                                      </p:tavLst>
                                    </p:anim>
                                  </p:childTnLst>
                                </p:cTn>
                              </p:par>
                            </p:childTnLst>
                          </p:cTn>
                        </p:par>
                      </p:childTnLst>
                    </p:cTn>
                  </p:par>
                  <p:par>
                    <p:cTn id="219" fill="hold">
                      <p:stCondLst>
                        <p:cond delay="indefinite"/>
                      </p:stCondLst>
                      <p:childTnLst>
                        <p:par>
                          <p:cTn id="220" fill="hold">
                            <p:stCondLst>
                              <p:cond delay="0"/>
                            </p:stCondLst>
                            <p:childTnLst>
                              <p:par>
                                <p:cTn id="221" presetID="2" presetClass="entr" presetSubtype="8" fill="hold" grpId="0" nodeType="clickEffect">
                                  <p:stCondLst>
                                    <p:cond delay="0"/>
                                  </p:stCondLst>
                                  <p:childTnLst>
                                    <p:set>
                                      <p:cBhvr>
                                        <p:cTn id="222" dur="1" fill="hold">
                                          <p:stCondLst>
                                            <p:cond delay="0"/>
                                          </p:stCondLst>
                                        </p:cTn>
                                        <p:tgtEl>
                                          <p:spTgt spid="50"/>
                                        </p:tgtEl>
                                        <p:attrNameLst>
                                          <p:attrName>style.visibility</p:attrName>
                                        </p:attrNameLst>
                                      </p:cBhvr>
                                      <p:to>
                                        <p:strVal val="visible"/>
                                      </p:to>
                                    </p:set>
                                    <p:anim calcmode="lin" valueType="num">
                                      <p:cBhvr additive="base">
                                        <p:cTn id="223" dur="500" fill="hold"/>
                                        <p:tgtEl>
                                          <p:spTgt spid="50"/>
                                        </p:tgtEl>
                                        <p:attrNameLst>
                                          <p:attrName>ppt_x</p:attrName>
                                        </p:attrNameLst>
                                      </p:cBhvr>
                                      <p:tavLst>
                                        <p:tav tm="0">
                                          <p:val>
                                            <p:strVal val="0-#ppt_w/2"/>
                                          </p:val>
                                        </p:tav>
                                        <p:tav tm="100000">
                                          <p:val>
                                            <p:strVal val="#ppt_x"/>
                                          </p:val>
                                        </p:tav>
                                      </p:tavLst>
                                    </p:anim>
                                    <p:anim calcmode="lin" valueType="num">
                                      <p:cBhvr additive="base">
                                        <p:cTn id="224" dur="500" fill="hold"/>
                                        <p:tgtEl>
                                          <p:spTgt spid="50"/>
                                        </p:tgtEl>
                                        <p:attrNameLst>
                                          <p:attrName>ppt_y</p:attrName>
                                        </p:attrNameLst>
                                      </p:cBhvr>
                                      <p:tavLst>
                                        <p:tav tm="0">
                                          <p:val>
                                            <p:strVal val="#ppt_y"/>
                                          </p:val>
                                        </p:tav>
                                        <p:tav tm="100000">
                                          <p:val>
                                            <p:strVal val="#ppt_y"/>
                                          </p:val>
                                        </p:tav>
                                      </p:tavLst>
                                    </p:anim>
                                  </p:childTnLst>
                                </p:cTn>
                              </p:par>
                            </p:childTnLst>
                          </p:cTn>
                        </p:par>
                      </p:childTnLst>
                    </p:cTn>
                  </p:par>
                  <p:par>
                    <p:cTn id="225" fill="hold">
                      <p:stCondLst>
                        <p:cond delay="indefinite"/>
                      </p:stCondLst>
                      <p:childTnLst>
                        <p:par>
                          <p:cTn id="226" fill="hold">
                            <p:stCondLst>
                              <p:cond delay="0"/>
                            </p:stCondLst>
                            <p:childTnLst>
                              <p:par>
                                <p:cTn id="227" presetID="2" presetClass="entr" presetSubtype="8" fill="hold" grpId="0" nodeType="clickEffect">
                                  <p:stCondLst>
                                    <p:cond delay="0"/>
                                  </p:stCondLst>
                                  <p:childTnLst>
                                    <p:set>
                                      <p:cBhvr>
                                        <p:cTn id="228" dur="1" fill="hold">
                                          <p:stCondLst>
                                            <p:cond delay="0"/>
                                          </p:stCondLst>
                                        </p:cTn>
                                        <p:tgtEl>
                                          <p:spTgt spid="51"/>
                                        </p:tgtEl>
                                        <p:attrNameLst>
                                          <p:attrName>style.visibility</p:attrName>
                                        </p:attrNameLst>
                                      </p:cBhvr>
                                      <p:to>
                                        <p:strVal val="visible"/>
                                      </p:to>
                                    </p:set>
                                    <p:anim calcmode="lin" valueType="num">
                                      <p:cBhvr additive="base">
                                        <p:cTn id="229" dur="500" fill="hold"/>
                                        <p:tgtEl>
                                          <p:spTgt spid="51"/>
                                        </p:tgtEl>
                                        <p:attrNameLst>
                                          <p:attrName>ppt_x</p:attrName>
                                        </p:attrNameLst>
                                      </p:cBhvr>
                                      <p:tavLst>
                                        <p:tav tm="0">
                                          <p:val>
                                            <p:strVal val="0-#ppt_w/2"/>
                                          </p:val>
                                        </p:tav>
                                        <p:tav tm="100000">
                                          <p:val>
                                            <p:strVal val="#ppt_x"/>
                                          </p:val>
                                        </p:tav>
                                      </p:tavLst>
                                    </p:anim>
                                    <p:anim calcmode="lin" valueType="num">
                                      <p:cBhvr additive="base">
                                        <p:cTn id="230" dur="500" fill="hold"/>
                                        <p:tgtEl>
                                          <p:spTgt spid="51"/>
                                        </p:tgtEl>
                                        <p:attrNameLst>
                                          <p:attrName>ppt_y</p:attrName>
                                        </p:attrNameLst>
                                      </p:cBhvr>
                                      <p:tavLst>
                                        <p:tav tm="0">
                                          <p:val>
                                            <p:strVal val="#ppt_y"/>
                                          </p:val>
                                        </p:tav>
                                        <p:tav tm="100000">
                                          <p:val>
                                            <p:strVal val="#ppt_y"/>
                                          </p:val>
                                        </p:tav>
                                      </p:tavLst>
                                    </p:anim>
                                  </p:childTnLst>
                                </p:cTn>
                              </p:par>
                            </p:childTnLst>
                          </p:cTn>
                        </p:par>
                      </p:childTnLst>
                    </p:cTn>
                  </p:par>
                  <p:par>
                    <p:cTn id="231" fill="hold">
                      <p:stCondLst>
                        <p:cond delay="indefinite"/>
                      </p:stCondLst>
                      <p:childTnLst>
                        <p:par>
                          <p:cTn id="232" fill="hold">
                            <p:stCondLst>
                              <p:cond delay="0"/>
                            </p:stCondLst>
                            <p:childTnLst>
                              <p:par>
                                <p:cTn id="233" presetID="2" presetClass="entr" presetSubtype="8" fill="hold" grpId="0" nodeType="clickEffect">
                                  <p:stCondLst>
                                    <p:cond delay="0"/>
                                  </p:stCondLst>
                                  <p:childTnLst>
                                    <p:set>
                                      <p:cBhvr>
                                        <p:cTn id="234" dur="1" fill="hold">
                                          <p:stCondLst>
                                            <p:cond delay="0"/>
                                          </p:stCondLst>
                                        </p:cTn>
                                        <p:tgtEl>
                                          <p:spTgt spid="52"/>
                                        </p:tgtEl>
                                        <p:attrNameLst>
                                          <p:attrName>style.visibility</p:attrName>
                                        </p:attrNameLst>
                                      </p:cBhvr>
                                      <p:to>
                                        <p:strVal val="visible"/>
                                      </p:to>
                                    </p:set>
                                    <p:anim calcmode="lin" valueType="num">
                                      <p:cBhvr additive="base">
                                        <p:cTn id="235" dur="500" fill="hold"/>
                                        <p:tgtEl>
                                          <p:spTgt spid="52"/>
                                        </p:tgtEl>
                                        <p:attrNameLst>
                                          <p:attrName>ppt_x</p:attrName>
                                        </p:attrNameLst>
                                      </p:cBhvr>
                                      <p:tavLst>
                                        <p:tav tm="0">
                                          <p:val>
                                            <p:strVal val="0-#ppt_w/2"/>
                                          </p:val>
                                        </p:tav>
                                        <p:tav tm="100000">
                                          <p:val>
                                            <p:strVal val="#ppt_x"/>
                                          </p:val>
                                        </p:tav>
                                      </p:tavLst>
                                    </p:anim>
                                    <p:anim calcmode="lin" valueType="num">
                                      <p:cBhvr additive="base">
                                        <p:cTn id="236" dur="500" fill="hold"/>
                                        <p:tgtEl>
                                          <p:spTgt spid="52"/>
                                        </p:tgtEl>
                                        <p:attrNameLst>
                                          <p:attrName>ppt_y</p:attrName>
                                        </p:attrNameLst>
                                      </p:cBhvr>
                                      <p:tavLst>
                                        <p:tav tm="0">
                                          <p:val>
                                            <p:strVal val="#ppt_y"/>
                                          </p:val>
                                        </p:tav>
                                        <p:tav tm="100000">
                                          <p:val>
                                            <p:strVal val="#ppt_y"/>
                                          </p:val>
                                        </p:tav>
                                      </p:tavLst>
                                    </p:anim>
                                  </p:childTnLst>
                                </p:cTn>
                              </p:par>
                            </p:childTnLst>
                          </p:cTn>
                        </p:par>
                      </p:childTnLst>
                    </p:cTn>
                  </p:par>
                  <p:par>
                    <p:cTn id="237" fill="hold">
                      <p:stCondLst>
                        <p:cond delay="indefinite"/>
                      </p:stCondLst>
                      <p:childTnLst>
                        <p:par>
                          <p:cTn id="238" fill="hold">
                            <p:stCondLst>
                              <p:cond delay="0"/>
                            </p:stCondLst>
                            <p:childTnLst>
                              <p:par>
                                <p:cTn id="239" presetID="2" presetClass="entr" presetSubtype="8" fill="hold" nodeType="clickEffect">
                                  <p:stCondLst>
                                    <p:cond delay="0"/>
                                  </p:stCondLst>
                                  <p:childTnLst>
                                    <p:set>
                                      <p:cBhvr>
                                        <p:cTn id="240" dur="1" fill="hold">
                                          <p:stCondLst>
                                            <p:cond delay="0"/>
                                          </p:stCondLst>
                                        </p:cTn>
                                        <p:tgtEl>
                                          <p:spTgt spid="53"/>
                                        </p:tgtEl>
                                        <p:attrNameLst>
                                          <p:attrName>style.visibility</p:attrName>
                                        </p:attrNameLst>
                                      </p:cBhvr>
                                      <p:to>
                                        <p:strVal val="visible"/>
                                      </p:to>
                                    </p:set>
                                    <p:anim calcmode="lin" valueType="num">
                                      <p:cBhvr additive="base">
                                        <p:cTn id="241" dur="500" fill="hold"/>
                                        <p:tgtEl>
                                          <p:spTgt spid="53"/>
                                        </p:tgtEl>
                                        <p:attrNameLst>
                                          <p:attrName>ppt_x</p:attrName>
                                        </p:attrNameLst>
                                      </p:cBhvr>
                                      <p:tavLst>
                                        <p:tav tm="0">
                                          <p:val>
                                            <p:strVal val="0-#ppt_w/2"/>
                                          </p:val>
                                        </p:tav>
                                        <p:tav tm="100000">
                                          <p:val>
                                            <p:strVal val="#ppt_x"/>
                                          </p:val>
                                        </p:tav>
                                      </p:tavLst>
                                    </p:anim>
                                    <p:anim calcmode="lin" valueType="num">
                                      <p:cBhvr additive="base">
                                        <p:cTn id="242" dur="500" fill="hold"/>
                                        <p:tgtEl>
                                          <p:spTgt spid="53"/>
                                        </p:tgtEl>
                                        <p:attrNameLst>
                                          <p:attrName>ppt_y</p:attrName>
                                        </p:attrNameLst>
                                      </p:cBhvr>
                                      <p:tavLst>
                                        <p:tav tm="0">
                                          <p:val>
                                            <p:strVal val="#ppt_y"/>
                                          </p:val>
                                        </p:tav>
                                        <p:tav tm="100000">
                                          <p:val>
                                            <p:strVal val="#ppt_y"/>
                                          </p:val>
                                        </p:tav>
                                      </p:tavLst>
                                    </p:anim>
                                  </p:childTnLst>
                                </p:cTn>
                              </p:par>
                            </p:childTnLst>
                          </p:cTn>
                        </p:par>
                      </p:childTnLst>
                    </p:cTn>
                  </p:par>
                  <p:par>
                    <p:cTn id="243" fill="hold">
                      <p:stCondLst>
                        <p:cond delay="indefinite"/>
                      </p:stCondLst>
                      <p:childTnLst>
                        <p:par>
                          <p:cTn id="244" fill="hold">
                            <p:stCondLst>
                              <p:cond delay="0"/>
                            </p:stCondLst>
                            <p:childTnLst>
                              <p:par>
                                <p:cTn id="245" presetID="2" presetClass="entr" presetSubtype="8" fill="hold" grpId="0" nodeType="clickEffect">
                                  <p:stCondLst>
                                    <p:cond delay="0"/>
                                  </p:stCondLst>
                                  <p:childTnLst>
                                    <p:set>
                                      <p:cBhvr>
                                        <p:cTn id="246" dur="1" fill="hold">
                                          <p:stCondLst>
                                            <p:cond delay="0"/>
                                          </p:stCondLst>
                                        </p:cTn>
                                        <p:tgtEl>
                                          <p:spTgt spid="54"/>
                                        </p:tgtEl>
                                        <p:attrNameLst>
                                          <p:attrName>style.visibility</p:attrName>
                                        </p:attrNameLst>
                                      </p:cBhvr>
                                      <p:to>
                                        <p:strVal val="visible"/>
                                      </p:to>
                                    </p:set>
                                    <p:anim calcmode="lin" valueType="num">
                                      <p:cBhvr additive="base">
                                        <p:cTn id="247" dur="500" fill="hold"/>
                                        <p:tgtEl>
                                          <p:spTgt spid="54"/>
                                        </p:tgtEl>
                                        <p:attrNameLst>
                                          <p:attrName>ppt_x</p:attrName>
                                        </p:attrNameLst>
                                      </p:cBhvr>
                                      <p:tavLst>
                                        <p:tav tm="0">
                                          <p:val>
                                            <p:strVal val="0-#ppt_w/2"/>
                                          </p:val>
                                        </p:tav>
                                        <p:tav tm="100000">
                                          <p:val>
                                            <p:strVal val="#ppt_x"/>
                                          </p:val>
                                        </p:tav>
                                      </p:tavLst>
                                    </p:anim>
                                    <p:anim calcmode="lin" valueType="num">
                                      <p:cBhvr additive="base">
                                        <p:cTn id="248" dur="500" fill="hold"/>
                                        <p:tgtEl>
                                          <p:spTgt spid="54"/>
                                        </p:tgtEl>
                                        <p:attrNameLst>
                                          <p:attrName>ppt_y</p:attrName>
                                        </p:attrNameLst>
                                      </p:cBhvr>
                                      <p:tavLst>
                                        <p:tav tm="0">
                                          <p:val>
                                            <p:strVal val="#ppt_y"/>
                                          </p:val>
                                        </p:tav>
                                        <p:tav tm="100000">
                                          <p:val>
                                            <p:strVal val="#ppt_y"/>
                                          </p:val>
                                        </p:tav>
                                      </p:tavLst>
                                    </p:anim>
                                  </p:childTnLst>
                                </p:cTn>
                              </p:par>
                            </p:childTnLst>
                          </p:cTn>
                        </p:par>
                      </p:childTnLst>
                    </p:cTn>
                  </p:par>
                  <p:par>
                    <p:cTn id="249" fill="hold">
                      <p:stCondLst>
                        <p:cond delay="indefinite"/>
                      </p:stCondLst>
                      <p:childTnLst>
                        <p:par>
                          <p:cTn id="250" fill="hold">
                            <p:stCondLst>
                              <p:cond delay="0"/>
                            </p:stCondLst>
                            <p:childTnLst>
                              <p:par>
                                <p:cTn id="251" presetID="2" presetClass="entr" presetSubtype="8" fill="hold" grpId="0" nodeType="clickEffect">
                                  <p:stCondLst>
                                    <p:cond delay="0"/>
                                  </p:stCondLst>
                                  <p:childTnLst>
                                    <p:set>
                                      <p:cBhvr>
                                        <p:cTn id="252" dur="1" fill="hold">
                                          <p:stCondLst>
                                            <p:cond delay="0"/>
                                          </p:stCondLst>
                                        </p:cTn>
                                        <p:tgtEl>
                                          <p:spTgt spid="55"/>
                                        </p:tgtEl>
                                        <p:attrNameLst>
                                          <p:attrName>style.visibility</p:attrName>
                                        </p:attrNameLst>
                                      </p:cBhvr>
                                      <p:to>
                                        <p:strVal val="visible"/>
                                      </p:to>
                                    </p:set>
                                    <p:anim calcmode="lin" valueType="num">
                                      <p:cBhvr additive="base">
                                        <p:cTn id="253" dur="500" fill="hold"/>
                                        <p:tgtEl>
                                          <p:spTgt spid="55"/>
                                        </p:tgtEl>
                                        <p:attrNameLst>
                                          <p:attrName>ppt_x</p:attrName>
                                        </p:attrNameLst>
                                      </p:cBhvr>
                                      <p:tavLst>
                                        <p:tav tm="0">
                                          <p:val>
                                            <p:strVal val="0-#ppt_w/2"/>
                                          </p:val>
                                        </p:tav>
                                        <p:tav tm="100000">
                                          <p:val>
                                            <p:strVal val="#ppt_x"/>
                                          </p:val>
                                        </p:tav>
                                      </p:tavLst>
                                    </p:anim>
                                    <p:anim calcmode="lin" valueType="num">
                                      <p:cBhvr additive="base">
                                        <p:cTn id="254" dur="500" fill="hold"/>
                                        <p:tgtEl>
                                          <p:spTgt spid="55"/>
                                        </p:tgtEl>
                                        <p:attrNameLst>
                                          <p:attrName>ppt_y</p:attrName>
                                        </p:attrNameLst>
                                      </p:cBhvr>
                                      <p:tavLst>
                                        <p:tav tm="0">
                                          <p:val>
                                            <p:strVal val="#ppt_y"/>
                                          </p:val>
                                        </p:tav>
                                        <p:tav tm="100000">
                                          <p:val>
                                            <p:strVal val="#ppt_y"/>
                                          </p:val>
                                        </p:tav>
                                      </p:tavLst>
                                    </p:anim>
                                  </p:childTnLst>
                                </p:cTn>
                              </p:par>
                            </p:childTnLst>
                          </p:cTn>
                        </p:par>
                      </p:childTnLst>
                    </p:cTn>
                  </p:par>
                  <p:par>
                    <p:cTn id="255" fill="hold">
                      <p:stCondLst>
                        <p:cond delay="indefinite"/>
                      </p:stCondLst>
                      <p:childTnLst>
                        <p:par>
                          <p:cTn id="256" fill="hold">
                            <p:stCondLst>
                              <p:cond delay="0"/>
                            </p:stCondLst>
                            <p:childTnLst>
                              <p:par>
                                <p:cTn id="257" presetID="2" presetClass="entr" presetSubtype="8" fill="hold" grpId="0" nodeType="clickEffect">
                                  <p:stCondLst>
                                    <p:cond delay="0"/>
                                  </p:stCondLst>
                                  <p:childTnLst>
                                    <p:set>
                                      <p:cBhvr>
                                        <p:cTn id="258" dur="1" fill="hold">
                                          <p:stCondLst>
                                            <p:cond delay="0"/>
                                          </p:stCondLst>
                                        </p:cTn>
                                        <p:tgtEl>
                                          <p:spTgt spid="56"/>
                                        </p:tgtEl>
                                        <p:attrNameLst>
                                          <p:attrName>style.visibility</p:attrName>
                                        </p:attrNameLst>
                                      </p:cBhvr>
                                      <p:to>
                                        <p:strVal val="visible"/>
                                      </p:to>
                                    </p:set>
                                    <p:anim calcmode="lin" valueType="num">
                                      <p:cBhvr additive="base">
                                        <p:cTn id="259" dur="500" fill="hold"/>
                                        <p:tgtEl>
                                          <p:spTgt spid="56"/>
                                        </p:tgtEl>
                                        <p:attrNameLst>
                                          <p:attrName>ppt_x</p:attrName>
                                        </p:attrNameLst>
                                      </p:cBhvr>
                                      <p:tavLst>
                                        <p:tav tm="0">
                                          <p:val>
                                            <p:strVal val="0-#ppt_w/2"/>
                                          </p:val>
                                        </p:tav>
                                        <p:tav tm="100000">
                                          <p:val>
                                            <p:strVal val="#ppt_x"/>
                                          </p:val>
                                        </p:tav>
                                      </p:tavLst>
                                    </p:anim>
                                    <p:anim calcmode="lin" valueType="num">
                                      <p:cBhvr additive="base">
                                        <p:cTn id="260" dur="500" fill="hold"/>
                                        <p:tgtEl>
                                          <p:spTgt spid="56"/>
                                        </p:tgtEl>
                                        <p:attrNameLst>
                                          <p:attrName>ppt_y</p:attrName>
                                        </p:attrNameLst>
                                      </p:cBhvr>
                                      <p:tavLst>
                                        <p:tav tm="0">
                                          <p:val>
                                            <p:strVal val="#ppt_y"/>
                                          </p:val>
                                        </p:tav>
                                        <p:tav tm="100000">
                                          <p:val>
                                            <p:strVal val="#ppt_y"/>
                                          </p:val>
                                        </p:tav>
                                      </p:tavLst>
                                    </p:anim>
                                  </p:childTnLst>
                                </p:cTn>
                              </p:par>
                            </p:childTnLst>
                          </p:cTn>
                        </p:par>
                      </p:childTnLst>
                    </p:cTn>
                  </p:par>
                  <p:par>
                    <p:cTn id="261" fill="hold">
                      <p:stCondLst>
                        <p:cond delay="indefinite"/>
                      </p:stCondLst>
                      <p:childTnLst>
                        <p:par>
                          <p:cTn id="262" fill="hold">
                            <p:stCondLst>
                              <p:cond delay="0"/>
                            </p:stCondLst>
                            <p:childTnLst>
                              <p:par>
                                <p:cTn id="263" presetID="2" presetClass="entr" presetSubtype="8" fill="hold" grpId="0" nodeType="clickEffect">
                                  <p:stCondLst>
                                    <p:cond delay="0"/>
                                  </p:stCondLst>
                                  <p:childTnLst>
                                    <p:set>
                                      <p:cBhvr>
                                        <p:cTn id="264" dur="1" fill="hold">
                                          <p:stCondLst>
                                            <p:cond delay="0"/>
                                          </p:stCondLst>
                                        </p:cTn>
                                        <p:tgtEl>
                                          <p:spTgt spid="57"/>
                                        </p:tgtEl>
                                        <p:attrNameLst>
                                          <p:attrName>style.visibility</p:attrName>
                                        </p:attrNameLst>
                                      </p:cBhvr>
                                      <p:to>
                                        <p:strVal val="visible"/>
                                      </p:to>
                                    </p:set>
                                    <p:anim calcmode="lin" valueType="num">
                                      <p:cBhvr additive="base">
                                        <p:cTn id="265" dur="500" fill="hold"/>
                                        <p:tgtEl>
                                          <p:spTgt spid="57"/>
                                        </p:tgtEl>
                                        <p:attrNameLst>
                                          <p:attrName>ppt_x</p:attrName>
                                        </p:attrNameLst>
                                      </p:cBhvr>
                                      <p:tavLst>
                                        <p:tav tm="0">
                                          <p:val>
                                            <p:strVal val="0-#ppt_w/2"/>
                                          </p:val>
                                        </p:tav>
                                        <p:tav tm="100000">
                                          <p:val>
                                            <p:strVal val="#ppt_x"/>
                                          </p:val>
                                        </p:tav>
                                      </p:tavLst>
                                    </p:anim>
                                    <p:anim calcmode="lin" valueType="num">
                                      <p:cBhvr additive="base">
                                        <p:cTn id="266" dur="500" fill="hold"/>
                                        <p:tgtEl>
                                          <p:spTgt spid="57"/>
                                        </p:tgtEl>
                                        <p:attrNameLst>
                                          <p:attrName>ppt_y</p:attrName>
                                        </p:attrNameLst>
                                      </p:cBhvr>
                                      <p:tavLst>
                                        <p:tav tm="0">
                                          <p:val>
                                            <p:strVal val="#ppt_y"/>
                                          </p:val>
                                        </p:tav>
                                        <p:tav tm="100000">
                                          <p:val>
                                            <p:strVal val="#ppt_y"/>
                                          </p:val>
                                        </p:tav>
                                      </p:tavLst>
                                    </p:anim>
                                  </p:childTnLst>
                                </p:cTn>
                              </p:par>
                            </p:childTnLst>
                          </p:cTn>
                        </p:par>
                      </p:childTnLst>
                    </p:cTn>
                  </p:par>
                  <p:par>
                    <p:cTn id="267" fill="hold">
                      <p:stCondLst>
                        <p:cond delay="indefinite"/>
                      </p:stCondLst>
                      <p:childTnLst>
                        <p:par>
                          <p:cTn id="268" fill="hold">
                            <p:stCondLst>
                              <p:cond delay="0"/>
                            </p:stCondLst>
                            <p:childTnLst>
                              <p:par>
                                <p:cTn id="269" presetID="2" presetClass="entr" presetSubtype="8" fill="hold" nodeType="clickEffect">
                                  <p:stCondLst>
                                    <p:cond delay="0"/>
                                  </p:stCondLst>
                                  <p:childTnLst>
                                    <p:set>
                                      <p:cBhvr>
                                        <p:cTn id="270" dur="1" fill="hold">
                                          <p:stCondLst>
                                            <p:cond delay="0"/>
                                          </p:stCondLst>
                                        </p:cTn>
                                        <p:tgtEl>
                                          <p:spTgt spid="58"/>
                                        </p:tgtEl>
                                        <p:attrNameLst>
                                          <p:attrName>style.visibility</p:attrName>
                                        </p:attrNameLst>
                                      </p:cBhvr>
                                      <p:to>
                                        <p:strVal val="visible"/>
                                      </p:to>
                                    </p:set>
                                    <p:anim calcmode="lin" valueType="num">
                                      <p:cBhvr additive="base">
                                        <p:cTn id="271" dur="500" fill="hold"/>
                                        <p:tgtEl>
                                          <p:spTgt spid="58"/>
                                        </p:tgtEl>
                                        <p:attrNameLst>
                                          <p:attrName>ppt_x</p:attrName>
                                        </p:attrNameLst>
                                      </p:cBhvr>
                                      <p:tavLst>
                                        <p:tav tm="0">
                                          <p:val>
                                            <p:strVal val="0-#ppt_w/2"/>
                                          </p:val>
                                        </p:tav>
                                        <p:tav tm="100000">
                                          <p:val>
                                            <p:strVal val="#ppt_x"/>
                                          </p:val>
                                        </p:tav>
                                      </p:tavLst>
                                    </p:anim>
                                    <p:anim calcmode="lin" valueType="num">
                                      <p:cBhvr additive="base">
                                        <p:cTn id="272" dur="500" fill="hold"/>
                                        <p:tgtEl>
                                          <p:spTgt spid="58"/>
                                        </p:tgtEl>
                                        <p:attrNameLst>
                                          <p:attrName>ppt_y</p:attrName>
                                        </p:attrNameLst>
                                      </p:cBhvr>
                                      <p:tavLst>
                                        <p:tav tm="0">
                                          <p:val>
                                            <p:strVal val="#ppt_y"/>
                                          </p:val>
                                        </p:tav>
                                        <p:tav tm="100000">
                                          <p:val>
                                            <p:strVal val="#ppt_y"/>
                                          </p:val>
                                        </p:tav>
                                      </p:tavLst>
                                    </p:anim>
                                  </p:childTnLst>
                                </p:cTn>
                              </p:par>
                            </p:childTnLst>
                          </p:cTn>
                        </p:par>
                      </p:childTnLst>
                    </p:cTn>
                  </p:par>
                  <p:par>
                    <p:cTn id="273" fill="hold">
                      <p:stCondLst>
                        <p:cond delay="indefinite"/>
                      </p:stCondLst>
                      <p:childTnLst>
                        <p:par>
                          <p:cTn id="274" fill="hold">
                            <p:stCondLst>
                              <p:cond delay="0"/>
                            </p:stCondLst>
                            <p:childTnLst>
                              <p:par>
                                <p:cTn id="275" presetID="2" presetClass="entr" presetSubtype="8" fill="hold" grpId="0" nodeType="clickEffect">
                                  <p:stCondLst>
                                    <p:cond delay="0"/>
                                  </p:stCondLst>
                                  <p:childTnLst>
                                    <p:set>
                                      <p:cBhvr>
                                        <p:cTn id="276" dur="1" fill="hold">
                                          <p:stCondLst>
                                            <p:cond delay="0"/>
                                          </p:stCondLst>
                                        </p:cTn>
                                        <p:tgtEl>
                                          <p:spTgt spid="59"/>
                                        </p:tgtEl>
                                        <p:attrNameLst>
                                          <p:attrName>style.visibility</p:attrName>
                                        </p:attrNameLst>
                                      </p:cBhvr>
                                      <p:to>
                                        <p:strVal val="visible"/>
                                      </p:to>
                                    </p:set>
                                    <p:anim calcmode="lin" valueType="num">
                                      <p:cBhvr additive="base">
                                        <p:cTn id="277" dur="500" fill="hold"/>
                                        <p:tgtEl>
                                          <p:spTgt spid="59"/>
                                        </p:tgtEl>
                                        <p:attrNameLst>
                                          <p:attrName>ppt_x</p:attrName>
                                        </p:attrNameLst>
                                      </p:cBhvr>
                                      <p:tavLst>
                                        <p:tav tm="0">
                                          <p:val>
                                            <p:strVal val="0-#ppt_w/2"/>
                                          </p:val>
                                        </p:tav>
                                        <p:tav tm="100000">
                                          <p:val>
                                            <p:strVal val="#ppt_x"/>
                                          </p:val>
                                        </p:tav>
                                      </p:tavLst>
                                    </p:anim>
                                    <p:anim calcmode="lin" valueType="num">
                                      <p:cBhvr additive="base">
                                        <p:cTn id="278" dur="500" fill="hold"/>
                                        <p:tgtEl>
                                          <p:spTgt spid="59"/>
                                        </p:tgtEl>
                                        <p:attrNameLst>
                                          <p:attrName>ppt_y</p:attrName>
                                        </p:attrNameLst>
                                      </p:cBhvr>
                                      <p:tavLst>
                                        <p:tav tm="0">
                                          <p:val>
                                            <p:strVal val="#ppt_y"/>
                                          </p:val>
                                        </p:tav>
                                        <p:tav tm="100000">
                                          <p:val>
                                            <p:strVal val="#ppt_y"/>
                                          </p:val>
                                        </p:tav>
                                      </p:tavLst>
                                    </p:anim>
                                  </p:childTnLst>
                                </p:cTn>
                              </p:par>
                            </p:childTnLst>
                          </p:cTn>
                        </p:par>
                      </p:childTnLst>
                    </p:cTn>
                  </p:par>
                  <p:par>
                    <p:cTn id="279" fill="hold">
                      <p:stCondLst>
                        <p:cond delay="indefinite"/>
                      </p:stCondLst>
                      <p:childTnLst>
                        <p:par>
                          <p:cTn id="280" fill="hold">
                            <p:stCondLst>
                              <p:cond delay="0"/>
                            </p:stCondLst>
                            <p:childTnLst>
                              <p:par>
                                <p:cTn id="281" presetID="2" presetClass="entr" presetSubtype="8" fill="hold" grpId="0" nodeType="clickEffect">
                                  <p:stCondLst>
                                    <p:cond delay="0"/>
                                  </p:stCondLst>
                                  <p:childTnLst>
                                    <p:set>
                                      <p:cBhvr>
                                        <p:cTn id="282" dur="1" fill="hold">
                                          <p:stCondLst>
                                            <p:cond delay="0"/>
                                          </p:stCondLst>
                                        </p:cTn>
                                        <p:tgtEl>
                                          <p:spTgt spid="60"/>
                                        </p:tgtEl>
                                        <p:attrNameLst>
                                          <p:attrName>style.visibility</p:attrName>
                                        </p:attrNameLst>
                                      </p:cBhvr>
                                      <p:to>
                                        <p:strVal val="visible"/>
                                      </p:to>
                                    </p:set>
                                    <p:anim calcmode="lin" valueType="num">
                                      <p:cBhvr additive="base">
                                        <p:cTn id="283" dur="500" fill="hold"/>
                                        <p:tgtEl>
                                          <p:spTgt spid="60"/>
                                        </p:tgtEl>
                                        <p:attrNameLst>
                                          <p:attrName>ppt_x</p:attrName>
                                        </p:attrNameLst>
                                      </p:cBhvr>
                                      <p:tavLst>
                                        <p:tav tm="0">
                                          <p:val>
                                            <p:strVal val="0-#ppt_w/2"/>
                                          </p:val>
                                        </p:tav>
                                        <p:tav tm="100000">
                                          <p:val>
                                            <p:strVal val="#ppt_x"/>
                                          </p:val>
                                        </p:tav>
                                      </p:tavLst>
                                    </p:anim>
                                    <p:anim calcmode="lin" valueType="num">
                                      <p:cBhvr additive="base">
                                        <p:cTn id="284" dur="500" fill="hold"/>
                                        <p:tgtEl>
                                          <p:spTgt spid="60"/>
                                        </p:tgtEl>
                                        <p:attrNameLst>
                                          <p:attrName>ppt_y</p:attrName>
                                        </p:attrNameLst>
                                      </p:cBhvr>
                                      <p:tavLst>
                                        <p:tav tm="0">
                                          <p:val>
                                            <p:strVal val="#ppt_y"/>
                                          </p:val>
                                        </p:tav>
                                        <p:tav tm="100000">
                                          <p:val>
                                            <p:strVal val="#ppt_y"/>
                                          </p:val>
                                        </p:tav>
                                      </p:tavLst>
                                    </p:anim>
                                  </p:childTnLst>
                                </p:cTn>
                              </p:par>
                            </p:childTnLst>
                          </p:cTn>
                        </p:par>
                      </p:childTnLst>
                    </p:cTn>
                  </p:par>
                  <p:par>
                    <p:cTn id="285" fill="hold">
                      <p:stCondLst>
                        <p:cond delay="indefinite"/>
                      </p:stCondLst>
                      <p:childTnLst>
                        <p:par>
                          <p:cTn id="286" fill="hold">
                            <p:stCondLst>
                              <p:cond delay="0"/>
                            </p:stCondLst>
                            <p:childTnLst>
                              <p:par>
                                <p:cTn id="287" presetID="2" presetClass="entr" presetSubtype="8" fill="hold" grpId="0" nodeType="clickEffect">
                                  <p:stCondLst>
                                    <p:cond delay="0"/>
                                  </p:stCondLst>
                                  <p:childTnLst>
                                    <p:set>
                                      <p:cBhvr>
                                        <p:cTn id="288" dur="1" fill="hold">
                                          <p:stCondLst>
                                            <p:cond delay="0"/>
                                          </p:stCondLst>
                                        </p:cTn>
                                        <p:tgtEl>
                                          <p:spTgt spid="61"/>
                                        </p:tgtEl>
                                        <p:attrNameLst>
                                          <p:attrName>style.visibility</p:attrName>
                                        </p:attrNameLst>
                                      </p:cBhvr>
                                      <p:to>
                                        <p:strVal val="visible"/>
                                      </p:to>
                                    </p:set>
                                    <p:anim calcmode="lin" valueType="num">
                                      <p:cBhvr additive="base">
                                        <p:cTn id="289" dur="500" fill="hold"/>
                                        <p:tgtEl>
                                          <p:spTgt spid="61"/>
                                        </p:tgtEl>
                                        <p:attrNameLst>
                                          <p:attrName>ppt_x</p:attrName>
                                        </p:attrNameLst>
                                      </p:cBhvr>
                                      <p:tavLst>
                                        <p:tav tm="0">
                                          <p:val>
                                            <p:strVal val="0-#ppt_w/2"/>
                                          </p:val>
                                        </p:tav>
                                        <p:tav tm="100000">
                                          <p:val>
                                            <p:strVal val="#ppt_x"/>
                                          </p:val>
                                        </p:tav>
                                      </p:tavLst>
                                    </p:anim>
                                    <p:anim calcmode="lin" valueType="num">
                                      <p:cBhvr additive="base">
                                        <p:cTn id="290" dur="500" fill="hold"/>
                                        <p:tgtEl>
                                          <p:spTgt spid="61"/>
                                        </p:tgtEl>
                                        <p:attrNameLst>
                                          <p:attrName>ppt_y</p:attrName>
                                        </p:attrNameLst>
                                      </p:cBhvr>
                                      <p:tavLst>
                                        <p:tav tm="0">
                                          <p:val>
                                            <p:strVal val="#ppt_y"/>
                                          </p:val>
                                        </p:tav>
                                        <p:tav tm="100000">
                                          <p:val>
                                            <p:strVal val="#ppt_y"/>
                                          </p:val>
                                        </p:tav>
                                      </p:tavLst>
                                    </p:anim>
                                  </p:childTnLst>
                                </p:cTn>
                              </p:par>
                            </p:childTnLst>
                          </p:cTn>
                        </p:par>
                      </p:childTnLst>
                    </p:cTn>
                  </p:par>
                  <p:par>
                    <p:cTn id="291" fill="hold">
                      <p:stCondLst>
                        <p:cond delay="indefinite"/>
                      </p:stCondLst>
                      <p:childTnLst>
                        <p:par>
                          <p:cTn id="292" fill="hold">
                            <p:stCondLst>
                              <p:cond delay="0"/>
                            </p:stCondLst>
                            <p:childTnLst>
                              <p:par>
                                <p:cTn id="293" presetID="2" presetClass="entr" presetSubtype="8" fill="hold" grpId="0" nodeType="clickEffect">
                                  <p:stCondLst>
                                    <p:cond delay="0"/>
                                  </p:stCondLst>
                                  <p:childTnLst>
                                    <p:set>
                                      <p:cBhvr>
                                        <p:cTn id="294" dur="1" fill="hold">
                                          <p:stCondLst>
                                            <p:cond delay="0"/>
                                          </p:stCondLst>
                                        </p:cTn>
                                        <p:tgtEl>
                                          <p:spTgt spid="62"/>
                                        </p:tgtEl>
                                        <p:attrNameLst>
                                          <p:attrName>style.visibility</p:attrName>
                                        </p:attrNameLst>
                                      </p:cBhvr>
                                      <p:to>
                                        <p:strVal val="visible"/>
                                      </p:to>
                                    </p:set>
                                    <p:anim calcmode="lin" valueType="num">
                                      <p:cBhvr additive="base">
                                        <p:cTn id="295" dur="500" fill="hold"/>
                                        <p:tgtEl>
                                          <p:spTgt spid="62"/>
                                        </p:tgtEl>
                                        <p:attrNameLst>
                                          <p:attrName>ppt_x</p:attrName>
                                        </p:attrNameLst>
                                      </p:cBhvr>
                                      <p:tavLst>
                                        <p:tav tm="0">
                                          <p:val>
                                            <p:strVal val="0-#ppt_w/2"/>
                                          </p:val>
                                        </p:tav>
                                        <p:tav tm="100000">
                                          <p:val>
                                            <p:strVal val="#ppt_x"/>
                                          </p:val>
                                        </p:tav>
                                      </p:tavLst>
                                    </p:anim>
                                    <p:anim calcmode="lin" valueType="num">
                                      <p:cBhvr additive="base">
                                        <p:cTn id="296" dur="500" fill="hold"/>
                                        <p:tgtEl>
                                          <p:spTgt spid="62"/>
                                        </p:tgtEl>
                                        <p:attrNameLst>
                                          <p:attrName>ppt_y</p:attrName>
                                        </p:attrNameLst>
                                      </p:cBhvr>
                                      <p:tavLst>
                                        <p:tav tm="0">
                                          <p:val>
                                            <p:strVal val="#ppt_y"/>
                                          </p:val>
                                        </p:tav>
                                        <p:tav tm="100000">
                                          <p:val>
                                            <p:strVal val="#ppt_y"/>
                                          </p:val>
                                        </p:tav>
                                      </p:tavLst>
                                    </p:anim>
                                  </p:childTnLst>
                                </p:cTn>
                              </p:par>
                            </p:childTnLst>
                          </p:cTn>
                        </p:par>
                      </p:childTnLst>
                    </p:cTn>
                  </p:par>
                  <p:par>
                    <p:cTn id="297" fill="hold">
                      <p:stCondLst>
                        <p:cond delay="indefinite"/>
                      </p:stCondLst>
                      <p:childTnLst>
                        <p:par>
                          <p:cTn id="298" fill="hold">
                            <p:stCondLst>
                              <p:cond delay="0"/>
                            </p:stCondLst>
                            <p:childTnLst>
                              <p:par>
                                <p:cTn id="299" presetID="2" presetClass="entr" presetSubtype="8" fill="hold" nodeType="clickEffect">
                                  <p:stCondLst>
                                    <p:cond delay="0"/>
                                  </p:stCondLst>
                                  <p:childTnLst>
                                    <p:set>
                                      <p:cBhvr>
                                        <p:cTn id="300" dur="1" fill="hold">
                                          <p:stCondLst>
                                            <p:cond delay="0"/>
                                          </p:stCondLst>
                                        </p:cTn>
                                        <p:tgtEl>
                                          <p:spTgt spid="63"/>
                                        </p:tgtEl>
                                        <p:attrNameLst>
                                          <p:attrName>style.visibility</p:attrName>
                                        </p:attrNameLst>
                                      </p:cBhvr>
                                      <p:to>
                                        <p:strVal val="visible"/>
                                      </p:to>
                                    </p:set>
                                    <p:anim calcmode="lin" valueType="num">
                                      <p:cBhvr additive="base">
                                        <p:cTn id="301" dur="500" fill="hold"/>
                                        <p:tgtEl>
                                          <p:spTgt spid="63"/>
                                        </p:tgtEl>
                                        <p:attrNameLst>
                                          <p:attrName>ppt_x</p:attrName>
                                        </p:attrNameLst>
                                      </p:cBhvr>
                                      <p:tavLst>
                                        <p:tav tm="0">
                                          <p:val>
                                            <p:strVal val="0-#ppt_w/2"/>
                                          </p:val>
                                        </p:tav>
                                        <p:tav tm="100000">
                                          <p:val>
                                            <p:strVal val="#ppt_x"/>
                                          </p:val>
                                        </p:tav>
                                      </p:tavLst>
                                    </p:anim>
                                    <p:anim calcmode="lin" valueType="num">
                                      <p:cBhvr additive="base">
                                        <p:cTn id="302" dur="500" fill="hold"/>
                                        <p:tgtEl>
                                          <p:spTgt spid="63"/>
                                        </p:tgtEl>
                                        <p:attrNameLst>
                                          <p:attrName>ppt_y</p:attrName>
                                        </p:attrNameLst>
                                      </p:cBhvr>
                                      <p:tavLst>
                                        <p:tav tm="0">
                                          <p:val>
                                            <p:strVal val="#ppt_y"/>
                                          </p:val>
                                        </p:tav>
                                        <p:tav tm="100000">
                                          <p:val>
                                            <p:strVal val="#ppt_y"/>
                                          </p:val>
                                        </p:tav>
                                      </p:tavLst>
                                    </p:anim>
                                  </p:childTnLst>
                                </p:cTn>
                              </p:par>
                            </p:childTnLst>
                          </p:cTn>
                        </p:par>
                      </p:childTnLst>
                    </p:cTn>
                  </p:par>
                  <p:par>
                    <p:cTn id="303" fill="hold">
                      <p:stCondLst>
                        <p:cond delay="indefinite"/>
                      </p:stCondLst>
                      <p:childTnLst>
                        <p:par>
                          <p:cTn id="304" fill="hold">
                            <p:stCondLst>
                              <p:cond delay="0"/>
                            </p:stCondLst>
                            <p:childTnLst>
                              <p:par>
                                <p:cTn id="305" presetID="2" presetClass="entr" presetSubtype="8" fill="hold" grpId="0" nodeType="clickEffect">
                                  <p:stCondLst>
                                    <p:cond delay="0"/>
                                  </p:stCondLst>
                                  <p:childTnLst>
                                    <p:set>
                                      <p:cBhvr>
                                        <p:cTn id="306" dur="1" fill="hold">
                                          <p:stCondLst>
                                            <p:cond delay="0"/>
                                          </p:stCondLst>
                                        </p:cTn>
                                        <p:tgtEl>
                                          <p:spTgt spid="64"/>
                                        </p:tgtEl>
                                        <p:attrNameLst>
                                          <p:attrName>style.visibility</p:attrName>
                                        </p:attrNameLst>
                                      </p:cBhvr>
                                      <p:to>
                                        <p:strVal val="visible"/>
                                      </p:to>
                                    </p:set>
                                    <p:anim calcmode="lin" valueType="num">
                                      <p:cBhvr additive="base">
                                        <p:cTn id="307" dur="500" fill="hold"/>
                                        <p:tgtEl>
                                          <p:spTgt spid="64"/>
                                        </p:tgtEl>
                                        <p:attrNameLst>
                                          <p:attrName>ppt_x</p:attrName>
                                        </p:attrNameLst>
                                      </p:cBhvr>
                                      <p:tavLst>
                                        <p:tav tm="0">
                                          <p:val>
                                            <p:strVal val="0-#ppt_w/2"/>
                                          </p:val>
                                        </p:tav>
                                        <p:tav tm="100000">
                                          <p:val>
                                            <p:strVal val="#ppt_x"/>
                                          </p:val>
                                        </p:tav>
                                      </p:tavLst>
                                    </p:anim>
                                    <p:anim calcmode="lin" valueType="num">
                                      <p:cBhvr additive="base">
                                        <p:cTn id="308" dur="500" fill="hold"/>
                                        <p:tgtEl>
                                          <p:spTgt spid="64"/>
                                        </p:tgtEl>
                                        <p:attrNameLst>
                                          <p:attrName>ppt_y</p:attrName>
                                        </p:attrNameLst>
                                      </p:cBhvr>
                                      <p:tavLst>
                                        <p:tav tm="0">
                                          <p:val>
                                            <p:strVal val="#ppt_y"/>
                                          </p:val>
                                        </p:tav>
                                        <p:tav tm="100000">
                                          <p:val>
                                            <p:strVal val="#ppt_y"/>
                                          </p:val>
                                        </p:tav>
                                      </p:tavLst>
                                    </p:anim>
                                  </p:childTnLst>
                                </p:cTn>
                              </p:par>
                            </p:childTnLst>
                          </p:cTn>
                        </p:par>
                      </p:childTnLst>
                    </p:cTn>
                  </p:par>
                  <p:par>
                    <p:cTn id="309" fill="hold">
                      <p:stCondLst>
                        <p:cond delay="indefinite"/>
                      </p:stCondLst>
                      <p:childTnLst>
                        <p:par>
                          <p:cTn id="310" fill="hold">
                            <p:stCondLst>
                              <p:cond delay="0"/>
                            </p:stCondLst>
                            <p:childTnLst>
                              <p:par>
                                <p:cTn id="311" presetID="2" presetClass="entr" presetSubtype="8" fill="hold" grpId="0" nodeType="clickEffect">
                                  <p:stCondLst>
                                    <p:cond delay="0"/>
                                  </p:stCondLst>
                                  <p:childTnLst>
                                    <p:set>
                                      <p:cBhvr>
                                        <p:cTn id="312" dur="1" fill="hold">
                                          <p:stCondLst>
                                            <p:cond delay="0"/>
                                          </p:stCondLst>
                                        </p:cTn>
                                        <p:tgtEl>
                                          <p:spTgt spid="65"/>
                                        </p:tgtEl>
                                        <p:attrNameLst>
                                          <p:attrName>style.visibility</p:attrName>
                                        </p:attrNameLst>
                                      </p:cBhvr>
                                      <p:to>
                                        <p:strVal val="visible"/>
                                      </p:to>
                                    </p:set>
                                    <p:anim calcmode="lin" valueType="num">
                                      <p:cBhvr additive="base">
                                        <p:cTn id="313" dur="500" fill="hold"/>
                                        <p:tgtEl>
                                          <p:spTgt spid="65"/>
                                        </p:tgtEl>
                                        <p:attrNameLst>
                                          <p:attrName>ppt_x</p:attrName>
                                        </p:attrNameLst>
                                      </p:cBhvr>
                                      <p:tavLst>
                                        <p:tav tm="0">
                                          <p:val>
                                            <p:strVal val="0-#ppt_w/2"/>
                                          </p:val>
                                        </p:tav>
                                        <p:tav tm="100000">
                                          <p:val>
                                            <p:strVal val="#ppt_x"/>
                                          </p:val>
                                        </p:tav>
                                      </p:tavLst>
                                    </p:anim>
                                    <p:anim calcmode="lin" valueType="num">
                                      <p:cBhvr additive="base">
                                        <p:cTn id="314" dur="500" fill="hold"/>
                                        <p:tgtEl>
                                          <p:spTgt spid="65"/>
                                        </p:tgtEl>
                                        <p:attrNameLst>
                                          <p:attrName>ppt_y</p:attrName>
                                        </p:attrNameLst>
                                      </p:cBhvr>
                                      <p:tavLst>
                                        <p:tav tm="0">
                                          <p:val>
                                            <p:strVal val="#ppt_y"/>
                                          </p:val>
                                        </p:tav>
                                        <p:tav tm="100000">
                                          <p:val>
                                            <p:strVal val="#ppt_y"/>
                                          </p:val>
                                        </p:tav>
                                      </p:tavLst>
                                    </p:anim>
                                  </p:childTnLst>
                                </p:cTn>
                              </p:par>
                            </p:childTnLst>
                          </p:cTn>
                        </p:par>
                      </p:childTnLst>
                    </p:cTn>
                  </p:par>
                  <p:par>
                    <p:cTn id="315" fill="hold">
                      <p:stCondLst>
                        <p:cond delay="indefinite"/>
                      </p:stCondLst>
                      <p:childTnLst>
                        <p:par>
                          <p:cTn id="316" fill="hold">
                            <p:stCondLst>
                              <p:cond delay="0"/>
                            </p:stCondLst>
                            <p:childTnLst>
                              <p:par>
                                <p:cTn id="317" presetID="2" presetClass="entr" presetSubtype="8" fill="hold" grpId="0" nodeType="clickEffect">
                                  <p:stCondLst>
                                    <p:cond delay="0"/>
                                  </p:stCondLst>
                                  <p:childTnLst>
                                    <p:set>
                                      <p:cBhvr>
                                        <p:cTn id="318" dur="1" fill="hold">
                                          <p:stCondLst>
                                            <p:cond delay="0"/>
                                          </p:stCondLst>
                                        </p:cTn>
                                        <p:tgtEl>
                                          <p:spTgt spid="66"/>
                                        </p:tgtEl>
                                        <p:attrNameLst>
                                          <p:attrName>style.visibility</p:attrName>
                                        </p:attrNameLst>
                                      </p:cBhvr>
                                      <p:to>
                                        <p:strVal val="visible"/>
                                      </p:to>
                                    </p:set>
                                    <p:anim calcmode="lin" valueType="num">
                                      <p:cBhvr additive="base">
                                        <p:cTn id="319" dur="500" fill="hold"/>
                                        <p:tgtEl>
                                          <p:spTgt spid="66"/>
                                        </p:tgtEl>
                                        <p:attrNameLst>
                                          <p:attrName>ppt_x</p:attrName>
                                        </p:attrNameLst>
                                      </p:cBhvr>
                                      <p:tavLst>
                                        <p:tav tm="0">
                                          <p:val>
                                            <p:strVal val="0-#ppt_w/2"/>
                                          </p:val>
                                        </p:tav>
                                        <p:tav tm="100000">
                                          <p:val>
                                            <p:strVal val="#ppt_x"/>
                                          </p:val>
                                        </p:tav>
                                      </p:tavLst>
                                    </p:anim>
                                    <p:anim calcmode="lin" valueType="num">
                                      <p:cBhvr additive="base">
                                        <p:cTn id="320" dur="500" fill="hold"/>
                                        <p:tgtEl>
                                          <p:spTgt spid="66"/>
                                        </p:tgtEl>
                                        <p:attrNameLst>
                                          <p:attrName>ppt_y</p:attrName>
                                        </p:attrNameLst>
                                      </p:cBhvr>
                                      <p:tavLst>
                                        <p:tav tm="0">
                                          <p:val>
                                            <p:strVal val="#ppt_y"/>
                                          </p:val>
                                        </p:tav>
                                        <p:tav tm="100000">
                                          <p:val>
                                            <p:strVal val="#ppt_y"/>
                                          </p:val>
                                        </p:tav>
                                      </p:tavLst>
                                    </p:anim>
                                  </p:childTnLst>
                                </p:cTn>
                              </p:par>
                            </p:childTnLst>
                          </p:cTn>
                        </p:par>
                      </p:childTnLst>
                    </p:cTn>
                  </p:par>
                  <p:par>
                    <p:cTn id="321" fill="hold">
                      <p:stCondLst>
                        <p:cond delay="indefinite"/>
                      </p:stCondLst>
                      <p:childTnLst>
                        <p:par>
                          <p:cTn id="322" fill="hold">
                            <p:stCondLst>
                              <p:cond delay="0"/>
                            </p:stCondLst>
                            <p:childTnLst>
                              <p:par>
                                <p:cTn id="323" presetID="2" presetClass="entr" presetSubtype="8" fill="hold" grpId="0" nodeType="clickEffect">
                                  <p:stCondLst>
                                    <p:cond delay="0"/>
                                  </p:stCondLst>
                                  <p:childTnLst>
                                    <p:set>
                                      <p:cBhvr>
                                        <p:cTn id="324" dur="1" fill="hold">
                                          <p:stCondLst>
                                            <p:cond delay="0"/>
                                          </p:stCondLst>
                                        </p:cTn>
                                        <p:tgtEl>
                                          <p:spTgt spid="67"/>
                                        </p:tgtEl>
                                        <p:attrNameLst>
                                          <p:attrName>style.visibility</p:attrName>
                                        </p:attrNameLst>
                                      </p:cBhvr>
                                      <p:to>
                                        <p:strVal val="visible"/>
                                      </p:to>
                                    </p:set>
                                    <p:anim calcmode="lin" valueType="num">
                                      <p:cBhvr additive="base">
                                        <p:cTn id="325" dur="500" fill="hold"/>
                                        <p:tgtEl>
                                          <p:spTgt spid="67"/>
                                        </p:tgtEl>
                                        <p:attrNameLst>
                                          <p:attrName>ppt_x</p:attrName>
                                        </p:attrNameLst>
                                      </p:cBhvr>
                                      <p:tavLst>
                                        <p:tav tm="0">
                                          <p:val>
                                            <p:strVal val="0-#ppt_w/2"/>
                                          </p:val>
                                        </p:tav>
                                        <p:tav tm="100000">
                                          <p:val>
                                            <p:strVal val="#ppt_x"/>
                                          </p:val>
                                        </p:tav>
                                      </p:tavLst>
                                    </p:anim>
                                    <p:anim calcmode="lin" valueType="num">
                                      <p:cBhvr additive="base">
                                        <p:cTn id="326" dur="500" fill="hold"/>
                                        <p:tgtEl>
                                          <p:spTgt spid="67"/>
                                        </p:tgtEl>
                                        <p:attrNameLst>
                                          <p:attrName>ppt_y</p:attrName>
                                        </p:attrNameLst>
                                      </p:cBhvr>
                                      <p:tavLst>
                                        <p:tav tm="0">
                                          <p:val>
                                            <p:strVal val="#ppt_y"/>
                                          </p:val>
                                        </p:tav>
                                        <p:tav tm="100000">
                                          <p:val>
                                            <p:strVal val="#ppt_y"/>
                                          </p:val>
                                        </p:tav>
                                      </p:tavLst>
                                    </p:anim>
                                  </p:childTnLst>
                                </p:cTn>
                              </p:par>
                            </p:childTnLst>
                          </p:cTn>
                        </p:par>
                      </p:childTnLst>
                    </p:cTn>
                  </p:par>
                  <p:par>
                    <p:cTn id="327" fill="hold">
                      <p:stCondLst>
                        <p:cond delay="indefinite"/>
                      </p:stCondLst>
                      <p:childTnLst>
                        <p:par>
                          <p:cTn id="328" fill="hold">
                            <p:stCondLst>
                              <p:cond delay="0"/>
                            </p:stCondLst>
                            <p:childTnLst>
                              <p:par>
                                <p:cTn id="329" presetID="2" presetClass="entr" presetSubtype="8" fill="hold" nodeType="clickEffect">
                                  <p:stCondLst>
                                    <p:cond delay="0"/>
                                  </p:stCondLst>
                                  <p:childTnLst>
                                    <p:set>
                                      <p:cBhvr>
                                        <p:cTn id="330" dur="1" fill="hold">
                                          <p:stCondLst>
                                            <p:cond delay="0"/>
                                          </p:stCondLst>
                                        </p:cTn>
                                        <p:tgtEl>
                                          <p:spTgt spid="68"/>
                                        </p:tgtEl>
                                        <p:attrNameLst>
                                          <p:attrName>style.visibility</p:attrName>
                                        </p:attrNameLst>
                                      </p:cBhvr>
                                      <p:to>
                                        <p:strVal val="visible"/>
                                      </p:to>
                                    </p:set>
                                    <p:anim calcmode="lin" valueType="num">
                                      <p:cBhvr additive="base">
                                        <p:cTn id="331" dur="500" fill="hold"/>
                                        <p:tgtEl>
                                          <p:spTgt spid="68"/>
                                        </p:tgtEl>
                                        <p:attrNameLst>
                                          <p:attrName>ppt_x</p:attrName>
                                        </p:attrNameLst>
                                      </p:cBhvr>
                                      <p:tavLst>
                                        <p:tav tm="0">
                                          <p:val>
                                            <p:strVal val="0-#ppt_w/2"/>
                                          </p:val>
                                        </p:tav>
                                        <p:tav tm="100000">
                                          <p:val>
                                            <p:strVal val="#ppt_x"/>
                                          </p:val>
                                        </p:tav>
                                      </p:tavLst>
                                    </p:anim>
                                    <p:anim calcmode="lin" valueType="num">
                                      <p:cBhvr additive="base">
                                        <p:cTn id="332" dur="500" fill="hold"/>
                                        <p:tgtEl>
                                          <p:spTgt spid="68"/>
                                        </p:tgtEl>
                                        <p:attrNameLst>
                                          <p:attrName>ppt_y</p:attrName>
                                        </p:attrNameLst>
                                      </p:cBhvr>
                                      <p:tavLst>
                                        <p:tav tm="0">
                                          <p:val>
                                            <p:strVal val="#ppt_y"/>
                                          </p:val>
                                        </p:tav>
                                        <p:tav tm="100000">
                                          <p:val>
                                            <p:strVal val="#ppt_y"/>
                                          </p:val>
                                        </p:tav>
                                      </p:tavLst>
                                    </p:anim>
                                  </p:childTnLst>
                                </p:cTn>
                              </p:par>
                            </p:childTnLst>
                          </p:cTn>
                        </p:par>
                      </p:childTnLst>
                    </p:cTn>
                  </p:par>
                  <p:par>
                    <p:cTn id="333" fill="hold">
                      <p:stCondLst>
                        <p:cond delay="indefinite"/>
                      </p:stCondLst>
                      <p:childTnLst>
                        <p:par>
                          <p:cTn id="334" fill="hold">
                            <p:stCondLst>
                              <p:cond delay="0"/>
                            </p:stCondLst>
                            <p:childTnLst>
                              <p:par>
                                <p:cTn id="335" presetID="2" presetClass="entr" presetSubtype="8" fill="hold" grpId="0" nodeType="clickEffect">
                                  <p:stCondLst>
                                    <p:cond delay="0"/>
                                  </p:stCondLst>
                                  <p:childTnLst>
                                    <p:set>
                                      <p:cBhvr>
                                        <p:cTn id="336" dur="1" fill="hold">
                                          <p:stCondLst>
                                            <p:cond delay="0"/>
                                          </p:stCondLst>
                                        </p:cTn>
                                        <p:tgtEl>
                                          <p:spTgt spid="69"/>
                                        </p:tgtEl>
                                        <p:attrNameLst>
                                          <p:attrName>style.visibility</p:attrName>
                                        </p:attrNameLst>
                                      </p:cBhvr>
                                      <p:to>
                                        <p:strVal val="visible"/>
                                      </p:to>
                                    </p:set>
                                    <p:anim calcmode="lin" valueType="num">
                                      <p:cBhvr additive="base">
                                        <p:cTn id="337" dur="500" fill="hold"/>
                                        <p:tgtEl>
                                          <p:spTgt spid="69"/>
                                        </p:tgtEl>
                                        <p:attrNameLst>
                                          <p:attrName>ppt_x</p:attrName>
                                        </p:attrNameLst>
                                      </p:cBhvr>
                                      <p:tavLst>
                                        <p:tav tm="0">
                                          <p:val>
                                            <p:strVal val="0-#ppt_w/2"/>
                                          </p:val>
                                        </p:tav>
                                        <p:tav tm="100000">
                                          <p:val>
                                            <p:strVal val="#ppt_x"/>
                                          </p:val>
                                        </p:tav>
                                      </p:tavLst>
                                    </p:anim>
                                    <p:anim calcmode="lin" valueType="num">
                                      <p:cBhvr additive="base">
                                        <p:cTn id="338" dur="500" fill="hold"/>
                                        <p:tgtEl>
                                          <p:spTgt spid="69"/>
                                        </p:tgtEl>
                                        <p:attrNameLst>
                                          <p:attrName>ppt_y</p:attrName>
                                        </p:attrNameLst>
                                      </p:cBhvr>
                                      <p:tavLst>
                                        <p:tav tm="0">
                                          <p:val>
                                            <p:strVal val="#ppt_y"/>
                                          </p:val>
                                        </p:tav>
                                        <p:tav tm="100000">
                                          <p:val>
                                            <p:strVal val="#ppt_y"/>
                                          </p:val>
                                        </p:tav>
                                      </p:tavLst>
                                    </p:anim>
                                  </p:childTnLst>
                                </p:cTn>
                              </p:par>
                            </p:childTnLst>
                          </p:cTn>
                        </p:par>
                      </p:childTnLst>
                    </p:cTn>
                  </p:par>
                  <p:par>
                    <p:cTn id="339" fill="hold">
                      <p:stCondLst>
                        <p:cond delay="indefinite"/>
                      </p:stCondLst>
                      <p:childTnLst>
                        <p:par>
                          <p:cTn id="340" fill="hold">
                            <p:stCondLst>
                              <p:cond delay="0"/>
                            </p:stCondLst>
                            <p:childTnLst>
                              <p:par>
                                <p:cTn id="341" presetID="2" presetClass="entr" presetSubtype="8" fill="hold" grpId="0" nodeType="clickEffect">
                                  <p:stCondLst>
                                    <p:cond delay="0"/>
                                  </p:stCondLst>
                                  <p:childTnLst>
                                    <p:set>
                                      <p:cBhvr>
                                        <p:cTn id="342" dur="1" fill="hold">
                                          <p:stCondLst>
                                            <p:cond delay="0"/>
                                          </p:stCondLst>
                                        </p:cTn>
                                        <p:tgtEl>
                                          <p:spTgt spid="70"/>
                                        </p:tgtEl>
                                        <p:attrNameLst>
                                          <p:attrName>style.visibility</p:attrName>
                                        </p:attrNameLst>
                                      </p:cBhvr>
                                      <p:to>
                                        <p:strVal val="visible"/>
                                      </p:to>
                                    </p:set>
                                    <p:anim calcmode="lin" valueType="num">
                                      <p:cBhvr additive="base">
                                        <p:cTn id="343" dur="500" fill="hold"/>
                                        <p:tgtEl>
                                          <p:spTgt spid="70"/>
                                        </p:tgtEl>
                                        <p:attrNameLst>
                                          <p:attrName>ppt_x</p:attrName>
                                        </p:attrNameLst>
                                      </p:cBhvr>
                                      <p:tavLst>
                                        <p:tav tm="0">
                                          <p:val>
                                            <p:strVal val="0-#ppt_w/2"/>
                                          </p:val>
                                        </p:tav>
                                        <p:tav tm="100000">
                                          <p:val>
                                            <p:strVal val="#ppt_x"/>
                                          </p:val>
                                        </p:tav>
                                      </p:tavLst>
                                    </p:anim>
                                    <p:anim calcmode="lin" valueType="num">
                                      <p:cBhvr additive="base">
                                        <p:cTn id="344" dur="500" fill="hold"/>
                                        <p:tgtEl>
                                          <p:spTgt spid="70"/>
                                        </p:tgtEl>
                                        <p:attrNameLst>
                                          <p:attrName>ppt_y</p:attrName>
                                        </p:attrNameLst>
                                      </p:cBhvr>
                                      <p:tavLst>
                                        <p:tav tm="0">
                                          <p:val>
                                            <p:strVal val="#ppt_y"/>
                                          </p:val>
                                        </p:tav>
                                        <p:tav tm="100000">
                                          <p:val>
                                            <p:strVal val="#ppt_y"/>
                                          </p:val>
                                        </p:tav>
                                      </p:tavLst>
                                    </p:anim>
                                  </p:childTnLst>
                                </p:cTn>
                              </p:par>
                            </p:childTnLst>
                          </p:cTn>
                        </p:par>
                      </p:childTnLst>
                    </p:cTn>
                  </p:par>
                  <p:par>
                    <p:cTn id="345" fill="hold">
                      <p:stCondLst>
                        <p:cond delay="indefinite"/>
                      </p:stCondLst>
                      <p:childTnLst>
                        <p:par>
                          <p:cTn id="346" fill="hold">
                            <p:stCondLst>
                              <p:cond delay="0"/>
                            </p:stCondLst>
                            <p:childTnLst>
                              <p:par>
                                <p:cTn id="347" presetID="2" presetClass="entr" presetSubtype="8" fill="hold" grpId="0" nodeType="clickEffect">
                                  <p:stCondLst>
                                    <p:cond delay="0"/>
                                  </p:stCondLst>
                                  <p:childTnLst>
                                    <p:set>
                                      <p:cBhvr>
                                        <p:cTn id="348" dur="1" fill="hold">
                                          <p:stCondLst>
                                            <p:cond delay="0"/>
                                          </p:stCondLst>
                                        </p:cTn>
                                        <p:tgtEl>
                                          <p:spTgt spid="71"/>
                                        </p:tgtEl>
                                        <p:attrNameLst>
                                          <p:attrName>style.visibility</p:attrName>
                                        </p:attrNameLst>
                                      </p:cBhvr>
                                      <p:to>
                                        <p:strVal val="visible"/>
                                      </p:to>
                                    </p:set>
                                    <p:anim calcmode="lin" valueType="num">
                                      <p:cBhvr additive="base">
                                        <p:cTn id="349" dur="500" fill="hold"/>
                                        <p:tgtEl>
                                          <p:spTgt spid="71"/>
                                        </p:tgtEl>
                                        <p:attrNameLst>
                                          <p:attrName>ppt_x</p:attrName>
                                        </p:attrNameLst>
                                      </p:cBhvr>
                                      <p:tavLst>
                                        <p:tav tm="0">
                                          <p:val>
                                            <p:strVal val="0-#ppt_w/2"/>
                                          </p:val>
                                        </p:tav>
                                        <p:tav tm="100000">
                                          <p:val>
                                            <p:strVal val="#ppt_x"/>
                                          </p:val>
                                        </p:tav>
                                      </p:tavLst>
                                    </p:anim>
                                    <p:anim calcmode="lin" valueType="num">
                                      <p:cBhvr additive="base">
                                        <p:cTn id="350" dur="500" fill="hold"/>
                                        <p:tgtEl>
                                          <p:spTgt spid="71"/>
                                        </p:tgtEl>
                                        <p:attrNameLst>
                                          <p:attrName>ppt_y</p:attrName>
                                        </p:attrNameLst>
                                      </p:cBhvr>
                                      <p:tavLst>
                                        <p:tav tm="0">
                                          <p:val>
                                            <p:strVal val="#ppt_y"/>
                                          </p:val>
                                        </p:tav>
                                        <p:tav tm="100000">
                                          <p:val>
                                            <p:strVal val="#ppt_y"/>
                                          </p:val>
                                        </p:tav>
                                      </p:tavLst>
                                    </p:anim>
                                  </p:childTnLst>
                                </p:cTn>
                              </p:par>
                            </p:childTnLst>
                          </p:cTn>
                        </p:par>
                      </p:childTnLst>
                    </p:cTn>
                  </p:par>
                  <p:par>
                    <p:cTn id="351" fill="hold">
                      <p:stCondLst>
                        <p:cond delay="indefinite"/>
                      </p:stCondLst>
                      <p:childTnLst>
                        <p:par>
                          <p:cTn id="352" fill="hold">
                            <p:stCondLst>
                              <p:cond delay="0"/>
                            </p:stCondLst>
                            <p:childTnLst>
                              <p:par>
                                <p:cTn id="353" presetID="2" presetClass="entr" presetSubtype="8" fill="hold" grpId="0" nodeType="clickEffect">
                                  <p:stCondLst>
                                    <p:cond delay="0"/>
                                  </p:stCondLst>
                                  <p:childTnLst>
                                    <p:set>
                                      <p:cBhvr>
                                        <p:cTn id="354" dur="1" fill="hold">
                                          <p:stCondLst>
                                            <p:cond delay="0"/>
                                          </p:stCondLst>
                                        </p:cTn>
                                        <p:tgtEl>
                                          <p:spTgt spid="72"/>
                                        </p:tgtEl>
                                        <p:attrNameLst>
                                          <p:attrName>style.visibility</p:attrName>
                                        </p:attrNameLst>
                                      </p:cBhvr>
                                      <p:to>
                                        <p:strVal val="visible"/>
                                      </p:to>
                                    </p:set>
                                    <p:anim calcmode="lin" valueType="num">
                                      <p:cBhvr additive="base">
                                        <p:cTn id="355" dur="500" fill="hold"/>
                                        <p:tgtEl>
                                          <p:spTgt spid="72"/>
                                        </p:tgtEl>
                                        <p:attrNameLst>
                                          <p:attrName>ppt_x</p:attrName>
                                        </p:attrNameLst>
                                      </p:cBhvr>
                                      <p:tavLst>
                                        <p:tav tm="0">
                                          <p:val>
                                            <p:strVal val="0-#ppt_w/2"/>
                                          </p:val>
                                        </p:tav>
                                        <p:tav tm="100000">
                                          <p:val>
                                            <p:strVal val="#ppt_x"/>
                                          </p:val>
                                        </p:tav>
                                      </p:tavLst>
                                    </p:anim>
                                    <p:anim calcmode="lin" valueType="num">
                                      <p:cBhvr additive="base">
                                        <p:cTn id="356" dur="500" fill="hold"/>
                                        <p:tgtEl>
                                          <p:spTgt spid="72"/>
                                        </p:tgtEl>
                                        <p:attrNameLst>
                                          <p:attrName>ppt_y</p:attrName>
                                        </p:attrNameLst>
                                      </p:cBhvr>
                                      <p:tavLst>
                                        <p:tav tm="0">
                                          <p:val>
                                            <p:strVal val="#ppt_y"/>
                                          </p:val>
                                        </p:tav>
                                        <p:tav tm="100000">
                                          <p:val>
                                            <p:strVal val="#ppt_y"/>
                                          </p:val>
                                        </p:tav>
                                      </p:tavLst>
                                    </p:anim>
                                  </p:childTnLst>
                                </p:cTn>
                              </p:par>
                            </p:childTnLst>
                          </p:cTn>
                        </p:par>
                      </p:childTnLst>
                    </p:cTn>
                  </p:par>
                  <p:par>
                    <p:cTn id="357" fill="hold">
                      <p:stCondLst>
                        <p:cond delay="indefinite"/>
                      </p:stCondLst>
                      <p:childTnLst>
                        <p:par>
                          <p:cTn id="358" fill="hold">
                            <p:stCondLst>
                              <p:cond delay="0"/>
                            </p:stCondLst>
                            <p:childTnLst>
                              <p:par>
                                <p:cTn id="359" presetID="2" presetClass="entr" presetSubtype="8" fill="hold" nodeType="clickEffect">
                                  <p:stCondLst>
                                    <p:cond delay="0"/>
                                  </p:stCondLst>
                                  <p:childTnLst>
                                    <p:set>
                                      <p:cBhvr>
                                        <p:cTn id="360" dur="1" fill="hold">
                                          <p:stCondLst>
                                            <p:cond delay="0"/>
                                          </p:stCondLst>
                                        </p:cTn>
                                        <p:tgtEl>
                                          <p:spTgt spid="73"/>
                                        </p:tgtEl>
                                        <p:attrNameLst>
                                          <p:attrName>style.visibility</p:attrName>
                                        </p:attrNameLst>
                                      </p:cBhvr>
                                      <p:to>
                                        <p:strVal val="visible"/>
                                      </p:to>
                                    </p:set>
                                    <p:anim calcmode="lin" valueType="num">
                                      <p:cBhvr additive="base">
                                        <p:cTn id="361" dur="500" fill="hold"/>
                                        <p:tgtEl>
                                          <p:spTgt spid="73"/>
                                        </p:tgtEl>
                                        <p:attrNameLst>
                                          <p:attrName>ppt_x</p:attrName>
                                        </p:attrNameLst>
                                      </p:cBhvr>
                                      <p:tavLst>
                                        <p:tav tm="0">
                                          <p:val>
                                            <p:strVal val="0-#ppt_w/2"/>
                                          </p:val>
                                        </p:tav>
                                        <p:tav tm="100000">
                                          <p:val>
                                            <p:strVal val="#ppt_x"/>
                                          </p:val>
                                        </p:tav>
                                      </p:tavLst>
                                    </p:anim>
                                    <p:anim calcmode="lin" valueType="num">
                                      <p:cBhvr additive="base">
                                        <p:cTn id="362" dur="500" fill="hold"/>
                                        <p:tgtEl>
                                          <p:spTgt spid="73"/>
                                        </p:tgtEl>
                                        <p:attrNameLst>
                                          <p:attrName>ppt_y</p:attrName>
                                        </p:attrNameLst>
                                      </p:cBhvr>
                                      <p:tavLst>
                                        <p:tav tm="0">
                                          <p:val>
                                            <p:strVal val="#ppt_y"/>
                                          </p:val>
                                        </p:tav>
                                        <p:tav tm="100000">
                                          <p:val>
                                            <p:strVal val="#ppt_y"/>
                                          </p:val>
                                        </p:tav>
                                      </p:tavLst>
                                    </p:anim>
                                  </p:childTnLst>
                                </p:cTn>
                              </p:par>
                            </p:childTnLst>
                          </p:cTn>
                        </p:par>
                      </p:childTnLst>
                    </p:cTn>
                  </p:par>
                  <p:par>
                    <p:cTn id="363" fill="hold">
                      <p:stCondLst>
                        <p:cond delay="indefinite"/>
                      </p:stCondLst>
                      <p:childTnLst>
                        <p:par>
                          <p:cTn id="364" fill="hold">
                            <p:stCondLst>
                              <p:cond delay="0"/>
                            </p:stCondLst>
                            <p:childTnLst>
                              <p:par>
                                <p:cTn id="365" presetID="2" presetClass="entr" presetSubtype="8" fill="hold" grpId="0" nodeType="clickEffect">
                                  <p:stCondLst>
                                    <p:cond delay="0"/>
                                  </p:stCondLst>
                                  <p:childTnLst>
                                    <p:set>
                                      <p:cBhvr>
                                        <p:cTn id="366" dur="1" fill="hold">
                                          <p:stCondLst>
                                            <p:cond delay="0"/>
                                          </p:stCondLst>
                                        </p:cTn>
                                        <p:tgtEl>
                                          <p:spTgt spid="74"/>
                                        </p:tgtEl>
                                        <p:attrNameLst>
                                          <p:attrName>style.visibility</p:attrName>
                                        </p:attrNameLst>
                                      </p:cBhvr>
                                      <p:to>
                                        <p:strVal val="visible"/>
                                      </p:to>
                                    </p:set>
                                    <p:anim calcmode="lin" valueType="num">
                                      <p:cBhvr additive="base">
                                        <p:cTn id="367" dur="500" fill="hold"/>
                                        <p:tgtEl>
                                          <p:spTgt spid="74"/>
                                        </p:tgtEl>
                                        <p:attrNameLst>
                                          <p:attrName>ppt_x</p:attrName>
                                        </p:attrNameLst>
                                      </p:cBhvr>
                                      <p:tavLst>
                                        <p:tav tm="0">
                                          <p:val>
                                            <p:strVal val="0-#ppt_w/2"/>
                                          </p:val>
                                        </p:tav>
                                        <p:tav tm="100000">
                                          <p:val>
                                            <p:strVal val="#ppt_x"/>
                                          </p:val>
                                        </p:tav>
                                      </p:tavLst>
                                    </p:anim>
                                    <p:anim calcmode="lin" valueType="num">
                                      <p:cBhvr additive="base">
                                        <p:cTn id="368" dur="500" fill="hold"/>
                                        <p:tgtEl>
                                          <p:spTgt spid="74"/>
                                        </p:tgtEl>
                                        <p:attrNameLst>
                                          <p:attrName>ppt_y</p:attrName>
                                        </p:attrNameLst>
                                      </p:cBhvr>
                                      <p:tavLst>
                                        <p:tav tm="0">
                                          <p:val>
                                            <p:strVal val="#ppt_y"/>
                                          </p:val>
                                        </p:tav>
                                        <p:tav tm="100000">
                                          <p:val>
                                            <p:strVal val="#ppt_y"/>
                                          </p:val>
                                        </p:tav>
                                      </p:tavLst>
                                    </p:anim>
                                  </p:childTnLst>
                                </p:cTn>
                              </p:par>
                            </p:childTnLst>
                          </p:cTn>
                        </p:par>
                      </p:childTnLst>
                    </p:cTn>
                  </p:par>
                  <p:par>
                    <p:cTn id="369" fill="hold">
                      <p:stCondLst>
                        <p:cond delay="indefinite"/>
                      </p:stCondLst>
                      <p:childTnLst>
                        <p:par>
                          <p:cTn id="370" fill="hold">
                            <p:stCondLst>
                              <p:cond delay="0"/>
                            </p:stCondLst>
                            <p:childTnLst>
                              <p:par>
                                <p:cTn id="371" presetID="2" presetClass="entr" presetSubtype="8" fill="hold" grpId="0" nodeType="clickEffect">
                                  <p:stCondLst>
                                    <p:cond delay="0"/>
                                  </p:stCondLst>
                                  <p:childTnLst>
                                    <p:set>
                                      <p:cBhvr>
                                        <p:cTn id="372" dur="1" fill="hold">
                                          <p:stCondLst>
                                            <p:cond delay="0"/>
                                          </p:stCondLst>
                                        </p:cTn>
                                        <p:tgtEl>
                                          <p:spTgt spid="75"/>
                                        </p:tgtEl>
                                        <p:attrNameLst>
                                          <p:attrName>style.visibility</p:attrName>
                                        </p:attrNameLst>
                                      </p:cBhvr>
                                      <p:to>
                                        <p:strVal val="visible"/>
                                      </p:to>
                                    </p:set>
                                    <p:anim calcmode="lin" valueType="num">
                                      <p:cBhvr additive="base">
                                        <p:cTn id="373" dur="500" fill="hold"/>
                                        <p:tgtEl>
                                          <p:spTgt spid="75"/>
                                        </p:tgtEl>
                                        <p:attrNameLst>
                                          <p:attrName>ppt_x</p:attrName>
                                        </p:attrNameLst>
                                      </p:cBhvr>
                                      <p:tavLst>
                                        <p:tav tm="0">
                                          <p:val>
                                            <p:strVal val="0-#ppt_w/2"/>
                                          </p:val>
                                        </p:tav>
                                        <p:tav tm="100000">
                                          <p:val>
                                            <p:strVal val="#ppt_x"/>
                                          </p:val>
                                        </p:tav>
                                      </p:tavLst>
                                    </p:anim>
                                    <p:anim calcmode="lin" valueType="num">
                                      <p:cBhvr additive="base">
                                        <p:cTn id="374" dur="500" fill="hold"/>
                                        <p:tgtEl>
                                          <p:spTgt spid="75"/>
                                        </p:tgtEl>
                                        <p:attrNameLst>
                                          <p:attrName>ppt_y</p:attrName>
                                        </p:attrNameLst>
                                      </p:cBhvr>
                                      <p:tavLst>
                                        <p:tav tm="0">
                                          <p:val>
                                            <p:strVal val="#ppt_y"/>
                                          </p:val>
                                        </p:tav>
                                        <p:tav tm="100000">
                                          <p:val>
                                            <p:strVal val="#ppt_y"/>
                                          </p:val>
                                        </p:tav>
                                      </p:tavLst>
                                    </p:anim>
                                  </p:childTnLst>
                                </p:cTn>
                              </p:par>
                            </p:childTnLst>
                          </p:cTn>
                        </p:par>
                      </p:childTnLst>
                    </p:cTn>
                  </p:par>
                  <p:par>
                    <p:cTn id="375" fill="hold">
                      <p:stCondLst>
                        <p:cond delay="indefinite"/>
                      </p:stCondLst>
                      <p:childTnLst>
                        <p:par>
                          <p:cTn id="376" fill="hold">
                            <p:stCondLst>
                              <p:cond delay="0"/>
                            </p:stCondLst>
                            <p:childTnLst>
                              <p:par>
                                <p:cTn id="377" presetID="2" presetClass="entr" presetSubtype="8" fill="hold" grpId="0" nodeType="clickEffect">
                                  <p:stCondLst>
                                    <p:cond delay="0"/>
                                  </p:stCondLst>
                                  <p:childTnLst>
                                    <p:set>
                                      <p:cBhvr>
                                        <p:cTn id="378" dur="1" fill="hold">
                                          <p:stCondLst>
                                            <p:cond delay="0"/>
                                          </p:stCondLst>
                                        </p:cTn>
                                        <p:tgtEl>
                                          <p:spTgt spid="76"/>
                                        </p:tgtEl>
                                        <p:attrNameLst>
                                          <p:attrName>style.visibility</p:attrName>
                                        </p:attrNameLst>
                                      </p:cBhvr>
                                      <p:to>
                                        <p:strVal val="visible"/>
                                      </p:to>
                                    </p:set>
                                    <p:anim calcmode="lin" valueType="num">
                                      <p:cBhvr additive="base">
                                        <p:cTn id="379" dur="500" fill="hold"/>
                                        <p:tgtEl>
                                          <p:spTgt spid="76"/>
                                        </p:tgtEl>
                                        <p:attrNameLst>
                                          <p:attrName>ppt_x</p:attrName>
                                        </p:attrNameLst>
                                      </p:cBhvr>
                                      <p:tavLst>
                                        <p:tav tm="0">
                                          <p:val>
                                            <p:strVal val="0-#ppt_w/2"/>
                                          </p:val>
                                        </p:tav>
                                        <p:tav tm="100000">
                                          <p:val>
                                            <p:strVal val="#ppt_x"/>
                                          </p:val>
                                        </p:tav>
                                      </p:tavLst>
                                    </p:anim>
                                    <p:anim calcmode="lin" valueType="num">
                                      <p:cBhvr additive="base">
                                        <p:cTn id="380" dur="500" fill="hold"/>
                                        <p:tgtEl>
                                          <p:spTgt spid="76"/>
                                        </p:tgtEl>
                                        <p:attrNameLst>
                                          <p:attrName>ppt_y</p:attrName>
                                        </p:attrNameLst>
                                      </p:cBhvr>
                                      <p:tavLst>
                                        <p:tav tm="0">
                                          <p:val>
                                            <p:strVal val="#ppt_y"/>
                                          </p:val>
                                        </p:tav>
                                        <p:tav tm="100000">
                                          <p:val>
                                            <p:strVal val="#ppt_y"/>
                                          </p:val>
                                        </p:tav>
                                      </p:tavLst>
                                    </p:anim>
                                  </p:childTnLst>
                                </p:cTn>
                              </p:par>
                            </p:childTnLst>
                          </p:cTn>
                        </p:par>
                      </p:childTnLst>
                    </p:cTn>
                  </p:par>
                  <p:par>
                    <p:cTn id="381" fill="hold">
                      <p:stCondLst>
                        <p:cond delay="indefinite"/>
                      </p:stCondLst>
                      <p:childTnLst>
                        <p:par>
                          <p:cTn id="382" fill="hold">
                            <p:stCondLst>
                              <p:cond delay="0"/>
                            </p:stCondLst>
                            <p:childTnLst>
                              <p:par>
                                <p:cTn id="383" presetID="2" presetClass="entr" presetSubtype="8" fill="hold" grpId="0" nodeType="clickEffect">
                                  <p:stCondLst>
                                    <p:cond delay="0"/>
                                  </p:stCondLst>
                                  <p:childTnLst>
                                    <p:set>
                                      <p:cBhvr>
                                        <p:cTn id="384" dur="1" fill="hold">
                                          <p:stCondLst>
                                            <p:cond delay="0"/>
                                          </p:stCondLst>
                                        </p:cTn>
                                        <p:tgtEl>
                                          <p:spTgt spid="77"/>
                                        </p:tgtEl>
                                        <p:attrNameLst>
                                          <p:attrName>style.visibility</p:attrName>
                                        </p:attrNameLst>
                                      </p:cBhvr>
                                      <p:to>
                                        <p:strVal val="visible"/>
                                      </p:to>
                                    </p:set>
                                    <p:anim calcmode="lin" valueType="num">
                                      <p:cBhvr additive="base">
                                        <p:cTn id="385" dur="500" fill="hold"/>
                                        <p:tgtEl>
                                          <p:spTgt spid="77"/>
                                        </p:tgtEl>
                                        <p:attrNameLst>
                                          <p:attrName>ppt_x</p:attrName>
                                        </p:attrNameLst>
                                      </p:cBhvr>
                                      <p:tavLst>
                                        <p:tav tm="0">
                                          <p:val>
                                            <p:strVal val="0-#ppt_w/2"/>
                                          </p:val>
                                        </p:tav>
                                        <p:tav tm="100000">
                                          <p:val>
                                            <p:strVal val="#ppt_x"/>
                                          </p:val>
                                        </p:tav>
                                      </p:tavLst>
                                    </p:anim>
                                    <p:anim calcmode="lin" valueType="num">
                                      <p:cBhvr additive="base">
                                        <p:cTn id="386" dur="500" fill="hold"/>
                                        <p:tgtEl>
                                          <p:spTgt spid="77"/>
                                        </p:tgtEl>
                                        <p:attrNameLst>
                                          <p:attrName>ppt_y</p:attrName>
                                        </p:attrNameLst>
                                      </p:cBhvr>
                                      <p:tavLst>
                                        <p:tav tm="0">
                                          <p:val>
                                            <p:strVal val="#ppt_y"/>
                                          </p:val>
                                        </p:tav>
                                        <p:tav tm="100000">
                                          <p:val>
                                            <p:strVal val="#ppt_y"/>
                                          </p:val>
                                        </p:tav>
                                      </p:tavLst>
                                    </p:anim>
                                  </p:childTnLst>
                                </p:cTn>
                              </p:par>
                            </p:childTnLst>
                          </p:cTn>
                        </p:par>
                      </p:childTnLst>
                    </p:cTn>
                  </p:par>
                  <p:par>
                    <p:cTn id="387" fill="hold">
                      <p:stCondLst>
                        <p:cond delay="indefinite"/>
                      </p:stCondLst>
                      <p:childTnLst>
                        <p:par>
                          <p:cTn id="388" fill="hold">
                            <p:stCondLst>
                              <p:cond delay="0"/>
                            </p:stCondLst>
                            <p:childTnLst>
                              <p:par>
                                <p:cTn id="389" presetID="2" presetClass="entr" presetSubtype="8" fill="hold" nodeType="clickEffect">
                                  <p:stCondLst>
                                    <p:cond delay="0"/>
                                  </p:stCondLst>
                                  <p:childTnLst>
                                    <p:set>
                                      <p:cBhvr>
                                        <p:cTn id="390" dur="1" fill="hold">
                                          <p:stCondLst>
                                            <p:cond delay="0"/>
                                          </p:stCondLst>
                                        </p:cTn>
                                        <p:tgtEl>
                                          <p:spTgt spid="78"/>
                                        </p:tgtEl>
                                        <p:attrNameLst>
                                          <p:attrName>style.visibility</p:attrName>
                                        </p:attrNameLst>
                                      </p:cBhvr>
                                      <p:to>
                                        <p:strVal val="visible"/>
                                      </p:to>
                                    </p:set>
                                    <p:anim calcmode="lin" valueType="num">
                                      <p:cBhvr additive="base">
                                        <p:cTn id="391" dur="500" fill="hold"/>
                                        <p:tgtEl>
                                          <p:spTgt spid="78"/>
                                        </p:tgtEl>
                                        <p:attrNameLst>
                                          <p:attrName>ppt_x</p:attrName>
                                        </p:attrNameLst>
                                      </p:cBhvr>
                                      <p:tavLst>
                                        <p:tav tm="0">
                                          <p:val>
                                            <p:strVal val="0-#ppt_w/2"/>
                                          </p:val>
                                        </p:tav>
                                        <p:tav tm="100000">
                                          <p:val>
                                            <p:strVal val="#ppt_x"/>
                                          </p:val>
                                        </p:tav>
                                      </p:tavLst>
                                    </p:anim>
                                    <p:anim calcmode="lin" valueType="num">
                                      <p:cBhvr additive="base">
                                        <p:cTn id="392" dur="500" fill="hold"/>
                                        <p:tgtEl>
                                          <p:spTgt spid="78"/>
                                        </p:tgtEl>
                                        <p:attrNameLst>
                                          <p:attrName>ppt_y</p:attrName>
                                        </p:attrNameLst>
                                      </p:cBhvr>
                                      <p:tavLst>
                                        <p:tav tm="0">
                                          <p:val>
                                            <p:strVal val="#ppt_y"/>
                                          </p:val>
                                        </p:tav>
                                        <p:tav tm="100000">
                                          <p:val>
                                            <p:strVal val="#ppt_y"/>
                                          </p:val>
                                        </p:tav>
                                      </p:tavLst>
                                    </p:anim>
                                  </p:childTnLst>
                                </p:cTn>
                              </p:par>
                            </p:childTnLst>
                          </p:cTn>
                        </p:par>
                      </p:childTnLst>
                    </p:cTn>
                  </p:par>
                  <p:par>
                    <p:cTn id="393" fill="hold">
                      <p:stCondLst>
                        <p:cond delay="indefinite"/>
                      </p:stCondLst>
                      <p:childTnLst>
                        <p:par>
                          <p:cTn id="394" fill="hold">
                            <p:stCondLst>
                              <p:cond delay="0"/>
                            </p:stCondLst>
                            <p:childTnLst>
                              <p:par>
                                <p:cTn id="395" presetID="2" presetClass="entr" presetSubtype="8" fill="hold" grpId="0" nodeType="clickEffect">
                                  <p:stCondLst>
                                    <p:cond delay="0"/>
                                  </p:stCondLst>
                                  <p:childTnLst>
                                    <p:set>
                                      <p:cBhvr>
                                        <p:cTn id="396" dur="1" fill="hold">
                                          <p:stCondLst>
                                            <p:cond delay="0"/>
                                          </p:stCondLst>
                                        </p:cTn>
                                        <p:tgtEl>
                                          <p:spTgt spid="79"/>
                                        </p:tgtEl>
                                        <p:attrNameLst>
                                          <p:attrName>style.visibility</p:attrName>
                                        </p:attrNameLst>
                                      </p:cBhvr>
                                      <p:to>
                                        <p:strVal val="visible"/>
                                      </p:to>
                                    </p:set>
                                    <p:anim calcmode="lin" valueType="num">
                                      <p:cBhvr additive="base">
                                        <p:cTn id="397" dur="500" fill="hold"/>
                                        <p:tgtEl>
                                          <p:spTgt spid="79"/>
                                        </p:tgtEl>
                                        <p:attrNameLst>
                                          <p:attrName>ppt_x</p:attrName>
                                        </p:attrNameLst>
                                      </p:cBhvr>
                                      <p:tavLst>
                                        <p:tav tm="0">
                                          <p:val>
                                            <p:strVal val="0-#ppt_w/2"/>
                                          </p:val>
                                        </p:tav>
                                        <p:tav tm="100000">
                                          <p:val>
                                            <p:strVal val="#ppt_x"/>
                                          </p:val>
                                        </p:tav>
                                      </p:tavLst>
                                    </p:anim>
                                    <p:anim calcmode="lin" valueType="num">
                                      <p:cBhvr additive="base">
                                        <p:cTn id="398" dur="500" fill="hold"/>
                                        <p:tgtEl>
                                          <p:spTgt spid="79"/>
                                        </p:tgtEl>
                                        <p:attrNameLst>
                                          <p:attrName>ppt_y</p:attrName>
                                        </p:attrNameLst>
                                      </p:cBhvr>
                                      <p:tavLst>
                                        <p:tav tm="0">
                                          <p:val>
                                            <p:strVal val="#ppt_y"/>
                                          </p:val>
                                        </p:tav>
                                        <p:tav tm="100000">
                                          <p:val>
                                            <p:strVal val="#ppt_y"/>
                                          </p:val>
                                        </p:tav>
                                      </p:tavLst>
                                    </p:anim>
                                  </p:childTnLst>
                                </p:cTn>
                              </p:par>
                            </p:childTnLst>
                          </p:cTn>
                        </p:par>
                      </p:childTnLst>
                    </p:cTn>
                  </p:par>
                  <p:par>
                    <p:cTn id="399" fill="hold">
                      <p:stCondLst>
                        <p:cond delay="indefinite"/>
                      </p:stCondLst>
                      <p:childTnLst>
                        <p:par>
                          <p:cTn id="400" fill="hold">
                            <p:stCondLst>
                              <p:cond delay="0"/>
                            </p:stCondLst>
                            <p:childTnLst>
                              <p:par>
                                <p:cTn id="401" presetID="2" presetClass="entr" presetSubtype="8" fill="hold" grpId="0" nodeType="clickEffect">
                                  <p:stCondLst>
                                    <p:cond delay="0"/>
                                  </p:stCondLst>
                                  <p:childTnLst>
                                    <p:set>
                                      <p:cBhvr>
                                        <p:cTn id="402" dur="1" fill="hold">
                                          <p:stCondLst>
                                            <p:cond delay="0"/>
                                          </p:stCondLst>
                                        </p:cTn>
                                        <p:tgtEl>
                                          <p:spTgt spid="80"/>
                                        </p:tgtEl>
                                        <p:attrNameLst>
                                          <p:attrName>style.visibility</p:attrName>
                                        </p:attrNameLst>
                                      </p:cBhvr>
                                      <p:to>
                                        <p:strVal val="visible"/>
                                      </p:to>
                                    </p:set>
                                    <p:anim calcmode="lin" valueType="num">
                                      <p:cBhvr additive="base">
                                        <p:cTn id="403" dur="500" fill="hold"/>
                                        <p:tgtEl>
                                          <p:spTgt spid="80"/>
                                        </p:tgtEl>
                                        <p:attrNameLst>
                                          <p:attrName>ppt_x</p:attrName>
                                        </p:attrNameLst>
                                      </p:cBhvr>
                                      <p:tavLst>
                                        <p:tav tm="0">
                                          <p:val>
                                            <p:strVal val="0-#ppt_w/2"/>
                                          </p:val>
                                        </p:tav>
                                        <p:tav tm="100000">
                                          <p:val>
                                            <p:strVal val="#ppt_x"/>
                                          </p:val>
                                        </p:tav>
                                      </p:tavLst>
                                    </p:anim>
                                    <p:anim calcmode="lin" valueType="num">
                                      <p:cBhvr additive="base">
                                        <p:cTn id="404" dur="500" fill="hold"/>
                                        <p:tgtEl>
                                          <p:spTgt spid="80"/>
                                        </p:tgtEl>
                                        <p:attrNameLst>
                                          <p:attrName>ppt_y</p:attrName>
                                        </p:attrNameLst>
                                      </p:cBhvr>
                                      <p:tavLst>
                                        <p:tav tm="0">
                                          <p:val>
                                            <p:strVal val="#ppt_y"/>
                                          </p:val>
                                        </p:tav>
                                        <p:tav tm="100000">
                                          <p:val>
                                            <p:strVal val="#ppt_y"/>
                                          </p:val>
                                        </p:tav>
                                      </p:tavLst>
                                    </p:anim>
                                  </p:childTnLst>
                                </p:cTn>
                              </p:par>
                            </p:childTnLst>
                          </p:cTn>
                        </p:par>
                      </p:childTnLst>
                    </p:cTn>
                  </p:par>
                  <p:par>
                    <p:cTn id="405" fill="hold">
                      <p:stCondLst>
                        <p:cond delay="indefinite"/>
                      </p:stCondLst>
                      <p:childTnLst>
                        <p:par>
                          <p:cTn id="406" fill="hold">
                            <p:stCondLst>
                              <p:cond delay="0"/>
                            </p:stCondLst>
                            <p:childTnLst>
                              <p:par>
                                <p:cTn id="407" presetID="2" presetClass="entr" presetSubtype="8" fill="hold" grpId="0" nodeType="clickEffect">
                                  <p:stCondLst>
                                    <p:cond delay="0"/>
                                  </p:stCondLst>
                                  <p:childTnLst>
                                    <p:set>
                                      <p:cBhvr>
                                        <p:cTn id="408" dur="1" fill="hold">
                                          <p:stCondLst>
                                            <p:cond delay="0"/>
                                          </p:stCondLst>
                                        </p:cTn>
                                        <p:tgtEl>
                                          <p:spTgt spid="81"/>
                                        </p:tgtEl>
                                        <p:attrNameLst>
                                          <p:attrName>style.visibility</p:attrName>
                                        </p:attrNameLst>
                                      </p:cBhvr>
                                      <p:to>
                                        <p:strVal val="visible"/>
                                      </p:to>
                                    </p:set>
                                    <p:anim calcmode="lin" valueType="num">
                                      <p:cBhvr additive="base">
                                        <p:cTn id="409" dur="500" fill="hold"/>
                                        <p:tgtEl>
                                          <p:spTgt spid="81"/>
                                        </p:tgtEl>
                                        <p:attrNameLst>
                                          <p:attrName>ppt_x</p:attrName>
                                        </p:attrNameLst>
                                      </p:cBhvr>
                                      <p:tavLst>
                                        <p:tav tm="0">
                                          <p:val>
                                            <p:strVal val="0-#ppt_w/2"/>
                                          </p:val>
                                        </p:tav>
                                        <p:tav tm="100000">
                                          <p:val>
                                            <p:strVal val="#ppt_x"/>
                                          </p:val>
                                        </p:tav>
                                      </p:tavLst>
                                    </p:anim>
                                    <p:anim calcmode="lin" valueType="num">
                                      <p:cBhvr additive="base">
                                        <p:cTn id="410" dur="500" fill="hold"/>
                                        <p:tgtEl>
                                          <p:spTgt spid="81"/>
                                        </p:tgtEl>
                                        <p:attrNameLst>
                                          <p:attrName>ppt_y</p:attrName>
                                        </p:attrNameLst>
                                      </p:cBhvr>
                                      <p:tavLst>
                                        <p:tav tm="0">
                                          <p:val>
                                            <p:strVal val="#ppt_y"/>
                                          </p:val>
                                        </p:tav>
                                        <p:tav tm="100000">
                                          <p:val>
                                            <p:strVal val="#ppt_y"/>
                                          </p:val>
                                        </p:tav>
                                      </p:tavLst>
                                    </p:anim>
                                  </p:childTnLst>
                                </p:cTn>
                              </p:par>
                            </p:childTnLst>
                          </p:cTn>
                        </p:par>
                      </p:childTnLst>
                    </p:cTn>
                  </p:par>
                  <p:par>
                    <p:cTn id="411" fill="hold">
                      <p:stCondLst>
                        <p:cond delay="indefinite"/>
                      </p:stCondLst>
                      <p:childTnLst>
                        <p:par>
                          <p:cTn id="412" fill="hold">
                            <p:stCondLst>
                              <p:cond delay="0"/>
                            </p:stCondLst>
                            <p:childTnLst>
                              <p:par>
                                <p:cTn id="413" presetID="2" presetClass="entr" presetSubtype="8" fill="hold" grpId="0" nodeType="clickEffect">
                                  <p:stCondLst>
                                    <p:cond delay="0"/>
                                  </p:stCondLst>
                                  <p:childTnLst>
                                    <p:set>
                                      <p:cBhvr>
                                        <p:cTn id="414" dur="1" fill="hold">
                                          <p:stCondLst>
                                            <p:cond delay="0"/>
                                          </p:stCondLst>
                                        </p:cTn>
                                        <p:tgtEl>
                                          <p:spTgt spid="82"/>
                                        </p:tgtEl>
                                        <p:attrNameLst>
                                          <p:attrName>style.visibility</p:attrName>
                                        </p:attrNameLst>
                                      </p:cBhvr>
                                      <p:to>
                                        <p:strVal val="visible"/>
                                      </p:to>
                                    </p:set>
                                    <p:anim calcmode="lin" valueType="num">
                                      <p:cBhvr additive="base">
                                        <p:cTn id="415" dur="500" fill="hold"/>
                                        <p:tgtEl>
                                          <p:spTgt spid="82"/>
                                        </p:tgtEl>
                                        <p:attrNameLst>
                                          <p:attrName>ppt_x</p:attrName>
                                        </p:attrNameLst>
                                      </p:cBhvr>
                                      <p:tavLst>
                                        <p:tav tm="0">
                                          <p:val>
                                            <p:strVal val="0-#ppt_w/2"/>
                                          </p:val>
                                        </p:tav>
                                        <p:tav tm="100000">
                                          <p:val>
                                            <p:strVal val="#ppt_x"/>
                                          </p:val>
                                        </p:tav>
                                      </p:tavLst>
                                    </p:anim>
                                    <p:anim calcmode="lin" valueType="num">
                                      <p:cBhvr additive="base">
                                        <p:cTn id="416" dur="500" fill="hold"/>
                                        <p:tgtEl>
                                          <p:spTgt spid="82"/>
                                        </p:tgtEl>
                                        <p:attrNameLst>
                                          <p:attrName>ppt_y</p:attrName>
                                        </p:attrNameLst>
                                      </p:cBhvr>
                                      <p:tavLst>
                                        <p:tav tm="0">
                                          <p:val>
                                            <p:strVal val="#ppt_y"/>
                                          </p:val>
                                        </p:tav>
                                        <p:tav tm="100000">
                                          <p:val>
                                            <p:strVal val="#ppt_y"/>
                                          </p:val>
                                        </p:tav>
                                      </p:tavLst>
                                    </p:anim>
                                  </p:childTnLst>
                                </p:cTn>
                              </p:par>
                            </p:childTnLst>
                          </p:cTn>
                        </p:par>
                      </p:childTnLst>
                    </p:cTn>
                  </p:par>
                  <p:par>
                    <p:cTn id="417" fill="hold">
                      <p:stCondLst>
                        <p:cond delay="indefinite"/>
                      </p:stCondLst>
                      <p:childTnLst>
                        <p:par>
                          <p:cTn id="418" fill="hold">
                            <p:stCondLst>
                              <p:cond delay="0"/>
                            </p:stCondLst>
                            <p:childTnLst>
                              <p:par>
                                <p:cTn id="419" presetID="2" presetClass="entr" presetSubtype="8" fill="hold" nodeType="clickEffect">
                                  <p:stCondLst>
                                    <p:cond delay="0"/>
                                  </p:stCondLst>
                                  <p:childTnLst>
                                    <p:set>
                                      <p:cBhvr>
                                        <p:cTn id="420" dur="1" fill="hold">
                                          <p:stCondLst>
                                            <p:cond delay="0"/>
                                          </p:stCondLst>
                                        </p:cTn>
                                        <p:tgtEl>
                                          <p:spTgt spid="83"/>
                                        </p:tgtEl>
                                        <p:attrNameLst>
                                          <p:attrName>style.visibility</p:attrName>
                                        </p:attrNameLst>
                                      </p:cBhvr>
                                      <p:to>
                                        <p:strVal val="visible"/>
                                      </p:to>
                                    </p:set>
                                    <p:anim calcmode="lin" valueType="num">
                                      <p:cBhvr additive="base">
                                        <p:cTn id="421" dur="500" fill="hold"/>
                                        <p:tgtEl>
                                          <p:spTgt spid="83"/>
                                        </p:tgtEl>
                                        <p:attrNameLst>
                                          <p:attrName>ppt_x</p:attrName>
                                        </p:attrNameLst>
                                      </p:cBhvr>
                                      <p:tavLst>
                                        <p:tav tm="0">
                                          <p:val>
                                            <p:strVal val="0-#ppt_w/2"/>
                                          </p:val>
                                        </p:tav>
                                        <p:tav tm="100000">
                                          <p:val>
                                            <p:strVal val="#ppt_x"/>
                                          </p:val>
                                        </p:tav>
                                      </p:tavLst>
                                    </p:anim>
                                    <p:anim calcmode="lin" valueType="num">
                                      <p:cBhvr additive="base">
                                        <p:cTn id="422" dur="500" fill="hold"/>
                                        <p:tgtEl>
                                          <p:spTgt spid="83"/>
                                        </p:tgtEl>
                                        <p:attrNameLst>
                                          <p:attrName>ppt_y</p:attrName>
                                        </p:attrNameLst>
                                      </p:cBhvr>
                                      <p:tavLst>
                                        <p:tav tm="0">
                                          <p:val>
                                            <p:strVal val="#ppt_y"/>
                                          </p:val>
                                        </p:tav>
                                        <p:tav tm="100000">
                                          <p:val>
                                            <p:strVal val="#ppt_y"/>
                                          </p:val>
                                        </p:tav>
                                      </p:tavLst>
                                    </p:anim>
                                  </p:childTnLst>
                                </p:cTn>
                              </p:par>
                            </p:childTnLst>
                          </p:cTn>
                        </p:par>
                      </p:childTnLst>
                    </p:cTn>
                  </p:par>
                  <p:par>
                    <p:cTn id="423" fill="hold">
                      <p:stCondLst>
                        <p:cond delay="indefinite"/>
                      </p:stCondLst>
                      <p:childTnLst>
                        <p:par>
                          <p:cTn id="424" fill="hold">
                            <p:stCondLst>
                              <p:cond delay="0"/>
                            </p:stCondLst>
                            <p:childTnLst>
                              <p:par>
                                <p:cTn id="425" presetID="2" presetClass="entr" presetSubtype="8" fill="hold" grpId="0" nodeType="clickEffect">
                                  <p:stCondLst>
                                    <p:cond delay="0"/>
                                  </p:stCondLst>
                                  <p:childTnLst>
                                    <p:set>
                                      <p:cBhvr>
                                        <p:cTn id="426" dur="1" fill="hold">
                                          <p:stCondLst>
                                            <p:cond delay="0"/>
                                          </p:stCondLst>
                                        </p:cTn>
                                        <p:tgtEl>
                                          <p:spTgt spid="84"/>
                                        </p:tgtEl>
                                        <p:attrNameLst>
                                          <p:attrName>style.visibility</p:attrName>
                                        </p:attrNameLst>
                                      </p:cBhvr>
                                      <p:to>
                                        <p:strVal val="visible"/>
                                      </p:to>
                                    </p:set>
                                    <p:anim calcmode="lin" valueType="num">
                                      <p:cBhvr additive="base">
                                        <p:cTn id="427" dur="500" fill="hold"/>
                                        <p:tgtEl>
                                          <p:spTgt spid="84"/>
                                        </p:tgtEl>
                                        <p:attrNameLst>
                                          <p:attrName>ppt_x</p:attrName>
                                        </p:attrNameLst>
                                      </p:cBhvr>
                                      <p:tavLst>
                                        <p:tav tm="0">
                                          <p:val>
                                            <p:strVal val="0-#ppt_w/2"/>
                                          </p:val>
                                        </p:tav>
                                        <p:tav tm="100000">
                                          <p:val>
                                            <p:strVal val="#ppt_x"/>
                                          </p:val>
                                        </p:tav>
                                      </p:tavLst>
                                    </p:anim>
                                    <p:anim calcmode="lin" valueType="num">
                                      <p:cBhvr additive="base">
                                        <p:cTn id="428" dur="500" fill="hold"/>
                                        <p:tgtEl>
                                          <p:spTgt spid="84"/>
                                        </p:tgtEl>
                                        <p:attrNameLst>
                                          <p:attrName>ppt_y</p:attrName>
                                        </p:attrNameLst>
                                      </p:cBhvr>
                                      <p:tavLst>
                                        <p:tav tm="0">
                                          <p:val>
                                            <p:strVal val="#ppt_y"/>
                                          </p:val>
                                        </p:tav>
                                        <p:tav tm="100000">
                                          <p:val>
                                            <p:strVal val="#ppt_y"/>
                                          </p:val>
                                        </p:tav>
                                      </p:tavLst>
                                    </p:anim>
                                  </p:childTnLst>
                                </p:cTn>
                              </p:par>
                            </p:childTnLst>
                          </p:cTn>
                        </p:par>
                      </p:childTnLst>
                    </p:cTn>
                  </p:par>
                  <p:par>
                    <p:cTn id="429" fill="hold">
                      <p:stCondLst>
                        <p:cond delay="indefinite"/>
                      </p:stCondLst>
                      <p:childTnLst>
                        <p:par>
                          <p:cTn id="430" fill="hold">
                            <p:stCondLst>
                              <p:cond delay="0"/>
                            </p:stCondLst>
                            <p:childTnLst>
                              <p:par>
                                <p:cTn id="431" presetID="2" presetClass="entr" presetSubtype="8" fill="hold" grpId="0" nodeType="clickEffect">
                                  <p:stCondLst>
                                    <p:cond delay="0"/>
                                  </p:stCondLst>
                                  <p:childTnLst>
                                    <p:set>
                                      <p:cBhvr>
                                        <p:cTn id="432" dur="1" fill="hold">
                                          <p:stCondLst>
                                            <p:cond delay="0"/>
                                          </p:stCondLst>
                                        </p:cTn>
                                        <p:tgtEl>
                                          <p:spTgt spid="85"/>
                                        </p:tgtEl>
                                        <p:attrNameLst>
                                          <p:attrName>style.visibility</p:attrName>
                                        </p:attrNameLst>
                                      </p:cBhvr>
                                      <p:to>
                                        <p:strVal val="visible"/>
                                      </p:to>
                                    </p:set>
                                    <p:anim calcmode="lin" valueType="num">
                                      <p:cBhvr additive="base">
                                        <p:cTn id="433" dur="500" fill="hold"/>
                                        <p:tgtEl>
                                          <p:spTgt spid="85"/>
                                        </p:tgtEl>
                                        <p:attrNameLst>
                                          <p:attrName>ppt_x</p:attrName>
                                        </p:attrNameLst>
                                      </p:cBhvr>
                                      <p:tavLst>
                                        <p:tav tm="0">
                                          <p:val>
                                            <p:strVal val="0-#ppt_w/2"/>
                                          </p:val>
                                        </p:tav>
                                        <p:tav tm="100000">
                                          <p:val>
                                            <p:strVal val="#ppt_x"/>
                                          </p:val>
                                        </p:tav>
                                      </p:tavLst>
                                    </p:anim>
                                    <p:anim calcmode="lin" valueType="num">
                                      <p:cBhvr additive="base">
                                        <p:cTn id="434" dur="500" fill="hold"/>
                                        <p:tgtEl>
                                          <p:spTgt spid="85"/>
                                        </p:tgtEl>
                                        <p:attrNameLst>
                                          <p:attrName>ppt_y</p:attrName>
                                        </p:attrNameLst>
                                      </p:cBhvr>
                                      <p:tavLst>
                                        <p:tav tm="0">
                                          <p:val>
                                            <p:strVal val="#ppt_y"/>
                                          </p:val>
                                        </p:tav>
                                        <p:tav tm="100000">
                                          <p:val>
                                            <p:strVal val="#ppt_y"/>
                                          </p:val>
                                        </p:tav>
                                      </p:tavLst>
                                    </p:anim>
                                  </p:childTnLst>
                                </p:cTn>
                              </p:par>
                            </p:childTnLst>
                          </p:cTn>
                        </p:par>
                      </p:childTnLst>
                    </p:cTn>
                  </p:par>
                  <p:par>
                    <p:cTn id="435" fill="hold">
                      <p:stCondLst>
                        <p:cond delay="indefinite"/>
                      </p:stCondLst>
                      <p:childTnLst>
                        <p:par>
                          <p:cTn id="436" fill="hold">
                            <p:stCondLst>
                              <p:cond delay="0"/>
                            </p:stCondLst>
                            <p:childTnLst>
                              <p:par>
                                <p:cTn id="437" presetID="2" presetClass="entr" presetSubtype="8" fill="hold" grpId="0" nodeType="clickEffect">
                                  <p:stCondLst>
                                    <p:cond delay="0"/>
                                  </p:stCondLst>
                                  <p:childTnLst>
                                    <p:set>
                                      <p:cBhvr>
                                        <p:cTn id="438" dur="1" fill="hold">
                                          <p:stCondLst>
                                            <p:cond delay="0"/>
                                          </p:stCondLst>
                                        </p:cTn>
                                        <p:tgtEl>
                                          <p:spTgt spid="86"/>
                                        </p:tgtEl>
                                        <p:attrNameLst>
                                          <p:attrName>style.visibility</p:attrName>
                                        </p:attrNameLst>
                                      </p:cBhvr>
                                      <p:to>
                                        <p:strVal val="visible"/>
                                      </p:to>
                                    </p:set>
                                    <p:anim calcmode="lin" valueType="num">
                                      <p:cBhvr additive="base">
                                        <p:cTn id="439" dur="500" fill="hold"/>
                                        <p:tgtEl>
                                          <p:spTgt spid="86"/>
                                        </p:tgtEl>
                                        <p:attrNameLst>
                                          <p:attrName>ppt_x</p:attrName>
                                        </p:attrNameLst>
                                      </p:cBhvr>
                                      <p:tavLst>
                                        <p:tav tm="0">
                                          <p:val>
                                            <p:strVal val="0-#ppt_w/2"/>
                                          </p:val>
                                        </p:tav>
                                        <p:tav tm="100000">
                                          <p:val>
                                            <p:strVal val="#ppt_x"/>
                                          </p:val>
                                        </p:tav>
                                      </p:tavLst>
                                    </p:anim>
                                    <p:anim calcmode="lin" valueType="num">
                                      <p:cBhvr additive="base">
                                        <p:cTn id="440" dur="500" fill="hold"/>
                                        <p:tgtEl>
                                          <p:spTgt spid="86"/>
                                        </p:tgtEl>
                                        <p:attrNameLst>
                                          <p:attrName>ppt_y</p:attrName>
                                        </p:attrNameLst>
                                      </p:cBhvr>
                                      <p:tavLst>
                                        <p:tav tm="0">
                                          <p:val>
                                            <p:strVal val="#ppt_y"/>
                                          </p:val>
                                        </p:tav>
                                        <p:tav tm="100000">
                                          <p:val>
                                            <p:strVal val="#ppt_y"/>
                                          </p:val>
                                        </p:tav>
                                      </p:tavLst>
                                    </p:anim>
                                  </p:childTnLst>
                                </p:cTn>
                              </p:par>
                            </p:childTnLst>
                          </p:cTn>
                        </p:par>
                      </p:childTnLst>
                    </p:cTn>
                  </p:par>
                  <p:par>
                    <p:cTn id="441" fill="hold">
                      <p:stCondLst>
                        <p:cond delay="indefinite"/>
                      </p:stCondLst>
                      <p:childTnLst>
                        <p:par>
                          <p:cTn id="442" fill="hold">
                            <p:stCondLst>
                              <p:cond delay="0"/>
                            </p:stCondLst>
                            <p:childTnLst>
                              <p:par>
                                <p:cTn id="443" presetID="2" presetClass="entr" presetSubtype="8" fill="hold" grpId="0" nodeType="clickEffect">
                                  <p:stCondLst>
                                    <p:cond delay="0"/>
                                  </p:stCondLst>
                                  <p:childTnLst>
                                    <p:set>
                                      <p:cBhvr>
                                        <p:cTn id="444" dur="1" fill="hold">
                                          <p:stCondLst>
                                            <p:cond delay="0"/>
                                          </p:stCondLst>
                                        </p:cTn>
                                        <p:tgtEl>
                                          <p:spTgt spid="87"/>
                                        </p:tgtEl>
                                        <p:attrNameLst>
                                          <p:attrName>style.visibility</p:attrName>
                                        </p:attrNameLst>
                                      </p:cBhvr>
                                      <p:to>
                                        <p:strVal val="visible"/>
                                      </p:to>
                                    </p:set>
                                    <p:anim calcmode="lin" valueType="num">
                                      <p:cBhvr additive="base">
                                        <p:cTn id="445" dur="500" fill="hold"/>
                                        <p:tgtEl>
                                          <p:spTgt spid="87"/>
                                        </p:tgtEl>
                                        <p:attrNameLst>
                                          <p:attrName>ppt_x</p:attrName>
                                        </p:attrNameLst>
                                      </p:cBhvr>
                                      <p:tavLst>
                                        <p:tav tm="0">
                                          <p:val>
                                            <p:strVal val="0-#ppt_w/2"/>
                                          </p:val>
                                        </p:tav>
                                        <p:tav tm="100000">
                                          <p:val>
                                            <p:strVal val="#ppt_x"/>
                                          </p:val>
                                        </p:tav>
                                      </p:tavLst>
                                    </p:anim>
                                    <p:anim calcmode="lin" valueType="num">
                                      <p:cBhvr additive="base">
                                        <p:cTn id="446" dur="500" fill="hold"/>
                                        <p:tgtEl>
                                          <p:spTgt spid="87"/>
                                        </p:tgtEl>
                                        <p:attrNameLst>
                                          <p:attrName>ppt_y</p:attrName>
                                        </p:attrNameLst>
                                      </p:cBhvr>
                                      <p:tavLst>
                                        <p:tav tm="0">
                                          <p:val>
                                            <p:strVal val="#ppt_y"/>
                                          </p:val>
                                        </p:tav>
                                        <p:tav tm="100000">
                                          <p:val>
                                            <p:strVal val="#ppt_y"/>
                                          </p:val>
                                        </p:tav>
                                      </p:tavLst>
                                    </p:anim>
                                  </p:childTnLst>
                                </p:cTn>
                              </p:par>
                            </p:childTnLst>
                          </p:cTn>
                        </p:par>
                      </p:childTnLst>
                    </p:cTn>
                  </p:par>
                  <p:par>
                    <p:cTn id="447" fill="hold">
                      <p:stCondLst>
                        <p:cond delay="indefinite"/>
                      </p:stCondLst>
                      <p:childTnLst>
                        <p:par>
                          <p:cTn id="448" fill="hold">
                            <p:stCondLst>
                              <p:cond delay="0"/>
                            </p:stCondLst>
                            <p:childTnLst>
                              <p:par>
                                <p:cTn id="449" presetID="2" presetClass="entr" presetSubtype="8" fill="hold" nodeType="clickEffect">
                                  <p:stCondLst>
                                    <p:cond delay="0"/>
                                  </p:stCondLst>
                                  <p:childTnLst>
                                    <p:set>
                                      <p:cBhvr>
                                        <p:cTn id="450" dur="1" fill="hold">
                                          <p:stCondLst>
                                            <p:cond delay="0"/>
                                          </p:stCondLst>
                                        </p:cTn>
                                        <p:tgtEl>
                                          <p:spTgt spid="88"/>
                                        </p:tgtEl>
                                        <p:attrNameLst>
                                          <p:attrName>style.visibility</p:attrName>
                                        </p:attrNameLst>
                                      </p:cBhvr>
                                      <p:to>
                                        <p:strVal val="visible"/>
                                      </p:to>
                                    </p:set>
                                    <p:anim calcmode="lin" valueType="num">
                                      <p:cBhvr additive="base">
                                        <p:cTn id="451" dur="500" fill="hold"/>
                                        <p:tgtEl>
                                          <p:spTgt spid="88"/>
                                        </p:tgtEl>
                                        <p:attrNameLst>
                                          <p:attrName>ppt_x</p:attrName>
                                        </p:attrNameLst>
                                      </p:cBhvr>
                                      <p:tavLst>
                                        <p:tav tm="0">
                                          <p:val>
                                            <p:strVal val="0-#ppt_w/2"/>
                                          </p:val>
                                        </p:tav>
                                        <p:tav tm="100000">
                                          <p:val>
                                            <p:strVal val="#ppt_x"/>
                                          </p:val>
                                        </p:tav>
                                      </p:tavLst>
                                    </p:anim>
                                    <p:anim calcmode="lin" valueType="num">
                                      <p:cBhvr additive="base">
                                        <p:cTn id="452" dur="500" fill="hold"/>
                                        <p:tgtEl>
                                          <p:spTgt spid="88"/>
                                        </p:tgtEl>
                                        <p:attrNameLst>
                                          <p:attrName>ppt_y</p:attrName>
                                        </p:attrNameLst>
                                      </p:cBhvr>
                                      <p:tavLst>
                                        <p:tav tm="0">
                                          <p:val>
                                            <p:strVal val="#ppt_y"/>
                                          </p:val>
                                        </p:tav>
                                        <p:tav tm="100000">
                                          <p:val>
                                            <p:strVal val="#ppt_y"/>
                                          </p:val>
                                        </p:tav>
                                      </p:tavLst>
                                    </p:anim>
                                  </p:childTnLst>
                                </p:cTn>
                              </p:par>
                            </p:childTnLst>
                          </p:cTn>
                        </p:par>
                      </p:childTnLst>
                    </p:cTn>
                  </p:par>
                  <p:par>
                    <p:cTn id="453" fill="hold">
                      <p:stCondLst>
                        <p:cond delay="indefinite"/>
                      </p:stCondLst>
                      <p:childTnLst>
                        <p:par>
                          <p:cTn id="454" fill="hold">
                            <p:stCondLst>
                              <p:cond delay="0"/>
                            </p:stCondLst>
                            <p:childTnLst>
                              <p:par>
                                <p:cTn id="455" presetID="2" presetClass="entr" presetSubtype="8" fill="hold" grpId="0" nodeType="clickEffect">
                                  <p:stCondLst>
                                    <p:cond delay="0"/>
                                  </p:stCondLst>
                                  <p:childTnLst>
                                    <p:set>
                                      <p:cBhvr>
                                        <p:cTn id="456" dur="1" fill="hold">
                                          <p:stCondLst>
                                            <p:cond delay="0"/>
                                          </p:stCondLst>
                                        </p:cTn>
                                        <p:tgtEl>
                                          <p:spTgt spid="89"/>
                                        </p:tgtEl>
                                        <p:attrNameLst>
                                          <p:attrName>style.visibility</p:attrName>
                                        </p:attrNameLst>
                                      </p:cBhvr>
                                      <p:to>
                                        <p:strVal val="visible"/>
                                      </p:to>
                                    </p:set>
                                    <p:anim calcmode="lin" valueType="num">
                                      <p:cBhvr additive="base">
                                        <p:cTn id="457" dur="500" fill="hold"/>
                                        <p:tgtEl>
                                          <p:spTgt spid="89"/>
                                        </p:tgtEl>
                                        <p:attrNameLst>
                                          <p:attrName>ppt_x</p:attrName>
                                        </p:attrNameLst>
                                      </p:cBhvr>
                                      <p:tavLst>
                                        <p:tav tm="0">
                                          <p:val>
                                            <p:strVal val="0-#ppt_w/2"/>
                                          </p:val>
                                        </p:tav>
                                        <p:tav tm="100000">
                                          <p:val>
                                            <p:strVal val="#ppt_x"/>
                                          </p:val>
                                        </p:tav>
                                      </p:tavLst>
                                    </p:anim>
                                    <p:anim calcmode="lin" valueType="num">
                                      <p:cBhvr additive="base">
                                        <p:cTn id="458" dur="500" fill="hold"/>
                                        <p:tgtEl>
                                          <p:spTgt spid="89"/>
                                        </p:tgtEl>
                                        <p:attrNameLst>
                                          <p:attrName>ppt_y</p:attrName>
                                        </p:attrNameLst>
                                      </p:cBhvr>
                                      <p:tavLst>
                                        <p:tav tm="0">
                                          <p:val>
                                            <p:strVal val="#ppt_y"/>
                                          </p:val>
                                        </p:tav>
                                        <p:tav tm="100000">
                                          <p:val>
                                            <p:strVal val="#ppt_y"/>
                                          </p:val>
                                        </p:tav>
                                      </p:tavLst>
                                    </p:anim>
                                  </p:childTnLst>
                                </p:cTn>
                              </p:par>
                            </p:childTnLst>
                          </p:cTn>
                        </p:par>
                      </p:childTnLst>
                    </p:cTn>
                  </p:par>
                  <p:par>
                    <p:cTn id="459" fill="hold">
                      <p:stCondLst>
                        <p:cond delay="indefinite"/>
                      </p:stCondLst>
                      <p:childTnLst>
                        <p:par>
                          <p:cTn id="460" fill="hold">
                            <p:stCondLst>
                              <p:cond delay="0"/>
                            </p:stCondLst>
                            <p:childTnLst>
                              <p:par>
                                <p:cTn id="461" presetID="2" presetClass="entr" presetSubtype="8" fill="hold" grpId="0" nodeType="clickEffect">
                                  <p:stCondLst>
                                    <p:cond delay="0"/>
                                  </p:stCondLst>
                                  <p:childTnLst>
                                    <p:set>
                                      <p:cBhvr>
                                        <p:cTn id="462" dur="1" fill="hold">
                                          <p:stCondLst>
                                            <p:cond delay="0"/>
                                          </p:stCondLst>
                                        </p:cTn>
                                        <p:tgtEl>
                                          <p:spTgt spid="90"/>
                                        </p:tgtEl>
                                        <p:attrNameLst>
                                          <p:attrName>style.visibility</p:attrName>
                                        </p:attrNameLst>
                                      </p:cBhvr>
                                      <p:to>
                                        <p:strVal val="visible"/>
                                      </p:to>
                                    </p:set>
                                    <p:anim calcmode="lin" valueType="num">
                                      <p:cBhvr additive="base">
                                        <p:cTn id="463" dur="500" fill="hold"/>
                                        <p:tgtEl>
                                          <p:spTgt spid="90"/>
                                        </p:tgtEl>
                                        <p:attrNameLst>
                                          <p:attrName>ppt_x</p:attrName>
                                        </p:attrNameLst>
                                      </p:cBhvr>
                                      <p:tavLst>
                                        <p:tav tm="0">
                                          <p:val>
                                            <p:strVal val="0-#ppt_w/2"/>
                                          </p:val>
                                        </p:tav>
                                        <p:tav tm="100000">
                                          <p:val>
                                            <p:strVal val="#ppt_x"/>
                                          </p:val>
                                        </p:tav>
                                      </p:tavLst>
                                    </p:anim>
                                    <p:anim calcmode="lin" valueType="num">
                                      <p:cBhvr additive="base">
                                        <p:cTn id="464" dur="500" fill="hold"/>
                                        <p:tgtEl>
                                          <p:spTgt spid="90"/>
                                        </p:tgtEl>
                                        <p:attrNameLst>
                                          <p:attrName>ppt_y</p:attrName>
                                        </p:attrNameLst>
                                      </p:cBhvr>
                                      <p:tavLst>
                                        <p:tav tm="0">
                                          <p:val>
                                            <p:strVal val="#ppt_y"/>
                                          </p:val>
                                        </p:tav>
                                        <p:tav tm="100000">
                                          <p:val>
                                            <p:strVal val="#ppt_y"/>
                                          </p:val>
                                        </p:tav>
                                      </p:tavLst>
                                    </p:anim>
                                  </p:childTnLst>
                                </p:cTn>
                              </p:par>
                            </p:childTnLst>
                          </p:cTn>
                        </p:par>
                      </p:childTnLst>
                    </p:cTn>
                  </p:par>
                  <p:par>
                    <p:cTn id="465" fill="hold">
                      <p:stCondLst>
                        <p:cond delay="indefinite"/>
                      </p:stCondLst>
                      <p:childTnLst>
                        <p:par>
                          <p:cTn id="466" fill="hold">
                            <p:stCondLst>
                              <p:cond delay="0"/>
                            </p:stCondLst>
                            <p:childTnLst>
                              <p:par>
                                <p:cTn id="467" presetID="2" presetClass="entr" presetSubtype="8" fill="hold" grpId="0" nodeType="clickEffect">
                                  <p:stCondLst>
                                    <p:cond delay="0"/>
                                  </p:stCondLst>
                                  <p:childTnLst>
                                    <p:set>
                                      <p:cBhvr>
                                        <p:cTn id="468" dur="1" fill="hold">
                                          <p:stCondLst>
                                            <p:cond delay="0"/>
                                          </p:stCondLst>
                                        </p:cTn>
                                        <p:tgtEl>
                                          <p:spTgt spid="91"/>
                                        </p:tgtEl>
                                        <p:attrNameLst>
                                          <p:attrName>style.visibility</p:attrName>
                                        </p:attrNameLst>
                                      </p:cBhvr>
                                      <p:to>
                                        <p:strVal val="visible"/>
                                      </p:to>
                                    </p:set>
                                    <p:anim calcmode="lin" valueType="num">
                                      <p:cBhvr additive="base">
                                        <p:cTn id="469" dur="500" fill="hold"/>
                                        <p:tgtEl>
                                          <p:spTgt spid="91"/>
                                        </p:tgtEl>
                                        <p:attrNameLst>
                                          <p:attrName>ppt_x</p:attrName>
                                        </p:attrNameLst>
                                      </p:cBhvr>
                                      <p:tavLst>
                                        <p:tav tm="0">
                                          <p:val>
                                            <p:strVal val="0-#ppt_w/2"/>
                                          </p:val>
                                        </p:tav>
                                        <p:tav tm="100000">
                                          <p:val>
                                            <p:strVal val="#ppt_x"/>
                                          </p:val>
                                        </p:tav>
                                      </p:tavLst>
                                    </p:anim>
                                    <p:anim calcmode="lin" valueType="num">
                                      <p:cBhvr additive="base">
                                        <p:cTn id="470" dur="500" fill="hold"/>
                                        <p:tgtEl>
                                          <p:spTgt spid="91"/>
                                        </p:tgtEl>
                                        <p:attrNameLst>
                                          <p:attrName>ppt_y</p:attrName>
                                        </p:attrNameLst>
                                      </p:cBhvr>
                                      <p:tavLst>
                                        <p:tav tm="0">
                                          <p:val>
                                            <p:strVal val="#ppt_y"/>
                                          </p:val>
                                        </p:tav>
                                        <p:tav tm="100000">
                                          <p:val>
                                            <p:strVal val="#ppt_y"/>
                                          </p:val>
                                        </p:tav>
                                      </p:tavLst>
                                    </p:anim>
                                  </p:childTnLst>
                                </p:cTn>
                              </p:par>
                            </p:childTnLst>
                          </p:cTn>
                        </p:par>
                      </p:childTnLst>
                    </p:cTn>
                  </p:par>
                  <p:par>
                    <p:cTn id="471" fill="hold">
                      <p:stCondLst>
                        <p:cond delay="indefinite"/>
                      </p:stCondLst>
                      <p:childTnLst>
                        <p:par>
                          <p:cTn id="472" fill="hold">
                            <p:stCondLst>
                              <p:cond delay="0"/>
                            </p:stCondLst>
                            <p:childTnLst>
                              <p:par>
                                <p:cTn id="473" presetID="2" presetClass="entr" presetSubtype="8" fill="hold" grpId="0" nodeType="clickEffect">
                                  <p:stCondLst>
                                    <p:cond delay="0"/>
                                  </p:stCondLst>
                                  <p:childTnLst>
                                    <p:set>
                                      <p:cBhvr>
                                        <p:cTn id="474" dur="1" fill="hold">
                                          <p:stCondLst>
                                            <p:cond delay="0"/>
                                          </p:stCondLst>
                                        </p:cTn>
                                        <p:tgtEl>
                                          <p:spTgt spid="92"/>
                                        </p:tgtEl>
                                        <p:attrNameLst>
                                          <p:attrName>style.visibility</p:attrName>
                                        </p:attrNameLst>
                                      </p:cBhvr>
                                      <p:to>
                                        <p:strVal val="visible"/>
                                      </p:to>
                                    </p:set>
                                    <p:anim calcmode="lin" valueType="num">
                                      <p:cBhvr additive="base">
                                        <p:cTn id="475" dur="500" fill="hold"/>
                                        <p:tgtEl>
                                          <p:spTgt spid="92"/>
                                        </p:tgtEl>
                                        <p:attrNameLst>
                                          <p:attrName>ppt_x</p:attrName>
                                        </p:attrNameLst>
                                      </p:cBhvr>
                                      <p:tavLst>
                                        <p:tav tm="0">
                                          <p:val>
                                            <p:strVal val="0-#ppt_w/2"/>
                                          </p:val>
                                        </p:tav>
                                        <p:tav tm="100000">
                                          <p:val>
                                            <p:strVal val="#ppt_x"/>
                                          </p:val>
                                        </p:tav>
                                      </p:tavLst>
                                    </p:anim>
                                    <p:anim calcmode="lin" valueType="num">
                                      <p:cBhvr additive="base">
                                        <p:cTn id="476" dur="500" fill="hold"/>
                                        <p:tgtEl>
                                          <p:spTgt spid="92"/>
                                        </p:tgtEl>
                                        <p:attrNameLst>
                                          <p:attrName>ppt_y</p:attrName>
                                        </p:attrNameLst>
                                      </p:cBhvr>
                                      <p:tavLst>
                                        <p:tav tm="0">
                                          <p:val>
                                            <p:strVal val="#ppt_y"/>
                                          </p:val>
                                        </p:tav>
                                        <p:tav tm="100000">
                                          <p:val>
                                            <p:strVal val="#ppt_y"/>
                                          </p:val>
                                        </p:tav>
                                      </p:tavLst>
                                    </p:anim>
                                  </p:childTnLst>
                                </p:cTn>
                              </p:par>
                            </p:childTnLst>
                          </p:cTn>
                        </p:par>
                      </p:childTnLst>
                    </p:cTn>
                  </p:par>
                  <p:par>
                    <p:cTn id="477" fill="hold">
                      <p:stCondLst>
                        <p:cond delay="indefinite"/>
                      </p:stCondLst>
                      <p:childTnLst>
                        <p:par>
                          <p:cTn id="478" fill="hold">
                            <p:stCondLst>
                              <p:cond delay="0"/>
                            </p:stCondLst>
                            <p:childTnLst>
                              <p:par>
                                <p:cTn id="479" presetID="2" presetClass="entr" presetSubtype="8" fill="hold" nodeType="clickEffect">
                                  <p:stCondLst>
                                    <p:cond delay="0"/>
                                  </p:stCondLst>
                                  <p:childTnLst>
                                    <p:set>
                                      <p:cBhvr>
                                        <p:cTn id="480" dur="1" fill="hold">
                                          <p:stCondLst>
                                            <p:cond delay="0"/>
                                          </p:stCondLst>
                                        </p:cTn>
                                        <p:tgtEl>
                                          <p:spTgt spid="93"/>
                                        </p:tgtEl>
                                        <p:attrNameLst>
                                          <p:attrName>style.visibility</p:attrName>
                                        </p:attrNameLst>
                                      </p:cBhvr>
                                      <p:to>
                                        <p:strVal val="visible"/>
                                      </p:to>
                                    </p:set>
                                    <p:anim calcmode="lin" valueType="num">
                                      <p:cBhvr additive="base">
                                        <p:cTn id="481" dur="500" fill="hold"/>
                                        <p:tgtEl>
                                          <p:spTgt spid="93"/>
                                        </p:tgtEl>
                                        <p:attrNameLst>
                                          <p:attrName>ppt_x</p:attrName>
                                        </p:attrNameLst>
                                      </p:cBhvr>
                                      <p:tavLst>
                                        <p:tav tm="0">
                                          <p:val>
                                            <p:strVal val="0-#ppt_w/2"/>
                                          </p:val>
                                        </p:tav>
                                        <p:tav tm="100000">
                                          <p:val>
                                            <p:strVal val="#ppt_x"/>
                                          </p:val>
                                        </p:tav>
                                      </p:tavLst>
                                    </p:anim>
                                    <p:anim calcmode="lin" valueType="num">
                                      <p:cBhvr additive="base">
                                        <p:cTn id="482" dur="500" fill="hold"/>
                                        <p:tgtEl>
                                          <p:spTgt spid="93"/>
                                        </p:tgtEl>
                                        <p:attrNameLst>
                                          <p:attrName>ppt_y</p:attrName>
                                        </p:attrNameLst>
                                      </p:cBhvr>
                                      <p:tavLst>
                                        <p:tav tm="0">
                                          <p:val>
                                            <p:strVal val="#ppt_y"/>
                                          </p:val>
                                        </p:tav>
                                        <p:tav tm="100000">
                                          <p:val>
                                            <p:strVal val="#ppt_y"/>
                                          </p:val>
                                        </p:tav>
                                      </p:tavLst>
                                    </p:anim>
                                  </p:childTnLst>
                                </p:cTn>
                              </p:par>
                            </p:childTnLst>
                          </p:cTn>
                        </p:par>
                      </p:childTnLst>
                    </p:cTn>
                  </p:par>
                  <p:par>
                    <p:cTn id="483" fill="hold">
                      <p:stCondLst>
                        <p:cond delay="indefinite"/>
                      </p:stCondLst>
                      <p:childTnLst>
                        <p:par>
                          <p:cTn id="484" fill="hold">
                            <p:stCondLst>
                              <p:cond delay="0"/>
                            </p:stCondLst>
                            <p:childTnLst>
                              <p:par>
                                <p:cTn id="485" presetID="2" presetClass="entr" presetSubtype="8" fill="hold" grpId="0" nodeType="clickEffect">
                                  <p:stCondLst>
                                    <p:cond delay="0"/>
                                  </p:stCondLst>
                                  <p:childTnLst>
                                    <p:set>
                                      <p:cBhvr>
                                        <p:cTn id="486" dur="1" fill="hold">
                                          <p:stCondLst>
                                            <p:cond delay="0"/>
                                          </p:stCondLst>
                                        </p:cTn>
                                        <p:tgtEl>
                                          <p:spTgt spid="94"/>
                                        </p:tgtEl>
                                        <p:attrNameLst>
                                          <p:attrName>style.visibility</p:attrName>
                                        </p:attrNameLst>
                                      </p:cBhvr>
                                      <p:to>
                                        <p:strVal val="visible"/>
                                      </p:to>
                                    </p:set>
                                    <p:anim calcmode="lin" valueType="num">
                                      <p:cBhvr additive="base">
                                        <p:cTn id="487" dur="500" fill="hold"/>
                                        <p:tgtEl>
                                          <p:spTgt spid="94"/>
                                        </p:tgtEl>
                                        <p:attrNameLst>
                                          <p:attrName>ppt_x</p:attrName>
                                        </p:attrNameLst>
                                      </p:cBhvr>
                                      <p:tavLst>
                                        <p:tav tm="0">
                                          <p:val>
                                            <p:strVal val="0-#ppt_w/2"/>
                                          </p:val>
                                        </p:tav>
                                        <p:tav tm="100000">
                                          <p:val>
                                            <p:strVal val="#ppt_x"/>
                                          </p:val>
                                        </p:tav>
                                      </p:tavLst>
                                    </p:anim>
                                    <p:anim calcmode="lin" valueType="num">
                                      <p:cBhvr additive="base">
                                        <p:cTn id="488" dur="500" fill="hold"/>
                                        <p:tgtEl>
                                          <p:spTgt spid="94"/>
                                        </p:tgtEl>
                                        <p:attrNameLst>
                                          <p:attrName>ppt_y</p:attrName>
                                        </p:attrNameLst>
                                      </p:cBhvr>
                                      <p:tavLst>
                                        <p:tav tm="0">
                                          <p:val>
                                            <p:strVal val="#ppt_y"/>
                                          </p:val>
                                        </p:tav>
                                        <p:tav tm="100000">
                                          <p:val>
                                            <p:strVal val="#ppt_y"/>
                                          </p:val>
                                        </p:tav>
                                      </p:tavLst>
                                    </p:anim>
                                  </p:childTnLst>
                                </p:cTn>
                              </p:par>
                            </p:childTnLst>
                          </p:cTn>
                        </p:par>
                      </p:childTnLst>
                    </p:cTn>
                  </p:par>
                  <p:par>
                    <p:cTn id="489" fill="hold">
                      <p:stCondLst>
                        <p:cond delay="indefinite"/>
                      </p:stCondLst>
                      <p:childTnLst>
                        <p:par>
                          <p:cTn id="490" fill="hold">
                            <p:stCondLst>
                              <p:cond delay="0"/>
                            </p:stCondLst>
                            <p:childTnLst>
                              <p:par>
                                <p:cTn id="491" presetID="2" presetClass="entr" presetSubtype="8" fill="hold" grpId="0" nodeType="clickEffect">
                                  <p:stCondLst>
                                    <p:cond delay="0"/>
                                  </p:stCondLst>
                                  <p:childTnLst>
                                    <p:set>
                                      <p:cBhvr>
                                        <p:cTn id="492" dur="1" fill="hold">
                                          <p:stCondLst>
                                            <p:cond delay="0"/>
                                          </p:stCondLst>
                                        </p:cTn>
                                        <p:tgtEl>
                                          <p:spTgt spid="95"/>
                                        </p:tgtEl>
                                        <p:attrNameLst>
                                          <p:attrName>style.visibility</p:attrName>
                                        </p:attrNameLst>
                                      </p:cBhvr>
                                      <p:to>
                                        <p:strVal val="visible"/>
                                      </p:to>
                                    </p:set>
                                    <p:anim calcmode="lin" valueType="num">
                                      <p:cBhvr additive="base">
                                        <p:cTn id="493" dur="500" fill="hold"/>
                                        <p:tgtEl>
                                          <p:spTgt spid="95"/>
                                        </p:tgtEl>
                                        <p:attrNameLst>
                                          <p:attrName>ppt_x</p:attrName>
                                        </p:attrNameLst>
                                      </p:cBhvr>
                                      <p:tavLst>
                                        <p:tav tm="0">
                                          <p:val>
                                            <p:strVal val="0-#ppt_w/2"/>
                                          </p:val>
                                        </p:tav>
                                        <p:tav tm="100000">
                                          <p:val>
                                            <p:strVal val="#ppt_x"/>
                                          </p:val>
                                        </p:tav>
                                      </p:tavLst>
                                    </p:anim>
                                    <p:anim calcmode="lin" valueType="num">
                                      <p:cBhvr additive="base">
                                        <p:cTn id="494" dur="500" fill="hold"/>
                                        <p:tgtEl>
                                          <p:spTgt spid="95"/>
                                        </p:tgtEl>
                                        <p:attrNameLst>
                                          <p:attrName>ppt_y</p:attrName>
                                        </p:attrNameLst>
                                      </p:cBhvr>
                                      <p:tavLst>
                                        <p:tav tm="0">
                                          <p:val>
                                            <p:strVal val="#ppt_y"/>
                                          </p:val>
                                        </p:tav>
                                        <p:tav tm="100000">
                                          <p:val>
                                            <p:strVal val="#ppt_y"/>
                                          </p:val>
                                        </p:tav>
                                      </p:tavLst>
                                    </p:anim>
                                  </p:childTnLst>
                                </p:cTn>
                              </p:par>
                            </p:childTnLst>
                          </p:cTn>
                        </p:par>
                      </p:childTnLst>
                    </p:cTn>
                  </p:par>
                  <p:par>
                    <p:cTn id="495" fill="hold">
                      <p:stCondLst>
                        <p:cond delay="indefinite"/>
                      </p:stCondLst>
                      <p:childTnLst>
                        <p:par>
                          <p:cTn id="496" fill="hold">
                            <p:stCondLst>
                              <p:cond delay="0"/>
                            </p:stCondLst>
                            <p:childTnLst>
                              <p:par>
                                <p:cTn id="497" presetID="2" presetClass="entr" presetSubtype="8" fill="hold" grpId="0" nodeType="clickEffect">
                                  <p:stCondLst>
                                    <p:cond delay="0"/>
                                  </p:stCondLst>
                                  <p:childTnLst>
                                    <p:set>
                                      <p:cBhvr>
                                        <p:cTn id="498" dur="1" fill="hold">
                                          <p:stCondLst>
                                            <p:cond delay="0"/>
                                          </p:stCondLst>
                                        </p:cTn>
                                        <p:tgtEl>
                                          <p:spTgt spid="96"/>
                                        </p:tgtEl>
                                        <p:attrNameLst>
                                          <p:attrName>style.visibility</p:attrName>
                                        </p:attrNameLst>
                                      </p:cBhvr>
                                      <p:to>
                                        <p:strVal val="visible"/>
                                      </p:to>
                                    </p:set>
                                    <p:anim calcmode="lin" valueType="num">
                                      <p:cBhvr additive="base">
                                        <p:cTn id="499" dur="500" fill="hold"/>
                                        <p:tgtEl>
                                          <p:spTgt spid="96"/>
                                        </p:tgtEl>
                                        <p:attrNameLst>
                                          <p:attrName>ppt_x</p:attrName>
                                        </p:attrNameLst>
                                      </p:cBhvr>
                                      <p:tavLst>
                                        <p:tav tm="0">
                                          <p:val>
                                            <p:strVal val="0-#ppt_w/2"/>
                                          </p:val>
                                        </p:tav>
                                        <p:tav tm="100000">
                                          <p:val>
                                            <p:strVal val="#ppt_x"/>
                                          </p:val>
                                        </p:tav>
                                      </p:tavLst>
                                    </p:anim>
                                    <p:anim calcmode="lin" valueType="num">
                                      <p:cBhvr additive="base">
                                        <p:cTn id="500" dur="500" fill="hold"/>
                                        <p:tgtEl>
                                          <p:spTgt spid="96"/>
                                        </p:tgtEl>
                                        <p:attrNameLst>
                                          <p:attrName>ppt_y</p:attrName>
                                        </p:attrNameLst>
                                      </p:cBhvr>
                                      <p:tavLst>
                                        <p:tav tm="0">
                                          <p:val>
                                            <p:strVal val="#ppt_y"/>
                                          </p:val>
                                        </p:tav>
                                        <p:tav tm="100000">
                                          <p:val>
                                            <p:strVal val="#ppt_y"/>
                                          </p:val>
                                        </p:tav>
                                      </p:tavLst>
                                    </p:anim>
                                  </p:childTnLst>
                                </p:cTn>
                              </p:par>
                            </p:childTnLst>
                          </p:cTn>
                        </p:par>
                      </p:childTnLst>
                    </p:cTn>
                  </p:par>
                  <p:par>
                    <p:cTn id="501" fill="hold">
                      <p:stCondLst>
                        <p:cond delay="indefinite"/>
                      </p:stCondLst>
                      <p:childTnLst>
                        <p:par>
                          <p:cTn id="502" fill="hold">
                            <p:stCondLst>
                              <p:cond delay="0"/>
                            </p:stCondLst>
                            <p:childTnLst>
                              <p:par>
                                <p:cTn id="503" presetID="2" presetClass="entr" presetSubtype="8" fill="hold" grpId="0" nodeType="clickEffect">
                                  <p:stCondLst>
                                    <p:cond delay="0"/>
                                  </p:stCondLst>
                                  <p:childTnLst>
                                    <p:set>
                                      <p:cBhvr>
                                        <p:cTn id="504" dur="1" fill="hold">
                                          <p:stCondLst>
                                            <p:cond delay="0"/>
                                          </p:stCondLst>
                                        </p:cTn>
                                        <p:tgtEl>
                                          <p:spTgt spid="101"/>
                                        </p:tgtEl>
                                        <p:attrNameLst>
                                          <p:attrName>style.visibility</p:attrName>
                                        </p:attrNameLst>
                                      </p:cBhvr>
                                      <p:to>
                                        <p:strVal val="visible"/>
                                      </p:to>
                                    </p:set>
                                    <p:anim calcmode="lin" valueType="num">
                                      <p:cBhvr additive="base">
                                        <p:cTn id="505" dur="500" fill="hold"/>
                                        <p:tgtEl>
                                          <p:spTgt spid="101"/>
                                        </p:tgtEl>
                                        <p:attrNameLst>
                                          <p:attrName>ppt_x</p:attrName>
                                        </p:attrNameLst>
                                      </p:cBhvr>
                                      <p:tavLst>
                                        <p:tav tm="0">
                                          <p:val>
                                            <p:strVal val="0-#ppt_w/2"/>
                                          </p:val>
                                        </p:tav>
                                        <p:tav tm="100000">
                                          <p:val>
                                            <p:strVal val="#ppt_x"/>
                                          </p:val>
                                        </p:tav>
                                      </p:tavLst>
                                    </p:anim>
                                    <p:anim calcmode="lin" valueType="num">
                                      <p:cBhvr additive="base">
                                        <p:cTn id="506" dur="500" fill="hold"/>
                                        <p:tgtEl>
                                          <p:spTgt spid="101"/>
                                        </p:tgtEl>
                                        <p:attrNameLst>
                                          <p:attrName>ppt_y</p:attrName>
                                        </p:attrNameLst>
                                      </p:cBhvr>
                                      <p:tavLst>
                                        <p:tav tm="0">
                                          <p:val>
                                            <p:strVal val="#ppt_y"/>
                                          </p:val>
                                        </p:tav>
                                        <p:tav tm="100000">
                                          <p:val>
                                            <p:strVal val="#ppt_y"/>
                                          </p:val>
                                        </p:tav>
                                      </p:tavLst>
                                    </p:anim>
                                  </p:childTnLst>
                                </p:cTn>
                              </p:par>
                            </p:childTnLst>
                          </p:cTn>
                        </p:par>
                      </p:childTnLst>
                    </p:cTn>
                  </p:par>
                  <p:par>
                    <p:cTn id="507" fill="hold">
                      <p:stCondLst>
                        <p:cond delay="indefinite"/>
                      </p:stCondLst>
                      <p:childTnLst>
                        <p:par>
                          <p:cTn id="508" fill="hold">
                            <p:stCondLst>
                              <p:cond delay="0"/>
                            </p:stCondLst>
                            <p:childTnLst>
                              <p:par>
                                <p:cTn id="509" presetID="2" presetClass="entr" presetSubtype="8" fill="hold" nodeType="clickEffect">
                                  <p:stCondLst>
                                    <p:cond delay="0"/>
                                  </p:stCondLst>
                                  <p:childTnLst>
                                    <p:set>
                                      <p:cBhvr>
                                        <p:cTn id="510" dur="1" fill="hold">
                                          <p:stCondLst>
                                            <p:cond delay="0"/>
                                          </p:stCondLst>
                                        </p:cTn>
                                        <p:tgtEl>
                                          <p:spTgt spid="97"/>
                                        </p:tgtEl>
                                        <p:attrNameLst>
                                          <p:attrName>style.visibility</p:attrName>
                                        </p:attrNameLst>
                                      </p:cBhvr>
                                      <p:to>
                                        <p:strVal val="visible"/>
                                      </p:to>
                                    </p:set>
                                    <p:anim calcmode="lin" valueType="num">
                                      <p:cBhvr additive="base">
                                        <p:cTn id="511" dur="500" fill="hold"/>
                                        <p:tgtEl>
                                          <p:spTgt spid="97"/>
                                        </p:tgtEl>
                                        <p:attrNameLst>
                                          <p:attrName>ppt_x</p:attrName>
                                        </p:attrNameLst>
                                      </p:cBhvr>
                                      <p:tavLst>
                                        <p:tav tm="0">
                                          <p:val>
                                            <p:strVal val="0-#ppt_w/2"/>
                                          </p:val>
                                        </p:tav>
                                        <p:tav tm="100000">
                                          <p:val>
                                            <p:strVal val="#ppt_x"/>
                                          </p:val>
                                        </p:tav>
                                      </p:tavLst>
                                    </p:anim>
                                    <p:anim calcmode="lin" valueType="num">
                                      <p:cBhvr additive="base">
                                        <p:cTn id="512" dur="500" fill="hold"/>
                                        <p:tgtEl>
                                          <p:spTgt spid="97"/>
                                        </p:tgtEl>
                                        <p:attrNameLst>
                                          <p:attrName>ppt_y</p:attrName>
                                        </p:attrNameLst>
                                      </p:cBhvr>
                                      <p:tavLst>
                                        <p:tav tm="0">
                                          <p:val>
                                            <p:strVal val="#ppt_y"/>
                                          </p:val>
                                        </p:tav>
                                        <p:tav tm="100000">
                                          <p:val>
                                            <p:strVal val="#ppt_y"/>
                                          </p:val>
                                        </p:tav>
                                      </p:tavLst>
                                    </p:anim>
                                  </p:childTnLst>
                                </p:cTn>
                              </p:par>
                            </p:childTnLst>
                          </p:cTn>
                        </p:par>
                      </p:childTnLst>
                    </p:cTn>
                  </p:par>
                  <p:par>
                    <p:cTn id="513" fill="hold">
                      <p:stCondLst>
                        <p:cond delay="indefinite"/>
                      </p:stCondLst>
                      <p:childTnLst>
                        <p:par>
                          <p:cTn id="514" fill="hold">
                            <p:stCondLst>
                              <p:cond delay="0"/>
                            </p:stCondLst>
                            <p:childTnLst>
                              <p:par>
                                <p:cTn id="515" presetID="2" presetClass="entr" presetSubtype="8" fill="hold" grpId="0" nodeType="clickEffect">
                                  <p:stCondLst>
                                    <p:cond delay="0"/>
                                  </p:stCondLst>
                                  <p:childTnLst>
                                    <p:set>
                                      <p:cBhvr>
                                        <p:cTn id="516" dur="1" fill="hold">
                                          <p:stCondLst>
                                            <p:cond delay="0"/>
                                          </p:stCondLst>
                                        </p:cTn>
                                        <p:tgtEl>
                                          <p:spTgt spid="98"/>
                                        </p:tgtEl>
                                        <p:attrNameLst>
                                          <p:attrName>style.visibility</p:attrName>
                                        </p:attrNameLst>
                                      </p:cBhvr>
                                      <p:to>
                                        <p:strVal val="visible"/>
                                      </p:to>
                                    </p:set>
                                    <p:anim calcmode="lin" valueType="num">
                                      <p:cBhvr additive="base">
                                        <p:cTn id="517" dur="500" fill="hold"/>
                                        <p:tgtEl>
                                          <p:spTgt spid="98"/>
                                        </p:tgtEl>
                                        <p:attrNameLst>
                                          <p:attrName>ppt_x</p:attrName>
                                        </p:attrNameLst>
                                      </p:cBhvr>
                                      <p:tavLst>
                                        <p:tav tm="0">
                                          <p:val>
                                            <p:strVal val="0-#ppt_w/2"/>
                                          </p:val>
                                        </p:tav>
                                        <p:tav tm="100000">
                                          <p:val>
                                            <p:strVal val="#ppt_x"/>
                                          </p:val>
                                        </p:tav>
                                      </p:tavLst>
                                    </p:anim>
                                    <p:anim calcmode="lin" valueType="num">
                                      <p:cBhvr additive="base">
                                        <p:cTn id="518" dur="500" fill="hold"/>
                                        <p:tgtEl>
                                          <p:spTgt spid="98"/>
                                        </p:tgtEl>
                                        <p:attrNameLst>
                                          <p:attrName>ppt_y</p:attrName>
                                        </p:attrNameLst>
                                      </p:cBhvr>
                                      <p:tavLst>
                                        <p:tav tm="0">
                                          <p:val>
                                            <p:strVal val="#ppt_y"/>
                                          </p:val>
                                        </p:tav>
                                        <p:tav tm="100000">
                                          <p:val>
                                            <p:strVal val="#ppt_y"/>
                                          </p:val>
                                        </p:tav>
                                      </p:tavLst>
                                    </p:anim>
                                  </p:childTnLst>
                                </p:cTn>
                              </p:par>
                            </p:childTnLst>
                          </p:cTn>
                        </p:par>
                      </p:childTnLst>
                    </p:cTn>
                  </p:par>
                  <p:par>
                    <p:cTn id="519" fill="hold">
                      <p:stCondLst>
                        <p:cond delay="indefinite"/>
                      </p:stCondLst>
                      <p:childTnLst>
                        <p:par>
                          <p:cTn id="520" fill="hold">
                            <p:stCondLst>
                              <p:cond delay="0"/>
                            </p:stCondLst>
                            <p:childTnLst>
                              <p:par>
                                <p:cTn id="521" presetID="2" presetClass="entr" presetSubtype="8" fill="hold" grpId="0" nodeType="clickEffect">
                                  <p:stCondLst>
                                    <p:cond delay="0"/>
                                  </p:stCondLst>
                                  <p:childTnLst>
                                    <p:set>
                                      <p:cBhvr>
                                        <p:cTn id="522" dur="1" fill="hold">
                                          <p:stCondLst>
                                            <p:cond delay="0"/>
                                          </p:stCondLst>
                                        </p:cTn>
                                        <p:tgtEl>
                                          <p:spTgt spid="99"/>
                                        </p:tgtEl>
                                        <p:attrNameLst>
                                          <p:attrName>style.visibility</p:attrName>
                                        </p:attrNameLst>
                                      </p:cBhvr>
                                      <p:to>
                                        <p:strVal val="visible"/>
                                      </p:to>
                                    </p:set>
                                    <p:anim calcmode="lin" valueType="num">
                                      <p:cBhvr additive="base">
                                        <p:cTn id="523" dur="500" fill="hold"/>
                                        <p:tgtEl>
                                          <p:spTgt spid="99"/>
                                        </p:tgtEl>
                                        <p:attrNameLst>
                                          <p:attrName>ppt_x</p:attrName>
                                        </p:attrNameLst>
                                      </p:cBhvr>
                                      <p:tavLst>
                                        <p:tav tm="0">
                                          <p:val>
                                            <p:strVal val="0-#ppt_w/2"/>
                                          </p:val>
                                        </p:tav>
                                        <p:tav tm="100000">
                                          <p:val>
                                            <p:strVal val="#ppt_x"/>
                                          </p:val>
                                        </p:tav>
                                      </p:tavLst>
                                    </p:anim>
                                    <p:anim calcmode="lin" valueType="num">
                                      <p:cBhvr additive="base">
                                        <p:cTn id="524" dur="500" fill="hold"/>
                                        <p:tgtEl>
                                          <p:spTgt spid="99"/>
                                        </p:tgtEl>
                                        <p:attrNameLst>
                                          <p:attrName>ppt_y</p:attrName>
                                        </p:attrNameLst>
                                      </p:cBhvr>
                                      <p:tavLst>
                                        <p:tav tm="0">
                                          <p:val>
                                            <p:strVal val="#ppt_y"/>
                                          </p:val>
                                        </p:tav>
                                        <p:tav tm="100000">
                                          <p:val>
                                            <p:strVal val="#ppt_y"/>
                                          </p:val>
                                        </p:tav>
                                      </p:tavLst>
                                    </p:anim>
                                  </p:childTnLst>
                                </p:cTn>
                              </p:par>
                            </p:childTnLst>
                          </p:cTn>
                        </p:par>
                      </p:childTnLst>
                    </p:cTn>
                  </p:par>
                  <p:par>
                    <p:cTn id="525" fill="hold">
                      <p:stCondLst>
                        <p:cond delay="indefinite"/>
                      </p:stCondLst>
                      <p:childTnLst>
                        <p:par>
                          <p:cTn id="526" fill="hold">
                            <p:stCondLst>
                              <p:cond delay="0"/>
                            </p:stCondLst>
                            <p:childTnLst>
                              <p:par>
                                <p:cTn id="527" presetID="2" presetClass="entr" presetSubtype="8" fill="hold" grpId="0" nodeType="clickEffect">
                                  <p:stCondLst>
                                    <p:cond delay="0"/>
                                  </p:stCondLst>
                                  <p:childTnLst>
                                    <p:set>
                                      <p:cBhvr>
                                        <p:cTn id="528" dur="1" fill="hold">
                                          <p:stCondLst>
                                            <p:cond delay="0"/>
                                          </p:stCondLst>
                                        </p:cTn>
                                        <p:tgtEl>
                                          <p:spTgt spid="100"/>
                                        </p:tgtEl>
                                        <p:attrNameLst>
                                          <p:attrName>style.visibility</p:attrName>
                                        </p:attrNameLst>
                                      </p:cBhvr>
                                      <p:to>
                                        <p:strVal val="visible"/>
                                      </p:to>
                                    </p:set>
                                    <p:anim calcmode="lin" valueType="num">
                                      <p:cBhvr additive="base">
                                        <p:cTn id="529" dur="500" fill="hold"/>
                                        <p:tgtEl>
                                          <p:spTgt spid="100"/>
                                        </p:tgtEl>
                                        <p:attrNameLst>
                                          <p:attrName>ppt_x</p:attrName>
                                        </p:attrNameLst>
                                      </p:cBhvr>
                                      <p:tavLst>
                                        <p:tav tm="0">
                                          <p:val>
                                            <p:strVal val="0-#ppt_w/2"/>
                                          </p:val>
                                        </p:tav>
                                        <p:tav tm="100000">
                                          <p:val>
                                            <p:strVal val="#ppt_x"/>
                                          </p:val>
                                        </p:tav>
                                      </p:tavLst>
                                    </p:anim>
                                    <p:anim calcmode="lin" valueType="num">
                                      <p:cBhvr additive="base">
                                        <p:cTn id="530" dur="500" fill="hold"/>
                                        <p:tgtEl>
                                          <p:spTgt spid="100"/>
                                        </p:tgtEl>
                                        <p:attrNameLst>
                                          <p:attrName>ppt_y</p:attrName>
                                        </p:attrNameLst>
                                      </p:cBhvr>
                                      <p:tavLst>
                                        <p:tav tm="0">
                                          <p:val>
                                            <p:strVal val="#ppt_y"/>
                                          </p:val>
                                        </p:tav>
                                        <p:tav tm="100000">
                                          <p:val>
                                            <p:strVal val="#ppt_y"/>
                                          </p:val>
                                        </p:tav>
                                      </p:tavLst>
                                    </p:anim>
                                  </p:childTnLst>
                                </p:cTn>
                              </p:par>
                            </p:childTnLst>
                          </p:cTn>
                        </p:par>
                      </p:childTnLst>
                    </p:cTn>
                  </p:par>
                  <p:par>
                    <p:cTn id="531" fill="hold">
                      <p:stCondLst>
                        <p:cond delay="indefinite"/>
                      </p:stCondLst>
                      <p:childTnLst>
                        <p:par>
                          <p:cTn id="532" fill="hold">
                            <p:stCondLst>
                              <p:cond delay="0"/>
                            </p:stCondLst>
                            <p:childTnLst>
                              <p:par>
                                <p:cTn id="533" presetID="2" presetClass="entr" presetSubtype="8" fill="hold" grpId="0" nodeType="clickEffect">
                                  <p:stCondLst>
                                    <p:cond delay="0"/>
                                  </p:stCondLst>
                                  <p:childTnLst>
                                    <p:set>
                                      <p:cBhvr>
                                        <p:cTn id="534" dur="1" fill="hold">
                                          <p:stCondLst>
                                            <p:cond delay="0"/>
                                          </p:stCondLst>
                                        </p:cTn>
                                        <p:tgtEl>
                                          <p:spTgt spid="102"/>
                                        </p:tgtEl>
                                        <p:attrNameLst>
                                          <p:attrName>style.visibility</p:attrName>
                                        </p:attrNameLst>
                                      </p:cBhvr>
                                      <p:to>
                                        <p:strVal val="visible"/>
                                      </p:to>
                                    </p:set>
                                    <p:anim calcmode="lin" valueType="num">
                                      <p:cBhvr additive="base">
                                        <p:cTn id="535" dur="500" fill="hold"/>
                                        <p:tgtEl>
                                          <p:spTgt spid="102"/>
                                        </p:tgtEl>
                                        <p:attrNameLst>
                                          <p:attrName>ppt_x</p:attrName>
                                        </p:attrNameLst>
                                      </p:cBhvr>
                                      <p:tavLst>
                                        <p:tav tm="0">
                                          <p:val>
                                            <p:strVal val="0-#ppt_w/2"/>
                                          </p:val>
                                        </p:tav>
                                        <p:tav tm="100000">
                                          <p:val>
                                            <p:strVal val="#ppt_x"/>
                                          </p:val>
                                        </p:tav>
                                      </p:tavLst>
                                    </p:anim>
                                    <p:anim calcmode="lin" valueType="num">
                                      <p:cBhvr additive="base">
                                        <p:cTn id="536" dur="500" fill="hold"/>
                                        <p:tgtEl>
                                          <p:spTgt spid="102"/>
                                        </p:tgtEl>
                                        <p:attrNameLst>
                                          <p:attrName>ppt_y</p:attrName>
                                        </p:attrNameLst>
                                      </p:cBhvr>
                                      <p:tavLst>
                                        <p:tav tm="0">
                                          <p:val>
                                            <p:strVal val="#ppt_y"/>
                                          </p:val>
                                        </p:tav>
                                        <p:tav tm="100000">
                                          <p:val>
                                            <p:strVal val="#ppt_y"/>
                                          </p:val>
                                        </p:tav>
                                      </p:tavLst>
                                    </p:anim>
                                  </p:childTnLst>
                                </p:cTn>
                              </p:par>
                            </p:childTnLst>
                          </p:cTn>
                        </p:par>
                      </p:childTnLst>
                    </p:cTn>
                  </p:par>
                  <p:par>
                    <p:cTn id="537" fill="hold">
                      <p:stCondLst>
                        <p:cond delay="indefinite"/>
                      </p:stCondLst>
                      <p:childTnLst>
                        <p:par>
                          <p:cTn id="538" fill="hold">
                            <p:stCondLst>
                              <p:cond delay="0"/>
                            </p:stCondLst>
                            <p:childTnLst>
                              <p:par>
                                <p:cTn id="539" presetID="2" presetClass="entr" presetSubtype="8" fill="hold" nodeType="clickEffect">
                                  <p:stCondLst>
                                    <p:cond delay="0"/>
                                  </p:stCondLst>
                                  <p:childTnLst>
                                    <p:set>
                                      <p:cBhvr>
                                        <p:cTn id="540" dur="1" fill="hold">
                                          <p:stCondLst>
                                            <p:cond delay="0"/>
                                          </p:stCondLst>
                                        </p:cTn>
                                        <p:tgtEl>
                                          <p:spTgt spid="103"/>
                                        </p:tgtEl>
                                        <p:attrNameLst>
                                          <p:attrName>style.visibility</p:attrName>
                                        </p:attrNameLst>
                                      </p:cBhvr>
                                      <p:to>
                                        <p:strVal val="visible"/>
                                      </p:to>
                                    </p:set>
                                    <p:anim calcmode="lin" valueType="num">
                                      <p:cBhvr additive="base">
                                        <p:cTn id="541" dur="500" fill="hold"/>
                                        <p:tgtEl>
                                          <p:spTgt spid="103"/>
                                        </p:tgtEl>
                                        <p:attrNameLst>
                                          <p:attrName>ppt_x</p:attrName>
                                        </p:attrNameLst>
                                      </p:cBhvr>
                                      <p:tavLst>
                                        <p:tav tm="0">
                                          <p:val>
                                            <p:strVal val="0-#ppt_w/2"/>
                                          </p:val>
                                        </p:tav>
                                        <p:tav tm="100000">
                                          <p:val>
                                            <p:strVal val="#ppt_x"/>
                                          </p:val>
                                        </p:tav>
                                      </p:tavLst>
                                    </p:anim>
                                    <p:anim calcmode="lin" valueType="num">
                                      <p:cBhvr additive="base">
                                        <p:cTn id="542" dur="500" fill="hold"/>
                                        <p:tgtEl>
                                          <p:spTgt spid="103"/>
                                        </p:tgtEl>
                                        <p:attrNameLst>
                                          <p:attrName>ppt_y</p:attrName>
                                        </p:attrNameLst>
                                      </p:cBhvr>
                                      <p:tavLst>
                                        <p:tav tm="0">
                                          <p:val>
                                            <p:strVal val="#ppt_y"/>
                                          </p:val>
                                        </p:tav>
                                        <p:tav tm="100000">
                                          <p:val>
                                            <p:strVal val="#ppt_y"/>
                                          </p:val>
                                        </p:tav>
                                      </p:tavLst>
                                    </p:anim>
                                  </p:childTnLst>
                                </p:cTn>
                              </p:par>
                            </p:childTnLst>
                          </p:cTn>
                        </p:par>
                      </p:childTnLst>
                    </p:cTn>
                  </p:par>
                  <p:par>
                    <p:cTn id="543" fill="hold">
                      <p:stCondLst>
                        <p:cond delay="indefinite"/>
                      </p:stCondLst>
                      <p:childTnLst>
                        <p:par>
                          <p:cTn id="544" fill="hold">
                            <p:stCondLst>
                              <p:cond delay="0"/>
                            </p:stCondLst>
                            <p:childTnLst>
                              <p:par>
                                <p:cTn id="545" presetID="2" presetClass="entr" presetSubtype="8" fill="hold" grpId="0" nodeType="clickEffect">
                                  <p:stCondLst>
                                    <p:cond delay="0"/>
                                  </p:stCondLst>
                                  <p:childTnLst>
                                    <p:set>
                                      <p:cBhvr>
                                        <p:cTn id="546" dur="1" fill="hold">
                                          <p:stCondLst>
                                            <p:cond delay="0"/>
                                          </p:stCondLst>
                                        </p:cTn>
                                        <p:tgtEl>
                                          <p:spTgt spid="105"/>
                                        </p:tgtEl>
                                        <p:attrNameLst>
                                          <p:attrName>style.visibility</p:attrName>
                                        </p:attrNameLst>
                                      </p:cBhvr>
                                      <p:to>
                                        <p:strVal val="visible"/>
                                      </p:to>
                                    </p:set>
                                    <p:anim calcmode="lin" valueType="num">
                                      <p:cBhvr additive="base">
                                        <p:cTn id="547" dur="500" fill="hold"/>
                                        <p:tgtEl>
                                          <p:spTgt spid="105"/>
                                        </p:tgtEl>
                                        <p:attrNameLst>
                                          <p:attrName>ppt_x</p:attrName>
                                        </p:attrNameLst>
                                      </p:cBhvr>
                                      <p:tavLst>
                                        <p:tav tm="0">
                                          <p:val>
                                            <p:strVal val="0-#ppt_w/2"/>
                                          </p:val>
                                        </p:tav>
                                        <p:tav tm="100000">
                                          <p:val>
                                            <p:strVal val="#ppt_x"/>
                                          </p:val>
                                        </p:tav>
                                      </p:tavLst>
                                    </p:anim>
                                    <p:anim calcmode="lin" valueType="num">
                                      <p:cBhvr additive="base">
                                        <p:cTn id="548" dur="500" fill="hold"/>
                                        <p:tgtEl>
                                          <p:spTgt spid="105"/>
                                        </p:tgtEl>
                                        <p:attrNameLst>
                                          <p:attrName>ppt_y</p:attrName>
                                        </p:attrNameLst>
                                      </p:cBhvr>
                                      <p:tavLst>
                                        <p:tav tm="0">
                                          <p:val>
                                            <p:strVal val="#ppt_y"/>
                                          </p:val>
                                        </p:tav>
                                        <p:tav tm="100000">
                                          <p:val>
                                            <p:strVal val="#ppt_y"/>
                                          </p:val>
                                        </p:tav>
                                      </p:tavLst>
                                    </p:anim>
                                  </p:childTnLst>
                                </p:cTn>
                              </p:par>
                            </p:childTnLst>
                          </p:cTn>
                        </p:par>
                      </p:childTnLst>
                    </p:cTn>
                  </p:par>
                  <p:par>
                    <p:cTn id="549" fill="hold">
                      <p:stCondLst>
                        <p:cond delay="indefinite"/>
                      </p:stCondLst>
                      <p:childTnLst>
                        <p:par>
                          <p:cTn id="550" fill="hold">
                            <p:stCondLst>
                              <p:cond delay="0"/>
                            </p:stCondLst>
                            <p:childTnLst>
                              <p:par>
                                <p:cTn id="551" presetID="2" presetClass="entr" presetSubtype="8" fill="hold" grpId="0" nodeType="clickEffect">
                                  <p:stCondLst>
                                    <p:cond delay="0"/>
                                  </p:stCondLst>
                                  <p:childTnLst>
                                    <p:set>
                                      <p:cBhvr>
                                        <p:cTn id="552" dur="1" fill="hold">
                                          <p:stCondLst>
                                            <p:cond delay="0"/>
                                          </p:stCondLst>
                                        </p:cTn>
                                        <p:tgtEl>
                                          <p:spTgt spid="106"/>
                                        </p:tgtEl>
                                        <p:attrNameLst>
                                          <p:attrName>style.visibility</p:attrName>
                                        </p:attrNameLst>
                                      </p:cBhvr>
                                      <p:to>
                                        <p:strVal val="visible"/>
                                      </p:to>
                                    </p:set>
                                    <p:anim calcmode="lin" valueType="num">
                                      <p:cBhvr additive="base">
                                        <p:cTn id="553" dur="500" fill="hold"/>
                                        <p:tgtEl>
                                          <p:spTgt spid="106"/>
                                        </p:tgtEl>
                                        <p:attrNameLst>
                                          <p:attrName>ppt_x</p:attrName>
                                        </p:attrNameLst>
                                      </p:cBhvr>
                                      <p:tavLst>
                                        <p:tav tm="0">
                                          <p:val>
                                            <p:strVal val="0-#ppt_w/2"/>
                                          </p:val>
                                        </p:tav>
                                        <p:tav tm="100000">
                                          <p:val>
                                            <p:strVal val="#ppt_x"/>
                                          </p:val>
                                        </p:tav>
                                      </p:tavLst>
                                    </p:anim>
                                    <p:anim calcmode="lin" valueType="num">
                                      <p:cBhvr additive="base">
                                        <p:cTn id="554" dur="500" fill="hold"/>
                                        <p:tgtEl>
                                          <p:spTgt spid="106"/>
                                        </p:tgtEl>
                                        <p:attrNameLst>
                                          <p:attrName>ppt_y</p:attrName>
                                        </p:attrNameLst>
                                      </p:cBhvr>
                                      <p:tavLst>
                                        <p:tav tm="0">
                                          <p:val>
                                            <p:strVal val="#ppt_y"/>
                                          </p:val>
                                        </p:tav>
                                        <p:tav tm="100000">
                                          <p:val>
                                            <p:strVal val="#ppt_y"/>
                                          </p:val>
                                        </p:tav>
                                      </p:tavLst>
                                    </p:anim>
                                  </p:childTnLst>
                                </p:cTn>
                              </p:par>
                            </p:childTnLst>
                          </p:cTn>
                        </p:par>
                      </p:childTnLst>
                    </p:cTn>
                  </p:par>
                  <p:par>
                    <p:cTn id="555" fill="hold">
                      <p:stCondLst>
                        <p:cond delay="indefinite"/>
                      </p:stCondLst>
                      <p:childTnLst>
                        <p:par>
                          <p:cTn id="556" fill="hold">
                            <p:stCondLst>
                              <p:cond delay="0"/>
                            </p:stCondLst>
                            <p:childTnLst>
                              <p:par>
                                <p:cTn id="557" presetID="2" presetClass="entr" presetSubtype="8" fill="hold" grpId="0" nodeType="clickEffect">
                                  <p:stCondLst>
                                    <p:cond delay="0"/>
                                  </p:stCondLst>
                                  <p:childTnLst>
                                    <p:set>
                                      <p:cBhvr>
                                        <p:cTn id="558" dur="1" fill="hold">
                                          <p:stCondLst>
                                            <p:cond delay="0"/>
                                          </p:stCondLst>
                                        </p:cTn>
                                        <p:tgtEl>
                                          <p:spTgt spid="107"/>
                                        </p:tgtEl>
                                        <p:attrNameLst>
                                          <p:attrName>style.visibility</p:attrName>
                                        </p:attrNameLst>
                                      </p:cBhvr>
                                      <p:to>
                                        <p:strVal val="visible"/>
                                      </p:to>
                                    </p:set>
                                    <p:anim calcmode="lin" valueType="num">
                                      <p:cBhvr additive="base">
                                        <p:cTn id="559" dur="500" fill="hold"/>
                                        <p:tgtEl>
                                          <p:spTgt spid="107"/>
                                        </p:tgtEl>
                                        <p:attrNameLst>
                                          <p:attrName>ppt_x</p:attrName>
                                        </p:attrNameLst>
                                      </p:cBhvr>
                                      <p:tavLst>
                                        <p:tav tm="0">
                                          <p:val>
                                            <p:strVal val="0-#ppt_w/2"/>
                                          </p:val>
                                        </p:tav>
                                        <p:tav tm="100000">
                                          <p:val>
                                            <p:strVal val="#ppt_x"/>
                                          </p:val>
                                        </p:tav>
                                      </p:tavLst>
                                    </p:anim>
                                    <p:anim calcmode="lin" valueType="num">
                                      <p:cBhvr additive="base">
                                        <p:cTn id="560" dur="500" fill="hold"/>
                                        <p:tgtEl>
                                          <p:spTgt spid="107"/>
                                        </p:tgtEl>
                                        <p:attrNameLst>
                                          <p:attrName>ppt_y</p:attrName>
                                        </p:attrNameLst>
                                      </p:cBhvr>
                                      <p:tavLst>
                                        <p:tav tm="0">
                                          <p:val>
                                            <p:strVal val="#ppt_y"/>
                                          </p:val>
                                        </p:tav>
                                        <p:tav tm="100000">
                                          <p:val>
                                            <p:strVal val="#ppt_y"/>
                                          </p:val>
                                        </p:tav>
                                      </p:tavLst>
                                    </p:anim>
                                  </p:childTnLst>
                                </p:cTn>
                              </p:par>
                            </p:childTnLst>
                          </p:cTn>
                        </p:par>
                      </p:childTnLst>
                    </p:cTn>
                  </p:par>
                  <p:par>
                    <p:cTn id="561" fill="hold">
                      <p:stCondLst>
                        <p:cond delay="indefinite"/>
                      </p:stCondLst>
                      <p:childTnLst>
                        <p:par>
                          <p:cTn id="562" fill="hold">
                            <p:stCondLst>
                              <p:cond delay="0"/>
                            </p:stCondLst>
                            <p:childTnLst>
                              <p:par>
                                <p:cTn id="563" presetID="2" presetClass="entr" presetSubtype="8" fill="hold" grpId="0" nodeType="clickEffect">
                                  <p:stCondLst>
                                    <p:cond delay="0"/>
                                  </p:stCondLst>
                                  <p:childTnLst>
                                    <p:set>
                                      <p:cBhvr>
                                        <p:cTn id="564" dur="1" fill="hold">
                                          <p:stCondLst>
                                            <p:cond delay="0"/>
                                          </p:stCondLst>
                                        </p:cTn>
                                        <p:tgtEl>
                                          <p:spTgt spid="108"/>
                                        </p:tgtEl>
                                        <p:attrNameLst>
                                          <p:attrName>style.visibility</p:attrName>
                                        </p:attrNameLst>
                                      </p:cBhvr>
                                      <p:to>
                                        <p:strVal val="visible"/>
                                      </p:to>
                                    </p:set>
                                    <p:anim calcmode="lin" valueType="num">
                                      <p:cBhvr additive="base">
                                        <p:cTn id="565" dur="500" fill="hold"/>
                                        <p:tgtEl>
                                          <p:spTgt spid="108"/>
                                        </p:tgtEl>
                                        <p:attrNameLst>
                                          <p:attrName>ppt_x</p:attrName>
                                        </p:attrNameLst>
                                      </p:cBhvr>
                                      <p:tavLst>
                                        <p:tav tm="0">
                                          <p:val>
                                            <p:strVal val="0-#ppt_w/2"/>
                                          </p:val>
                                        </p:tav>
                                        <p:tav tm="100000">
                                          <p:val>
                                            <p:strVal val="#ppt_x"/>
                                          </p:val>
                                        </p:tav>
                                      </p:tavLst>
                                    </p:anim>
                                    <p:anim calcmode="lin" valueType="num">
                                      <p:cBhvr additive="base">
                                        <p:cTn id="566" dur="500" fill="hold"/>
                                        <p:tgtEl>
                                          <p:spTgt spid="108"/>
                                        </p:tgtEl>
                                        <p:attrNameLst>
                                          <p:attrName>ppt_y</p:attrName>
                                        </p:attrNameLst>
                                      </p:cBhvr>
                                      <p:tavLst>
                                        <p:tav tm="0">
                                          <p:val>
                                            <p:strVal val="#ppt_y"/>
                                          </p:val>
                                        </p:tav>
                                        <p:tav tm="100000">
                                          <p:val>
                                            <p:strVal val="#ppt_y"/>
                                          </p:val>
                                        </p:tav>
                                      </p:tavLst>
                                    </p:anim>
                                  </p:childTnLst>
                                </p:cTn>
                              </p:par>
                            </p:childTnLst>
                          </p:cTn>
                        </p:par>
                      </p:childTnLst>
                    </p:cTn>
                  </p:par>
                  <p:par>
                    <p:cTn id="567" fill="hold">
                      <p:stCondLst>
                        <p:cond delay="indefinite"/>
                      </p:stCondLst>
                      <p:childTnLst>
                        <p:par>
                          <p:cTn id="568" fill="hold">
                            <p:stCondLst>
                              <p:cond delay="0"/>
                            </p:stCondLst>
                            <p:childTnLst>
                              <p:par>
                                <p:cTn id="569" presetID="2" presetClass="entr" presetSubtype="8" fill="hold" nodeType="clickEffect">
                                  <p:stCondLst>
                                    <p:cond delay="0"/>
                                  </p:stCondLst>
                                  <p:childTnLst>
                                    <p:set>
                                      <p:cBhvr>
                                        <p:cTn id="570" dur="1" fill="hold">
                                          <p:stCondLst>
                                            <p:cond delay="0"/>
                                          </p:stCondLst>
                                        </p:cTn>
                                        <p:tgtEl>
                                          <p:spTgt spid="104"/>
                                        </p:tgtEl>
                                        <p:attrNameLst>
                                          <p:attrName>style.visibility</p:attrName>
                                        </p:attrNameLst>
                                      </p:cBhvr>
                                      <p:to>
                                        <p:strVal val="visible"/>
                                      </p:to>
                                    </p:set>
                                    <p:anim calcmode="lin" valueType="num">
                                      <p:cBhvr additive="base">
                                        <p:cTn id="571" dur="500" fill="hold"/>
                                        <p:tgtEl>
                                          <p:spTgt spid="104"/>
                                        </p:tgtEl>
                                        <p:attrNameLst>
                                          <p:attrName>ppt_x</p:attrName>
                                        </p:attrNameLst>
                                      </p:cBhvr>
                                      <p:tavLst>
                                        <p:tav tm="0">
                                          <p:val>
                                            <p:strVal val="0-#ppt_w/2"/>
                                          </p:val>
                                        </p:tav>
                                        <p:tav tm="100000">
                                          <p:val>
                                            <p:strVal val="#ppt_x"/>
                                          </p:val>
                                        </p:tav>
                                      </p:tavLst>
                                    </p:anim>
                                    <p:anim calcmode="lin" valueType="num">
                                      <p:cBhvr additive="base">
                                        <p:cTn id="572" dur="500" fill="hold"/>
                                        <p:tgtEl>
                                          <p:spTgt spid="104"/>
                                        </p:tgtEl>
                                        <p:attrNameLst>
                                          <p:attrName>ppt_y</p:attrName>
                                        </p:attrNameLst>
                                      </p:cBhvr>
                                      <p:tavLst>
                                        <p:tav tm="0">
                                          <p:val>
                                            <p:strVal val="#ppt_y"/>
                                          </p:val>
                                        </p:tav>
                                        <p:tav tm="100000">
                                          <p:val>
                                            <p:strVal val="#ppt_y"/>
                                          </p:val>
                                        </p:tav>
                                      </p:tavLst>
                                    </p:anim>
                                  </p:childTnLst>
                                </p:cTn>
                              </p:par>
                            </p:childTnLst>
                          </p:cTn>
                        </p:par>
                      </p:childTnLst>
                    </p:cTn>
                  </p:par>
                  <p:par>
                    <p:cTn id="573" fill="hold">
                      <p:stCondLst>
                        <p:cond delay="indefinite"/>
                      </p:stCondLst>
                      <p:childTnLst>
                        <p:par>
                          <p:cTn id="574" fill="hold">
                            <p:stCondLst>
                              <p:cond delay="0"/>
                            </p:stCondLst>
                            <p:childTnLst>
                              <p:par>
                                <p:cTn id="575" presetID="2" presetClass="entr" presetSubtype="8" fill="hold" grpId="0" nodeType="clickEffect">
                                  <p:stCondLst>
                                    <p:cond delay="0"/>
                                  </p:stCondLst>
                                  <p:childTnLst>
                                    <p:set>
                                      <p:cBhvr>
                                        <p:cTn id="576" dur="1" fill="hold">
                                          <p:stCondLst>
                                            <p:cond delay="0"/>
                                          </p:stCondLst>
                                        </p:cTn>
                                        <p:tgtEl>
                                          <p:spTgt spid="109"/>
                                        </p:tgtEl>
                                        <p:attrNameLst>
                                          <p:attrName>style.visibility</p:attrName>
                                        </p:attrNameLst>
                                      </p:cBhvr>
                                      <p:to>
                                        <p:strVal val="visible"/>
                                      </p:to>
                                    </p:set>
                                    <p:anim calcmode="lin" valueType="num">
                                      <p:cBhvr additive="base">
                                        <p:cTn id="577" dur="500" fill="hold"/>
                                        <p:tgtEl>
                                          <p:spTgt spid="109"/>
                                        </p:tgtEl>
                                        <p:attrNameLst>
                                          <p:attrName>ppt_x</p:attrName>
                                        </p:attrNameLst>
                                      </p:cBhvr>
                                      <p:tavLst>
                                        <p:tav tm="0">
                                          <p:val>
                                            <p:strVal val="0-#ppt_w/2"/>
                                          </p:val>
                                        </p:tav>
                                        <p:tav tm="100000">
                                          <p:val>
                                            <p:strVal val="#ppt_x"/>
                                          </p:val>
                                        </p:tav>
                                      </p:tavLst>
                                    </p:anim>
                                    <p:anim calcmode="lin" valueType="num">
                                      <p:cBhvr additive="base">
                                        <p:cTn id="578" dur="500" fill="hold"/>
                                        <p:tgtEl>
                                          <p:spTgt spid="109"/>
                                        </p:tgtEl>
                                        <p:attrNameLst>
                                          <p:attrName>ppt_y</p:attrName>
                                        </p:attrNameLst>
                                      </p:cBhvr>
                                      <p:tavLst>
                                        <p:tav tm="0">
                                          <p:val>
                                            <p:strVal val="#ppt_y"/>
                                          </p:val>
                                        </p:tav>
                                        <p:tav tm="100000">
                                          <p:val>
                                            <p:strVal val="#ppt_y"/>
                                          </p:val>
                                        </p:tav>
                                      </p:tavLst>
                                    </p:anim>
                                  </p:childTnLst>
                                </p:cTn>
                              </p:par>
                            </p:childTnLst>
                          </p:cTn>
                        </p:par>
                      </p:childTnLst>
                    </p:cTn>
                  </p:par>
                  <p:par>
                    <p:cTn id="579" fill="hold">
                      <p:stCondLst>
                        <p:cond delay="indefinite"/>
                      </p:stCondLst>
                      <p:childTnLst>
                        <p:par>
                          <p:cTn id="580" fill="hold">
                            <p:stCondLst>
                              <p:cond delay="0"/>
                            </p:stCondLst>
                            <p:childTnLst>
                              <p:par>
                                <p:cTn id="581" presetID="2" presetClass="entr" presetSubtype="8" fill="hold" grpId="0" nodeType="clickEffect">
                                  <p:stCondLst>
                                    <p:cond delay="0"/>
                                  </p:stCondLst>
                                  <p:childTnLst>
                                    <p:set>
                                      <p:cBhvr>
                                        <p:cTn id="582" dur="1" fill="hold">
                                          <p:stCondLst>
                                            <p:cond delay="0"/>
                                          </p:stCondLst>
                                        </p:cTn>
                                        <p:tgtEl>
                                          <p:spTgt spid="110"/>
                                        </p:tgtEl>
                                        <p:attrNameLst>
                                          <p:attrName>style.visibility</p:attrName>
                                        </p:attrNameLst>
                                      </p:cBhvr>
                                      <p:to>
                                        <p:strVal val="visible"/>
                                      </p:to>
                                    </p:set>
                                    <p:anim calcmode="lin" valueType="num">
                                      <p:cBhvr additive="base">
                                        <p:cTn id="583" dur="500" fill="hold"/>
                                        <p:tgtEl>
                                          <p:spTgt spid="110"/>
                                        </p:tgtEl>
                                        <p:attrNameLst>
                                          <p:attrName>ppt_x</p:attrName>
                                        </p:attrNameLst>
                                      </p:cBhvr>
                                      <p:tavLst>
                                        <p:tav tm="0">
                                          <p:val>
                                            <p:strVal val="0-#ppt_w/2"/>
                                          </p:val>
                                        </p:tav>
                                        <p:tav tm="100000">
                                          <p:val>
                                            <p:strVal val="#ppt_x"/>
                                          </p:val>
                                        </p:tav>
                                      </p:tavLst>
                                    </p:anim>
                                    <p:anim calcmode="lin" valueType="num">
                                      <p:cBhvr additive="base">
                                        <p:cTn id="584" dur="500" fill="hold"/>
                                        <p:tgtEl>
                                          <p:spTgt spid="110"/>
                                        </p:tgtEl>
                                        <p:attrNameLst>
                                          <p:attrName>ppt_y</p:attrName>
                                        </p:attrNameLst>
                                      </p:cBhvr>
                                      <p:tavLst>
                                        <p:tav tm="0">
                                          <p:val>
                                            <p:strVal val="#ppt_y"/>
                                          </p:val>
                                        </p:tav>
                                        <p:tav tm="100000">
                                          <p:val>
                                            <p:strVal val="#ppt_y"/>
                                          </p:val>
                                        </p:tav>
                                      </p:tavLst>
                                    </p:anim>
                                  </p:childTnLst>
                                </p:cTn>
                              </p:par>
                            </p:childTnLst>
                          </p:cTn>
                        </p:par>
                      </p:childTnLst>
                    </p:cTn>
                  </p:par>
                  <p:par>
                    <p:cTn id="585" fill="hold">
                      <p:stCondLst>
                        <p:cond delay="indefinite"/>
                      </p:stCondLst>
                      <p:childTnLst>
                        <p:par>
                          <p:cTn id="586" fill="hold">
                            <p:stCondLst>
                              <p:cond delay="0"/>
                            </p:stCondLst>
                            <p:childTnLst>
                              <p:par>
                                <p:cTn id="587" presetID="2" presetClass="entr" presetSubtype="8" fill="hold" grpId="0" nodeType="clickEffect">
                                  <p:stCondLst>
                                    <p:cond delay="0"/>
                                  </p:stCondLst>
                                  <p:childTnLst>
                                    <p:set>
                                      <p:cBhvr>
                                        <p:cTn id="588" dur="1" fill="hold">
                                          <p:stCondLst>
                                            <p:cond delay="0"/>
                                          </p:stCondLst>
                                        </p:cTn>
                                        <p:tgtEl>
                                          <p:spTgt spid="111"/>
                                        </p:tgtEl>
                                        <p:attrNameLst>
                                          <p:attrName>style.visibility</p:attrName>
                                        </p:attrNameLst>
                                      </p:cBhvr>
                                      <p:to>
                                        <p:strVal val="visible"/>
                                      </p:to>
                                    </p:set>
                                    <p:anim calcmode="lin" valueType="num">
                                      <p:cBhvr additive="base">
                                        <p:cTn id="589" dur="500" fill="hold"/>
                                        <p:tgtEl>
                                          <p:spTgt spid="111"/>
                                        </p:tgtEl>
                                        <p:attrNameLst>
                                          <p:attrName>ppt_x</p:attrName>
                                        </p:attrNameLst>
                                      </p:cBhvr>
                                      <p:tavLst>
                                        <p:tav tm="0">
                                          <p:val>
                                            <p:strVal val="0-#ppt_w/2"/>
                                          </p:val>
                                        </p:tav>
                                        <p:tav tm="100000">
                                          <p:val>
                                            <p:strVal val="#ppt_x"/>
                                          </p:val>
                                        </p:tav>
                                      </p:tavLst>
                                    </p:anim>
                                    <p:anim calcmode="lin" valueType="num">
                                      <p:cBhvr additive="base">
                                        <p:cTn id="590" dur="500" fill="hold"/>
                                        <p:tgtEl>
                                          <p:spTgt spid="111"/>
                                        </p:tgtEl>
                                        <p:attrNameLst>
                                          <p:attrName>ppt_y</p:attrName>
                                        </p:attrNameLst>
                                      </p:cBhvr>
                                      <p:tavLst>
                                        <p:tav tm="0">
                                          <p:val>
                                            <p:strVal val="#ppt_y"/>
                                          </p:val>
                                        </p:tav>
                                        <p:tav tm="100000">
                                          <p:val>
                                            <p:strVal val="#ppt_y"/>
                                          </p:val>
                                        </p:tav>
                                      </p:tavLst>
                                    </p:anim>
                                  </p:childTnLst>
                                </p:cTn>
                              </p:par>
                            </p:childTnLst>
                          </p:cTn>
                        </p:par>
                      </p:childTnLst>
                    </p:cTn>
                  </p:par>
                  <p:par>
                    <p:cTn id="591" fill="hold">
                      <p:stCondLst>
                        <p:cond delay="indefinite"/>
                      </p:stCondLst>
                      <p:childTnLst>
                        <p:par>
                          <p:cTn id="592" fill="hold">
                            <p:stCondLst>
                              <p:cond delay="0"/>
                            </p:stCondLst>
                            <p:childTnLst>
                              <p:par>
                                <p:cTn id="593" presetID="2" presetClass="entr" presetSubtype="8" fill="hold" grpId="0" nodeType="clickEffect">
                                  <p:stCondLst>
                                    <p:cond delay="0"/>
                                  </p:stCondLst>
                                  <p:childTnLst>
                                    <p:set>
                                      <p:cBhvr>
                                        <p:cTn id="594" dur="1" fill="hold">
                                          <p:stCondLst>
                                            <p:cond delay="0"/>
                                          </p:stCondLst>
                                        </p:cTn>
                                        <p:tgtEl>
                                          <p:spTgt spid="112"/>
                                        </p:tgtEl>
                                        <p:attrNameLst>
                                          <p:attrName>style.visibility</p:attrName>
                                        </p:attrNameLst>
                                      </p:cBhvr>
                                      <p:to>
                                        <p:strVal val="visible"/>
                                      </p:to>
                                    </p:set>
                                    <p:anim calcmode="lin" valueType="num">
                                      <p:cBhvr additive="base">
                                        <p:cTn id="595" dur="500" fill="hold"/>
                                        <p:tgtEl>
                                          <p:spTgt spid="112"/>
                                        </p:tgtEl>
                                        <p:attrNameLst>
                                          <p:attrName>ppt_x</p:attrName>
                                        </p:attrNameLst>
                                      </p:cBhvr>
                                      <p:tavLst>
                                        <p:tav tm="0">
                                          <p:val>
                                            <p:strVal val="0-#ppt_w/2"/>
                                          </p:val>
                                        </p:tav>
                                        <p:tav tm="100000">
                                          <p:val>
                                            <p:strVal val="#ppt_x"/>
                                          </p:val>
                                        </p:tav>
                                      </p:tavLst>
                                    </p:anim>
                                    <p:anim calcmode="lin" valueType="num">
                                      <p:cBhvr additive="base">
                                        <p:cTn id="596" dur="500" fill="hold"/>
                                        <p:tgtEl>
                                          <p:spTgt spid="1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P spid="18" grpId="0"/>
      <p:bldP spid="19" grpId="0"/>
      <p:bldP spid="20" grpId="0"/>
      <p:bldP spid="22" grpId="0"/>
      <p:bldP spid="23" grpId="0"/>
      <p:bldP spid="24" grpId="0"/>
      <p:bldP spid="26" grpId="0"/>
      <p:bldP spid="27" grpId="0"/>
      <p:bldP spid="29" grpId="0"/>
      <p:bldP spid="30" grpId="0"/>
      <p:bldP spid="31" grpId="0"/>
      <p:bldP spid="32" grpId="0"/>
      <p:bldP spid="34" grpId="0"/>
      <p:bldP spid="35" grpId="0"/>
      <p:bldP spid="36" grpId="0"/>
      <p:bldP spid="37" grpId="0"/>
      <p:bldP spid="39" grpId="0"/>
      <p:bldP spid="40" grpId="0"/>
      <p:bldP spid="41" grpId="0"/>
      <p:bldP spid="42" grpId="0"/>
      <p:bldP spid="44" grpId="0"/>
      <p:bldP spid="45" grpId="0"/>
      <p:bldP spid="46" grpId="0"/>
      <p:bldP spid="47" grpId="0"/>
      <p:bldP spid="49" grpId="0"/>
      <p:bldP spid="50" grpId="0"/>
      <p:bldP spid="51" grpId="0"/>
      <p:bldP spid="52" grpId="0"/>
      <p:bldP spid="54" grpId="0"/>
      <p:bldP spid="55" grpId="0"/>
      <p:bldP spid="56" grpId="0"/>
      <p:bldP spid="57" grpId="0"/>
      <p:bldP spid="59" grpId="0"/>
      <p:bldP spid="60" grpId="0"/>
      <p:bldP spid="61" grpId="0"/>
      <p:bldP spid="62" grpId="0"/>
      <p:bldP spid="64" grpId="0"/>
      <p:bldP spid="65" grpId="0"/>
      <p:bldP spid="66" grpId="0"/>
      <p:bldP spid="67" grpId="0"/>
      <p:bldP spid="69" grpId="0"/>
      <p:bldP spid="70" grpId="0"/>
      <p:bldP spid="71" grpId="0"/>
      <p:bldP spid="72" grpId="0"/>
      <p:bldP spid="74" grpId="0"/>
      <p:bldP spid="75" grpId="0"/>
      <p:bldP spid="76" grpId="0"/>
      <p:bldP spid="77" grpId="0"/>
      <p:bldP spid="79" grpId="0"/>
      <p:bldP spid="80" grpId="0"/>
      <p:bldP spid="81" grpId="0"/>
      <p:bldP spid="82" grpId="0"/>
      <p:bldP spid="84" grpId="0"/>
      <p:bldP spid="85" grpId="0"/>
      <p:bldP spid="86" grpId="0"/>
      <p:bldP spid="87" grpId="0"/>
      <p:bldP spid="89" grpId="0"/>
      <p:bldP spid="90" grpId="0"/>
      <p:bldP spid="91" grpId="0"/>
      <p:bldP spid="92" grpId="0"/>
      <p:bldP spid="94" grpId="0"/>
      <p:bldP spid="95" grpId="0"/>
      <p:bldP spid="96" grpId="0"/>
      <p:bldP spid="98" grpId="0"/>
      <p:bldP spid="99" grpId="0"/>
      <p:bldP spid="100" grpId="0"/>
      <p:bldP spid="101" grpId="0"/>
      <p:bldP spid="102" grpId="0"/>
      <p:bldP spid="105" grpId="0"/>
      <p:bldP spid="106" grpId="0"/>
      <p:bldP spid="107" grpId="0"/>
      <p:bldP spid="108" grpId="0"/>
      <p:bldP spid="109" grpId="0"/>
      <p:bldP spid="110" grpId="0"/>
      <p:bldP spid="111" grpId="0"/>
      <p:bldP spid="112"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A499E-B0F3-7C95-7C80-E0E84735CCA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26CD85B-9CAF-7235-C59A-9773DB76CA63}"/>
              </a:ext>
            </a:extLst>
          </p:cNvPr>
          <p:cNvSpPr>
            <a:spLocks noGrp="1"/>
          </p:cNvSpPr>
          <p:nvPr>
            <p:ph type="dt" sz="half" idx="10"/>
          </p:nvPr>
        </p:nvSpPr>
        <p:spPr/>
        <p:txBody>
          <a:bodyPr/>
          <a:lstStyle/>
          <a:p>
            <a:fld id="{AA37CD85-CECC-48F1-B4AF-E7B632F3BA36}" type="datetime2">
              <a:rPr lang="en-US" smtClean="0"/>
              <a:t>Monday, September 1, 2025</a:t>
            </a:fld>
            <a:endParaRPr lang="en-US"/>
          </a:p>
        </p:txBody>
      </p:sp>
      <p:sp>
        <p:nvSpPr>
          <p:cNvPr id="5" name="Footer Placeholder 4">
            <a:extLst>
              <a:ext uri="{FF2B5EF4-FFF2-40B4-BE49-F238E27FC236}">
                <a16:creationId xmlns:a16="http://schemas.microsoft.com/office/drawing/2014/main" id="{07909DAE-9B0B-6493-5BC1-61BCBD376A7A}"/>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BD5280C4-6513-509C-432B-0E1978305C8B}"/>
              </a:ext>
            </a:extLst>
          </p:cNvPr>
          <p:cNvSpPr>
            <a:spLocks noGrp="1"/>
          </p:cNvSpPr>
          <p:nvPr>
            <p:ph type="sldNum" sz="quarter" idx="12"/>
          </p:nvPr>
        </p:nvSpPr>
        <p:spPr/>
        <p:txBody>
          <a:bodyPr/>
          <a:lstStyle/>
          <a:p>
            <a:fld id="{B6F15528-21DE-4FAA-801E-634DDDAF4B2B}" type="slidenum">
              <a:rPr lang="en-US" smtClean="0"/>
              <a:pPr/>
              <a:t>79</a:t>
            </a:fld>
            <a:endParaRPr lang="en-US"/>
          </a:p>
        </p:txBody>
      </p:sp>
      <p:sp>
        <p:nvSpPr>
          <p:cNvPr id="7" name="Title 1">
            <a:extLst>
              <a:ext uri="{FF2B5EF4-FFF2-40B4-BE49-F238E27FC236}">
                <a16:creationId xmlns:a16="http://schemas.microsoft.com/office/drawing/2014/main" id="{9E39ADBD-AD27-C98C-CCA7-E18C7AB976FF}"/>
              </a:ext>
            </a:extLst>
          </p:cNvPr>
          <p:cNvSpPr txBox="1">
            <a:spLocks/>
          </p:cNvSpPr>
          <p:nvPr/>
        </p:nvSpPr>
        <p:spPr>
          <a:xfrm>
            <a:off x="1981200" y="3"/>
            <a:ext cx="102108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200" dirty="0">
                <a:solidFill>
                  <a:schemeClr val="dk1"/>
                </a:solidFill>
              </a:rPr>
              <a:t> No. of Faults using FIFO</a:t>
            </a:r>
          </a:p>
        </p:txBody>
      </p:sp>
      <p:pic>
        <p:nvPicPr>
          <p:cNvPr id="2" name="Picture 1" descr="A black and red logo&#10;&#10;Description automatically generated">
            <a:extLst>
              <a:ext uri="{FF2B5EF4-FFF2-40B4-BE49-F238E27FC236}">
                <a16:creationId xmlns:a16="http://schemas.microsoft.com/office/drawing/2014/main" id="{E342B78B-4F21-DC2E-F716-77C1D8EBE0B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Content Placeholder 15">
            <a:extLst>
              <a:ext uri="{FF2B5EF4-FFF2-40B4-BE49-F238E27FC236}">
                <a16:creationId xmlns:a16="http://schemas.microsoft.com/office/drawing/2014/main" id="{E233883C-3131-F880-B69C-0E127EDB45AC}"/>
              </a:ext>
            </a:extLst>
          </p:cNvPr>
          <p:cNvSpPr>
            <a:spLocks noGrp="1"/>
          </p:cNvSpPr>
          <p:nvPr>
            <p:ph idx="1"/>
          </p:nvPr>
        </p:nvSpPr>
        <p:spPr>
          <a:xfrm>
            <a:off x="609600" y="1163638"/>
            <a:ext cx="11277600" cy="5094287"/>
          </a:xfrm>
        </p:spPr>
        <p:txBody>
          <a:bodyPr>
            <a:normAutofit/>
          </a:bodyPr>
          <a:lstStyle/>
          <a:p>
            <a:pPr marL="0" indent="0" algn="just">
              <a:lnSpc>
                <a:spcPct val="150000"/>
              </a:lnSpc>
              <a:buNone/>
            </a:pPr>
            <a:r>
              <a:rPr lang="en-US" sz="2400" dirty="0"/>
              <a:t> </a:t>
            </a:r>
          </a:p>
          <a:p>
            <a:pPr marL="0" indent="0" algn="just">
              <a:lnSpc>
                <a:spcPct val="150000"/>
              </a:lnSpc>
              <a:buNone/>
            </a:pPr>
            <a:endParaRPr lang="en-US" sz="2800" dirty="0"/>
          </a:p>
          <a:p>
            <a:pPr marL="0" indent="0" algn="just">
              <a:buNone/>
            </a:pPr>
            <a:endParaRPr lang="en-US" sz="2800" dirty="0"/>
          </a:p>
          <a:p>
            <a:pPr marL="0" indent="0" algn="just">
              <a:lnSpc>
                <a:spcPct val="150000"/>
              </a:lnSpc>
              <a:spcBef>
                <a:spcPts val="0"/>
              </a:spcBef>
              <a:buNone/>
            </a:pPr>
            <a:endParaRPr lang="en-US" sz="2800" dirty="0"/>
          </a:p>
          <a:p>
            <a:pPr marL="0" indent="0" algn="just">
              <a:lnSpc>
                <a:spcPct val="150000"/>
              </a:lnSpc>
              <a:buNone/>
            </a:pPr>
            <a:endParaRPr lang="en-US" sz="2800" dirty="0"/>
          </a:p>
          <a:p>
            <a:pPr marL="0" indent="0" algn="just">
              <a:lnSpc>
                <a:spcPct val="150000"/>
              </a:lnSpc>
              <a:buNone/>
            </a:pPr>
            <a:endParaRPr lang="en-US" sz="2800" b="1" dirty="0"/>
          </a:p>
          <a:p>
            <a:pPr marL="0" indent="0" algn="just">
              <a:lnSpc>
                <a:spcPct val="150000"/>
              </a:lnSpc>
              <a:spcBef>
                <a:spcPts val="0"/>
              </a:spcBef>
              <a:buNone/>
            </a:pPr>
            <a:endParaRPr lang="en-US" sz="2800" dirty="0"/>
          </a:p>
          <a:p>
            <a:pPr marL="0" indent="0" algn="just">
              <a:lnSpc>
                <a:spcPct val="150000"/>
              </a:lnSpc>
              <a:spcBef>
                <a:spcPts val="0"/>
              </a:spcBef>
              <a:buNone/>
            </a:pPr>
            <a:endParaRPr lang="en-US" sz="2800" dirty="0"/>
          </a:p>
          <a:p>
            <a:pPr marL="0" indent="0" algn="just">
              <a:lnSpc>
                <a:spcPct val="150000"/>
              </a:lnSpc>
              <a:buNone/>
            </a:pPr>
            <a:endParaRPr lang="en-US" sz="2800" dirty="0"/>
          </a:p>
          <a:p>
            <a:pPr marL="0" indent="0" algn="just">
              <a:lnSpc>
                <a:spcPct val="150000"/>
              </a:lnSpc>
              <a:spcBef>
                <a:spcPts val="0"/>
              </a:spcBef>
              <a:buNone/>
            </a:pPr>
            <a:endParaRPr lang="en-US" sz="2800" dirty="0"/>
          </a:p>
          <a:p>
            <a:pPr marL="0" indent="0" algn="just">
              <a:lnSpc>
                <a:spcPct val="150000"/>
              </a:lnSpc>
              <a:spcBef>
                <a:spcPts val="0"/>
              </a:spcBef>
              <a:buNone/>
            </a:pPr>
            <a:endParaRPr lang="en-US" dirty="0"/>
          </a:p>
          <a:p>
            <a:pPr marL="0" indent="0">
              <a:lnSpc>
                <a:spcPct val="150000"/>
              </a:lnSpc>
              <a:spcBef>
                <a:spcPts val="0"/>
              </a:spcBef>
              <a:buNone/>
            </a:pPr>
            <a:endParaRPr lang="en-US" dirty="0"/>
          </a:p>
        </p:txBody>
      </p:sp>
      <p:sp>
        <p:nvSpPr>
          <p:cNvPr id="9" name="TextBox 8">
            <a:extLst>
              <a:ext uri="{FF2B5EF4-FFF2-40B4-BE49-F238E27FC236}">
                <a16:creationId xmlns:a16="http://schemas.microsoft.com/office/drawing/2014/main" id="{CE608A6F-9A13-7296-257E-5C2BA9D6B5B1}"/>
              </a:ext>
            </a:extLst>
          </p:cNvPr>
          <p:cNvSpPr txBox="1"/>
          <p:nvPr/>
        </p:nvSpPr>
        <p:spPr>
          <a:xfrm>
            <a:off x="3062037" y="2561285"/>
            <a:ext cx="6124072" cy="2071144"/>
          </a:xfrm>
          <a:prstGeom prst="rect">
            <a:avLst/>
          </a:prstGeom>
          <a:noFill/>
        </p:spPr>
        <p:txBody>
          <a:bodyPr wrap="square">
            <a:spAutoFit/>
          </a:bodyPr>
          <a:lstStyle/>
          <a:p>
            <a:pPr marL="0" indent="0" algn="ctr">
              <a:lnSpc>
                <a:spcPct val="150000"/>
              </a:lnSpc>
              <a:buNone/>
            </a:pPr>
            <a:r>
              <a:rPr lang="en-US" sz="2200" dirty="0"/>
              <a:t> Total no. of page fault or misses =15</a:t>
            </a:r>
          </a:p>
          <a:p>
            <a:pPr marL="0" indent="0" algn="ctr">
              <a:lnSpc>
                <a:spcPct val="150000"/>
              </a:lnSpc>
              <a:buNone/>
            </a:pPr>
            <a:r>
              <a:rPr lang="en-US" sz="2200" dirty="0"/>
              <a:t>Total no. of Hits = 5</a:t>
            </a:r>
          </a:p>
          <a:p>
            <a:pPr marL="0" indent="0" algn="ctr">
              <a:lnSpc>
                <a:spcPct val="150000"/>
              </a:lnSpc>
              <a:buNone/>
            </a:pPr>
            <a:r>
              <a:rPr lang="en-US" sz="2200" dirty="0"/>
              <a:t>Hit ratio= 5/20=0.25</a:t>
            </a:r>
          </a:p>
          <a:p>
            <a:pPr marL="0" indent="0" algn="ctr">
              <a:lnSpc>
                <a:spcPct val="150000"/>
              </a:lnSpc>
              <a:buNone/>
            </a:pPr>
            <a:r>
              <a:rPr lang="en-US" sz="2200" dirty="0"/>
              <a:t>Page fault % = (15/20)*100=75%</a:t>
            </a:r>
          </a:p>
        </p:txBody>
      </p:sp>
    </p:spTree>
    <p:extLst>
      <p:ext uri="{BB962C8B-B14F-4D97-AF65-F5344CB8AC3E}">
        <p14:creationId xmlns:p14="http://schemas.microsoft.com/office/powerpoint/2010/main" val="2243228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49FC7-EDE3-87DA-1A17-E96D60EB2C9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B7A035E-AEF6-753F-6CC1-E1277F4BD0D0}"/>
              </a:ext>
            </a:extLst>
          </p:cNvPr>
          <p:cNvSpPr>
            <a:spLocks noGrp="1"/>
          </p:cNvSpPr>
          <p:nvPr>
            <p:ph type="dt" sz="half" idx="10"/>
          </p:nvPr>
        </p:nvSpPr>
        <p:spPr/>
        <p:txBody>
          <a:bodyPr/>
          <a:lstStyle/>
          <a:p>
            <a:fld id="{ADDB5609-ABAD-4BF1-82BF-EBD5275208FD}" type="datetime2">
              <a:rPr lang="en-US" smtClean="0"/>
              <a:t>Monday, September 1, 2025</a:t>
            </a:fld>
            <a:endParaRPr lang="en-US"/>
          </a:p>
        </p:txBody>
      </p:sp>
      <p:sp>
        <p:nvSpPr>
          <p:cNvPr id="5" name="Footer Placeholder 4">
            <a:extLst>
              <a:ext uri="{FF2B5EF4-FFF2-40B4-BE49-F238E27FC236}">
                <a16:creationId xmlns:a16="http://schemas.microsoft.com/office/drawing/2014/main" id="{FD5DC994-EE01-6BF7-249A-A8CCFB576418}"/>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4004DD91-A01F-64B4-ED36-9E5ABC15D9CE}"/>
              </a:ext>
            </a:extLst>
          </p:cNvPr>
          <p:cNvSpPr>
            <a:spLocks noGrp="1"/>
          </p:cNvSpPr>
          <p:nvPr>
            <p:ph type="sldNum" sz="quarter" idx="12"/>
          </p:nvPr>
        </p:nvSpPr>
        <p:spPr/>
        <p:txBody>
          <a:bodyPr/>
          <a:lstStyle/>
          <a:p>
            <a:fld id="{B6F15528-21DE-4FAA-801E-634DDDAF4B2B}" type="slidenum">
              <a:rPr lang="en-US" smtClean="0"/>
              <a:pPr/>
              <a:t>80</a:t>
            </a:fld>
            <a:endParaRPr lang="en-US"/>
          </a:p>
        </p:txBody>
      </p:sp>
      <p:sp>
        <p:nvSpPr>
          <p:cNvPr id="7" name="Title 1">
            <a:extLst>
              <a:ext uri="{FF2B5EF4-FFF2-40B4-BE49-F238E27FC236}">
                <a16:creationId xmlns:a16="http://schemas.microsoft.com/office/drawing/2014/main" id="{0DEDF9EC-FC8E-1641-E2A0-734C5F41EB4A}"/>
              </a:ext>
            </a:extLst>
          </p:cNvPr>
          <p:cNvSpPr txBox="1">
            <a:spLocks/>
          </p:cNvSpPr>
          <p:nvPr/>
        </p:nvSpPr>
        <p:spPr>
          <a:xfrm>
            <a:off x="1981200" y="3"/>
            <a:ext cx="102108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200" dirty="0">
                <a:solidFill>
                  <a:schemeClr val="dk1"/>
                </a:solidFill>
              </a:rPr>
              <a:t>LRU Page Replacement Algorithm</a:t>
            </a:r>
          </a:p>
        </p:txBody>
      </p:sp>
      <p:pic>
        <p:nvPicPr>
          <p:cNvPr id="2" name="Picture 1" descr="A black and red logo&#10;&#10;Description automatically generated">
            <a:extLst>
              <a:ext uri="{FF2B5EF4-FFF2-40B4-BE49-F238E27FC236}">
                <a16:creationId xmlns:a16="http://schemas.microsoft.com/office/drawing/2014/main" id="{BC2DD9F5-5D43-901A-BE93-8D5D069D04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Content Placeholder 15">
            <a:extLst>
              <a:ext uri="{FF2B5EF4-FFF2-40B4-BE49-F238E27FC236}">
                <a16:creationId xmlns:a16="http://schemas.microsoft.com/office/drawing/2014/main" id="{A5A78C8B-6308-DE07-3D61-05C2AED59519}"/>
              </a:ext>
            </a:extLst>
          </p:cNvPr>
          <p:cNvSpPr>
            <a:spLocks noGrp="1"/>
          </p:cNvSpPr>
          <p:nvPr>
            <p:ph idx="1"/>
          </p:nvPr>
        </p:nvSpPr>
        <p:spPr>
          <a:xfrm>
            <a:off x="609600" y="1163638"/>
            <a:ext cx="11277600" cy="5094287"/>
          </a:xfrm>
        </p:spPr>
        <p:txBody>
          <a:bodyPr>
            <a:normAutofit/>
          </a:bodyPr>
          <a:lstStyle/>
          <a:p>
            <a:pPr marL="0" indent="0" algn="just">
              <a:lnSpc>
                <a:spcPct val="150000"/>
              </a:lnSpc>
              <a:buNone/>
            </a:pPr>
            <a:r>
              <a:rPr lang="en-US" sz="2400" dirty="0"/>
              <a:t> </a:t>
            </a:r>
          </a:p>
          <a:p>
            <a:pPr marL="0" indent="0" algn="just">
              <a:lnSpc>
                <a:spcPct val="150000"/>
              </a:lnSpc>
              <a:buNone/>
            </a:pPr>
            <a:endParaRPr lang="en-US" sz="2800" dirty="0"/>
          </a:p>
          <a:p>
            <a:pPr marL="0" indent="0" algn="just">
              <a:buNone/>
            </a:pPr>
            <a:endParaRPr lang="en-US" sz="2800" dirty="0"/>
          </a:p>
          <a:p>
            <a:pPr marL="0" indent="0" algn="just">
              <a:lnSpc>
                <a:spcPct val="150000"/>
              </a:lnSpc>
              <a:spcBef>
                <a:spcPts val="0"/>
              </a:spcBef>
              <a:buNone/>
            </a:pPr>
            <a:endParaRPr lang="en-US" sz="2800" dirty="0"/>
          </a:p>
          <a:p>
            <a:pPr marL="0" indent="0" algn="just">
              <a:lnSpc>
                <a:spcPct val="150000"/>
              </a:lnSpc>
              <a:buNone/>
            </a:pPr>
            <a:endParaRPr lang="en-US" sz="2800" dirty="0"/>
          </a:p>
          <a:p>
            <a:pPr marL="0" indent="0" algn="just">
              <a:lnSpc>
                <a:spcPct val="150000"/>
              </a:lnSpc>
              <a:buNone/>
            </a:pPr>
            <a:endParaRPr lang="en-US" sz="2800" b="1" dirty="0"/>
          </a:p>
          <a:p>
            <a:pPr marL="0" indent="0" algn="just">
              <a:lnSpc>
                <a:spcPct val="150000"/>
              </a:lnSpc>
              <a:spcBef>
                <a:spcPts val="0"/>
              </a:spcBef>
              <a:buNone/>
            </a:pPr>
            <a:endParaRPr lang="en-US" sz="2800" dirty="0"/>
          </a:p>
          <a:p>
            <a:pPr marL="0" indent="0" algn="just">
              <a:lnSpc>
                <a:spcPct val="150000"/>
              </a:lnSpc>
              <a:spcBef>
                <a:spcPts val="0"/>
              </a:spcBef>
              <a:buNone/>
            </a:pPr>
            <a:endParaRPr lang="en-US" sz="2800" dirty="0"/>
          </a:p>
          <a:p>
            <a:pPr marL="0" indent="0" algn="just">
              <a:lnSpc>
                <a:spcPct val="150000"/>
              </a:lnSpc>
              <a:buNone/>
            </a:pPr>
            <a:endParaRPr lang="en-US" sz="2800" dirty="0"/>
          </a:p>
          <a:p>
            <a:pPr marL="0" indent="0" algn="just">
              <a:lnSpc>
                <a:spcPct val="150000"/>
              </a:lnSpc>
              <a:spcBef>
                <a:spcPts val="0"/>
              </a:spcBef>
              <a:buNone/>
            </a:pPr>
            <a:endParaRPr lang="en-US" sz="2800" dirty="0"/>
          </a:p>
          <a:p>
            <a:pPr marL="0" indent="0" algn="just">
              <a:lnSpc>
                <a:spcPct val="150000"/>
              </a:lnSpc>
              <a:spcBef>
                <a:spcPts val="0"/>
              </a:spcBef>
              <a:buNone/>
            </a:pPr>
            <a:endParaRPr lang="en-US" dirty="0"/>
          </a:p>
          <a:p>
            <a:pPr marL="0" indent="0">
              <a:lnSpc>
                <a:spcPct val="150000"/>
              </a:lnSpc>
              <a:spcBef>
                <a:spcPts val="0"/>
              </a:spcBef>
              <a:buNone/>
            </a:pPr>
            <a:endParaRPr lang="en-US" dirty="0"/>
          </a:p>
        </p:txBody>
      </p:sp>
      <p:sp>
        <p:nvSpPr>
          <p:cNvPr id="9" name="TextBox 8">
            <a:extLst>
              <a:ext uri="{FF2B5EF4-FFF2-40B4-BE49-F238E27FC236}">
                <a16:creationId xmlns:a16="http://schemas.microsoft.com/office/drawing/2014/main" id="{853AA383-C1F3-C88B-21F3-AEB7B6E5DD4D}"/>
              </a:ext>
            </a:extLst>
          </p:cNvPr>
          <p:cNvSpPr txBox="1"/>
          <p:nvPr/>
        </p:nvSpPr>
        <p:spPr>
          <a:xfrm>
            <a:off x="609600" y="1587892"/>
            <a:ext cx="11277600" cy="4102470"/>
          </a:xfrm>
          <a:prstGeom prst="rect">
            <a:avLst/>
          </a:prstGeom>
          <a:noFill/>
        </p:spPr>
        <p:txBody>
          <a:bodyPr wrap="square">
            <a:spAutoFit/>
          </a:bodyPr>
          <a:lstStyle/>
          <a:p>
            <a:pPr marL="0" indent="0">
              <a:lnSpc>
                <a:spcPct val="150000"/>
              </a:lnSpc>
              <a:spcBef>
                <a:spcPts val="0"/>
              </a:spcBef>
              <a:buNone/>
            </a:pPr>
            <a:r>
              <a:rPr lang="en-US" sz="2200" dirty="0"/>
              <a:t> Topic Objective: To implement the LRU Page Replacement Algorithm.</a:t>
            </a:r>
          </a:p>
          <a:p>
            <a:pPr marL="0" indent="0" algn="just">
              <a:lnSpc>
                <a:spcPct val="150000"/>
              </a:lnSpc>
              <a:spcBef>
                <a:spcPts val="0"/>
              </a:spcBef>
              <a:buNone/>
            </a:pPr>
            <a:r>
              <a:rPr lang="en-US" sz="2200" dirty="0"/>
              <a:t>It replaces the page which has been used least recently. So, while choosing a resident page for replacement, the algorithm considers its current usage. It is presumed that a page that has been used least recently, would be the one that would be least likely to be accessed soon. One implementation of this algorithm could be by using a stack. Whenever, a new page is brought in, it is placed at the top of stack. Also, whenever, a resident page is accessed, it is removed from its current position and moved to the top of the stack. Whenever, a page is to be replaced, victim page is chosen from the bottom of the stack.</a:t>
            </a:r>
          </a:p>
        </p:txBody>
      </p:sp>
    </p:spTree>
    <p:extLst>
      <p:ext uri="{BB962C8B-B14F-4D97-AF65-F5344CB8AC3E}">
        <p14:creationId xmlns:p14="http://schemas.microsoft.com/office/powerpoint/2010/main" val="386358736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7DEF8-9BCB-6C22-32F6-4ED813CF8E3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8BE143D-204D-F8C2-AD1B-2271BE03FB4A}"/>
              </a:ext>
            </a:extLst>
          </p:cNvPr>
          <p:cNvSpPr>
            <a:spLocks noGrp="1"/>
          </p:cNvSpPr>
          <p:nvPr>
            <p:ph type="dt" sz="half" idx="10"/>
          </p:nvPr>
        </p:nvSpPr>
        <p:spPr/>
        <p:txBody>
          <a:bodyPr/>
          <a:lstStyle/>
          <a:p>
            <a:fld id="{51E8D98C-8AE0-45A8-9F9B-1FAA716406B2}" type="datetime2">
              <a:rPr lang="en-US" smtClean="0"/>
              <a:t>Monday, September 1, 2025</a:t>
            </a:fld>
            <a:endParaRPr lang="en-US"/>
          </a:p>
        </p:txBody>
      </p:sp>
      <p:sp>
        <p:nvSpPr>
          <p:cNvPr id="5" name="Footer Placeholder 4">
            <a:extLst>
              <a:ext uri="{FF2B5EF4-FFF2-40B4-BE49-F238E27FC236}">
                <a16:creationId xmlns:a16="http://schemas.microsoft.com/office/drawing/2014/main" id="{23C41599-775E-96D4-C1D0-2757B1BEE604}"/>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26CAA275-D0AB-C892-5D55-A15E6627F0ED}"/>
              </a:ext>
            </a:extLst>
          </p:cNvPr>
          <p:cNvSpPr>
            <a:spLocks noGrp="1"/>
          </p:cNvSpPr>
          <p:nvPr>
            <p:ph type="sldNum" sz="quarter" idx="12"/>
          </p:nvPr>
        </p:nvSpPr>
        <p:spPr/>
        <p:txBody>
          <a:bodyPr/>
          <a:lstStyle/>
          <a:p>
            <a:fld id="{B6F15528-21DE-4FAA-801E-634DDDAF4B2B}" type="slidenum">
              <a:rPr lang="en-US" smtClean="0"/>
              <a:pPr/>
              <a:t>81</a:t>
            </a:fld>
            <a:endParaRPr lang="en-US"/>
          </a:p>
        </p:txBody>
      </p:sp>
      <p:sp>
        <p:nvSpPr>
          <p:cNvPr id="7" name="Title 1">
            <a:extLst>
              <a:ext uri="{FF2B5EF4-FFF2-40B4-BE49-F238E27FC236}">
                <a16:creationId xmlns:a16="http://schemas.microsoft.com/office/drawing/2014/main" id="{0E06099D-608A-14F2-4EEF-A09000FD1C26}"/>
              </a:ext>
            </a:extLst>
          </p:cNvPr>
          <p:cNvSpPr txBox="1">
            <a:spLocks/>
          </p:cNvSpPr>
          <p:nvPr/>
        </p:nvSpPr>
        <p:spPr>
          <a:xfrm>
            <a:off x="1981200" y="3"/>
            <a:ext cx="102108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200" dirty="0">
                <a:solidFill>
                  <a:schemeClr val="dk1"/>
                </a:solidFill>
              </a:rPr>
              <a:t>LRU Page Replacement Algorithm</a:t>
            </a:r>
          </a:p>
        </p:txBody>
      </p:sp>
      <p:pic>
        <p:nvPicPr>
          <p:cNvPr id="2" name="Picture 1" descr="A black and red logo&#10;&#10;Description automatically generated">
            <a:extLst>
              <a:ext uri="{FF2B5EF4-FFF2-40B4-BE49-F238E27FC236}">
                <a16:creationId xmlns:a16="http://schemas.microsoft.com/office/drawing/2014/main" id="{8DD5D256-0BB8-31F1-B13E-C9FEBA14ED1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Content Placeholder 15">
            <a:extLst>
              <a:ext uri="{FF2B5EF4-FFF2-40B4-BE49-F238E27FC236}">
                <a16:creationId xmlns:a16="http://schemas.microsoft.com/office/drawing/2014/main" id="{B1FE514E-D471-2E95-649C-F22AEA18B131}"/>
              </a:ext>
            </a:extLst>
          </p:cNvPr>
          <p:cNvSpPr>
            <a:spLocks noGrp="1"/>
          </p:cNvSpPr>
          <p:nvPr>
            <p:ph idx="1"/>
          </p:nvPr>
        </p:nvSpPr>
        <p:spPr>
          <a:xfrm>
            <a:off x="609600" y="1163638"/>
            <a:ext cx="11277600" cy="5094287"/>
          </a:xfrm>
        </p:spPr>
        <p:txBody>
          <a:bodyPr>
            <a:normAutofit/>
          </a:bodyPr>
          <a:lstStyle/>
          <a:p>
            <a:pPr marL="0" indent="0" algn="just">
              <a:lnSpc>
                <a:spcPct val="150000"/>
              </a:lnSpc>
              <a:buNone/>
            </a:pPr>
            <a:r>
              <a:rPr lang="en-US" sz="2400" dirty="0"/>
              <a:t> </a:t>
            </a:r>
          </a:p>
          <a:p>
            <a:pPr marL="0" indent="0" algn="just">
              <a:lnSpc>
                <a:spcPct val="150000"/>
              </a:lnSpc>
              <a:buNone/>
            </a:pPr>
            <a:endParaRPr lang="en-US" sz="2800" dirty="0"/>
          </a:p>
          <a:p>
            <a:pPr marL="0" indent="0" algn="just">
              <a:buNone/>
            </a:pPr>
            <a:endParaRPr lang="en-US" sz="2800" dirty="0"/>
          </a:p>
          <a:p>
            <a:pPr marL="0" indent="0" algn="just">
              <a:lnSpc>
                <a:spcPct val="150000"/>
              </a:lnSpc>
              <a:spcBef>
                <a:spcPts val="0"/>
              </a:spcBef>
              <a:buNone/>
            </a:pPr>
            <a:endParaRPr lang="en-US" sz="2800" dirty="0"/>
          </a:p>
          <a:p>
            <a:pPr marL="0" indent="0" algn="just">
              <a:lnSpc>
                <a:spcPct val="150000"/>
              </a:lnSpc>
              <a:buNone/>
            </a:pPr>
            <a:endParaRPr lang="en-US" sz="2800" dirty="0"/>
          </a:p>
          <a:p>
            <a:pPr marL="0" indent="0" algn="just">
              <a:lnSpc>
                <a:spcPct val="150000"/>
              </a:lnSpc>
              <a:buNone/>
            </a:pPr>
            <a:endParaRPr lang="en-US" sz="2800" b="1" dirty="0"/>
          </a:p>
          <a:p>
            <a:pPr marL="0" indent="0" algn="just">
              <a:lnSpc>
                <a:spcPct val="150000"/>
              </a:lnSpc>
              <a:spcBef>
                <a:spcPts val="0"/>
              </a:spcBef>
              <a:buNone/>
            </a:pPr>
            <a:endParaRPr lang="en-US" sz="2800" dirty="0"/>
          </a:p>
          <a:p>
            <a:pPr marL="0" indent="0" algn="just">
              <a:lnSpc>
                <a:spcPct val="150000"/>
              </a:lnSpc>
              <a:spcBef>
                <a:spcPts val="0"/>
              </a:spcBef>
              <a:buNone/>
            </a:pPr>
            <a:endParaRPr lang="en-US" sz="2800" dirty="0"/>
          </a:p>
          <a:p>
            <a:pPr marL="0" indent="0" algn="just">
              <a:lnSpc>
                <a:spcPct val="150000"/>
              </a:lnSpc>
              <a:buNone/>
            </a:pPr>
            <a:endParaRPr lang="en-US" sz="2800" dirty="0"/>
          </a:p>
          <a:p>
            <a:pPr marL="0" indent="0" algn="just">
              <a:lnSpc>
                <a:spcPct val="150000"/>
              </a:lnSpc>
              <a:spcBef>
                <a:spcPts val="0"/>
              </a:spcBef>
              <a:buNone/>
            </a:pPr>
            <a:endParaRPr lang="en-US" sz="2800" dirty="0"/>
          </a:p>
          <a:p>
            <a:pPr marL="0" indent="0" algn="just">
              <a:lnSpc>
                <a:spcPct val="150000"/>
              </a:lnSpc>
              <a:spcBef>
                <a:spcPts val="0"/>
              </a:spcBef>
              <a:buNone/>
            </a:pPr>
            <a:endParaRPr lang="en-US" dirty="0"/>
          </a:p>
          <a:p>
            <a:pPr marL="0" indent="0">
              <a:lnSpc>
                <a:spcPct val="150000"/>
              </a:lnSpc>
              <a:spcBef>
                <a:spcPts val="0"/>
              </a:spcBef>
              <a:buNone/>
            </a:pPr>
            <a:endParaRPr lang="en-US" dirty="0"/>
          </a:p>
        </p:txBody>
      </p:sp>
      <p:sp>
        <p:nvSpPr>
          <p:cNvPr id="9" name="TextBox 8">
            <a:extLst>
              <a:ext uri="{FF2B5EF4-FFF2-40B4-BE49-F238E27FC236}">
                <a16:creationId xmlns:a16="http://schemas.microsoft.com/office/drawing/2014/main" id="{14279132-9D60-2EAA-BBCE-BF7610DD0D86}"/>
              </a:ext>
            </a:extLst>
          </p:cNvPr>
          <p:cNvSpPr txBox="1"/>
          <p:nvPr/>
        </p:nvSpPr>
        <p:spPr>
          <a:xfrm>
            <a:off x="609600" y="1587892"/>
            <a:ext cx="11277600" cy="3086807"/>
          </a:xfrm>
          <a:prstGeom prst="rect">
            <a:avLst/>
          </a:prstGeom>
          <a:noFill/>
        </p:spPr>
        <p:txBody>
          <a:bodyPr wrap="square">
            <a:spAutoFit/>
          </a:bodyPr>
          <a:lstStyle/>
          <a:p>
            <a:pPr marL="0" indent="0" algn="just">
              <a:lnSpc>
                <a:spcPct val="150000"/>
              </a:lnSpc>
              <a:spcBef>
                <a:spcPts val="0"/>
              </a:spcBef>
              <a:buNone/>
            </a:pPr>
            <a:r>
              <a:rPr lang="en-US" sz="2200" dirty="0"/>
              <a:t>Topic Objective: To explain the advantages and disadvantages of LRU Page Replacement Algorithm.</a:t>
            </a:r>
          </a:p>
          <a:p>
            <a:pPr marL="0" indent="0" algn="just">
              <a:lnSpc>
                <a:spcPct val="150000"/>
              </a:lnSpc>
              <a:spcBef>
                <a:spcPts val="0"/>
              </a:spcBef>
              <a:buNone/>
            </a:pPr>
            <a:r>
              <a:rPr lang="en-US" sz="2200" dirty="0"/>
              <a:t> Advantage: While selecting a resident page for replacement, it takes into consideration the current usage of  a page. This algorithm is free from </a:t>
            </a:r>
            <a:r>
              <a:rPr lang="en-US" sz="2200" dirty="0" err="1"/>
              <a:t>Belady’s</a:t>
            </a:r>
            <a:r>
              <a:rPr lang="en-US" sz="2200" dirty="0"/>
              <a:t> Anomaly.</a:t>
            </a:r>
          </a:p>
          <a:p>
            <a:pPr marL="0" indent="0" algn="just">
              <a:lnSpc>
                <a:spcPct val="150000"/>
              </a:lnSpc>
              <a:spcBef>
                <a:spcPts val="0"/>
              </a:spcBef>
              <a:buNone/>
            </a:pPr>
            <a:r>
              <a:rPr lang="en-US" sz="2200" dirty="0"/>
              <a:t>Limitations: The algorithm has a lot of processing overheads, which are needed to keep track of least recently used</a:t>
            </a:r>
          </a:p>
        </p:txBody>
      </p:sp>
    </p:spTree>
    <p:extLst>
      <p:ext uri="{BB962C8B-B14F-4D97-AF65-F5344CB8AC3E}">
        <p14:creationId xmlns:p14="http://schemas.microsoft.com/office/powerpoint/2010/main" val="152658881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C6E53-C3B8-5FC7-C5B1-57541065959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C94CFFD-A8A9-D6FF-03D1-B920368073E3}"/>
              </a:ext>
            </a:extLst>
          </p:cNvPr>
          <p:cNvSpPr>
            <a:spLocks noGrp="1"/>
          </p:cNvSpPr>
          <p:nvPr>
            <p:ph type="dt" sz="half" idx="10"/>
          </p:nvPr>
        </p:nvSpPr>
        <p:spPr/>
        <p:txBody>
          <a:bodyPr/>
          <a:lstStyle/>
          <a:p>
            <a:fld id="{C459C69D-5D10-44D8-80B4-1B462DA2F9A6}" type="datetime2">
              <a:rPr lang="en-US" smtClean="0"/>
              <a:t>Monday, September 1, 2025</a:t>
            </a:fld>
            <a:endParaRPr lang="en-US"/>
          </a:p>
        </p:txBody>
      </p:sp>
      <p:sp>
        <p:nvSpPr>
          <p:cNvPr id="5" name="Footer Placeholder 4">
            <a:extLst>
              <a:ext uri="{FF2B5EF4-FFF2-40B4-BE49-F238E27FC236}">
                <a16:creationId xmlns:a16="http://schemas.microsoft.com/office/drawing/2014/main" id="{17163834-FE75-E5EC-FD98-D40EFAF6C010}"/>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322FB447-4E16-B69B-728D-97CB0AC1DB15}"/>
              </a:ext>
            </a:extLst>
          </p:cNvPr>
          <p:cNvSpPr>
            <a:spLocks noGrp="1"/>
          </p:cNvSpPr>
          <p:nvPr>
            <p:ph type="sldNum" sz="quarter" idx="12"/>
          </p:nvPr>
        </p:nvSpPr>
        <p:spPr/>
        <p:txBody>
          <a:bodyPr/>
          <a:lstStyle/>
          <a:p>
            <a:fld id="{B6F15528-21DE-4FAA-801E-634DDDAF4B2B}" type="slidenum">
              <a:rPr lang="en-US" smtClean="0"/>
              <a:pPr/>
              <a:t>82</a:t>
            </a:fld>
            <a:endParaRPr lang="en-US"/>
          </a:p>
        </p:txBody>
      </p:sp>
      <p:sp>
        <p:nvSpPr>
          <p:cNvPr id="7" name="Title 1">
            <a:extLst>
              <a:ext uri="{FF2B5EF4-FFF2-40B4-BE49-F238E27FC236}">
                <a16:creationId xmlns:a16="http://schemas.microsoft.com/office/drawing/2014/main" id="{ADA89501-ED15-0C61-AAE6-C64925CE1723}"/>
              </a:ext>
            </a:extLst>
          </p:cNvPr>
          <p:cNvSpPr txBox="1">
            <a:spLocks/>
          </p:cNvSpPr>
          <p:nvPr/>
        </p:nvSpPr>
        <p:spPr>
          <a:xfrm>
            <a:off x="1981200" y="3"/>
            <a:ext cx="102108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200" dirty="0">
                <a:solidFill>
                  <a:schemeClr val="dk1"/>
                </a:solidFill>
              </a:rPr>
              <a:t>No. of Faults using LRU</a:t>
            </a:r>
          </a:p>
        </p:txBody>
      </p:sp>
      <p:pic>
        <p:nvPicPr>
          <p:cNvPr id="2" name="Picture 1" descr="A black and red logo&#10;&#10;Description automatically generated">
            <a:extLst>
              <a:ext uri="{FF2B5EF4-FFF2-40B4-BE49-F238E27FC236}">
                <a16:creationId xmlns:a16="http://schemas.microsoft.com/office/drawing/2014/main" id="{51135A3E-3C86-5FF2-4C92-BA082CB7E00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Content Placeholder 15">
            <a:extLst>
              <a:ext uri="{FF2B5EF4-FFF2-40B4-BE49-F238E27FC236}">
                <a16:creationId xmlns:a16="http://schemas.microsoft.com/office/drawing/2014/main" id="{E5A450A3-F7D8-4983-4BD3-536597D5AB14}"/>
              </a:ext>
            </a:extLst>
          </p:cNvPr>
          <p:cNvSpPr>
            <a:spLocks noGrp="1"/>
          </p:cNvSpPr>
          <p:nvPr>
            <p:ph idx="1"/>
          </p:nvPr>
        </p:nvSpPr>
        <p:spPr>
          <a:xfrm>
            <a:off x="609600" y="1163638"/>
            <a:ext cx="11277600" cy="5094287"/>
          </a:xfrm>
        </p:spPr>
        <p:txBody>
          <a:bodyPr>
            <a:normAutofit/>
          </a:bodyPr>
          <a:lstStyle/>
          <a:p>
            <a:pPr marL="0" indent="0" algn="just">
              <a:lnSpc>
                <a:spcPct val="150000"/>
              </a:lnSpc>
              <a:buNone/>
            </a:pPr>
            <a:r>
              <a:rPr lang="en-US" sz="2400" dirty="0"/>
              <a:t> </a:t>
            </a:r>
          </a:p>
          <a:p>
            <a:pPr marL="0" indent="0" algn="just">
              <a:lnSpc>
                <a:spcPct val="150000"/>
              </a:lnSpc>
              <a:buNone/>
            </a:pPr>
            <a:endParaRPr lang="en-US" sz="2800" dirty="0"/>
          </a:p>
          <a:p>
            <a:pPr marL="0" indent="0" algn="just">
              <a:buNone/>
            </a:pPr>
            <a:endParaRPr lang="en-US" sz="2800" dirty="0"/>
          </a:p>
          <a:p>
            <a:pPr marL="0" indent="0" algn="just">
              <a:lnSpc>
                <a:spcPct val="150000"/>
              </a:lnSpc>
              <a:spcBef>
                <a:spcPts val="0"/>
              </a:spcBef>
              <a:buNone/>
            </a:pPr>
            <a:endParaRPr lang="en-US" sz="2800" dirty="0"/>
          </a:p>
          <a:p>
            <a:pPr marL="0" indent="0" algn="just">
              <a:lnSpc>
                <a:spcPct val="150000"/>
              </a:lnSpc>
              <a:buNone/>
            </a:pPr>
            <a:endParaRPr lang="en-US" sz="2800" dirty="0"/>
          </a:p>
          <a:p>
            <a:pPr marL="0" indent="0" algn="just">
              <a:lnSpc>
                <a:spcPct val="150000"/>
              </a:lnSpc>
              <a:buNone/>
            </a:pPr>
            <a:endParaRPr lang="en-US" sz="2800" b="1" dirty="0"/>
          </a:p>
          <a:p>
            <a:pPr marL="0" indent="0" algn="just">
              <a:lnSpc>
                <a:spcPct val="150000"/>
              </a:lnSpc>
              <a:spcBef>
                <a:spcPts val="0"/>
              </a:spcBef>
              <a:buNone/>
            </a:pPr>
            <a:endParaRPr lang="en-US" sz="2800" dirty="0"/>
          </a:p>
          <a:p>
            <a:pPr marL="0" indent="0" algn="just">
              <a:lnSpc>
                <a:spcPct val="150000"/>
              </a:lnSpc>
              <a:spcBef>
                <a:spcPts val="0"/>
              </a:spcBef>
              <a:buNone/>
            </a:pPr>
            <a:endParaRPr lang="en-US" sz="2800" dirty="0"/>
          </a:p>
          <a:p>
            <a:pPr marL="0" indent="0" algn="just">
              <a:lnSpc>
                <a:spcPct val="150000"/>
              </a:lnSpc>
              <a:buNone/>
            </a:pPr>
            <a:endParaRPr lang="en-US" sz="2800" dirty="0"/>
          </a:p>
          <a:p>
            <a:pPr marL="0" indent="0" algn="just">
              <a:lnSpc>
                <a:spcPct val="150000"/>
              </a:lnSpc>
              <a:spcBef>
                <a:spcPts val="0"/>
              </a:spcBef>
              <a:buNone/>
            </a:pPr>
            <a:endParaRPr lang="en-US" sz="2800" dirty="0"/>
          </a:p>
          <a:p>
            <a:pPr marL="0" indent="0" algn="just">
              <a:lnSpc>
                <a:spcPct val="150000"/>
              </a:lnSpc>
              <a:spcBef>
                <a:spcPts val="0"/>
              </a:spcBef>
              <a:buNone/>
            </a:pPr>
            <a:endParaRPr lang="en-US" dirty="0"/>
          </a:p>
          <a:p>
            <a:pPr marL="0" indent="0">
              <a:lnSpc>
                <a:spcPct val="150000"/>
              </a:lnSpc>
              <a:spcBef>
                <a:spcPts val="0"/>
              </a:spcBef>
              <a:buNone/>
            </a:pPr>
            <a:endParaRPr lang="en-US" dirty="0"/>
          </a:p>
        </p:txBody>
      </p:sp>
      <p:pic>
        <p:nvPicPr>
          <p:cNvPr id="8" name="Content Placeholder 5">
            <a:extLst>
              <a:ext uri="{FF2B5EF4-FFF2-40B4-BE49-F238E27FC236}">
                <a16:creationId xmlns:a16="http://schemas.microsoft.com/office/drawing/2014/main" id="{14B10617-1184-50EE-E456-536B0E851E62}"/>
              </a:ext>
            </a:extLst>
          </p:cNvPr>
          <p:cNvPicPr>
            <a:picLocks noChangeAspect="1"/>
          </p:cNvPicPr>
          <p:nvPr/>
        </p:nvPicPr>
        <p:blipFill>
          <a:blip r:embed="rId3" cstate="print"/>
          <a:stretch>
            <a:fillRect/>
          </a:stretch>
        </p:blipFill>
        <p:spPr>
          <a:xfrm>
            <a:off x="2174331" y="2196067"/>
            <a:ext cx="8126672" cy="499915"/>
          </a:xfrm>
          <a:prstGeom prst="rect">
            <a:avLst/>
          </a:prstGeom>
        </p:spPr>
      </p:pic>
      <p:graphicFrame>
        <p:nvGraphicFramePr>
          <p:cNvPr id="10" name="Table 9">
            <a:extLst>
              <a:ext uri="{FF2B5EF4-FFF2-40B4-BE49-F238E27FC236}">
                <a16:creationId xmlns:a16="http://schemas.microsoft.com/office/drawing/2014/main" id="{4BF7D35C-386D-DCA4-FDB4-ACB329238BB4}"/>
              </a:ext>
            </a:extLst>
          </p:cNvPr>
          <p:cNvGraphicFramePr>
            <a:graphicFrameLocks noGrp="1"/>
          </p:cNvGraphicFramePr>
          <p:nvPr/>
        </p:nvGraphicFramePr>
        <p:xfrm>
          <a:off x="2174331" y="3123028"/>
          <a:ext cx="8126680" cy="1491174"/>
        </p:xfrm>
        <a:graphic>
          <a:graphicData uri="http://schemas.openxmlformats.org/drawingml/2006/table">
            <a:tbl>
              <a:tblPr firstRow="1" bandRow="1">
                <a:tableStyleId>{5C22544A-7EE6-4342-B048-85BDC9FD1C3A}</a:tableStyleId>
              </a:tblPr>
              <a:tblGrid>
                <a:gridCol w="406334">
                  <a:extLst>
                    <a:ext uri="{9D8B030D-6E8A-4147-A177-3AD203B41FA5}">
                      <a16:colId xmlns:a16="http://schemas.microsoft.com/office/drawing/2014/main" val="20000"/>
                    </a:ext>
                  </a:extLst>
                </a:gridCol>
                <a:gridCol w="406334">
                  <a:extLst>
                    <a:ext uri="{9D8B030D-6E8A-4147-A177-3AD203B41FA5}">
                      <a16:colId xmlns:a16="http://schemas.microsoft.com/office/drawing/2014/main" val="20001"/>
                    </a:ext>
                  </a:extLst>
                </a:gridCol>
                <a:gridCol w="406334">
                  <a:extLst>
                    <a:ext uri="{9D8B030D-6E8A-4147-A177-3AD203B41FA5}">
                      <a16:colId xmlns:a16="http://schemas.microsoft.com/office/drawing/2014/main" val="20002"/>
                    </a:ext>
                  </a:extLst>
                </a:gridCol>
                <a:gridCol w="406334">
                  <a:extLst>
                    <a:ext uri="{9D8B030D-6E8A-4147-A177-3AD203B41FA5}">
                      <a16:colId xmlns:a16="http://schemas.microsoft.com/office/drawing/2014/main" val="20003"/>
                    </a:ext>
                  </a:extLst>
                </a:gridCol>
                <a:gridCol w="406334">
                  <a:extLst>
                    <a:ext uri="{9D8B030D-6E8A-4147-A177-3AD203B41FA5}">
                      <a16:colId xmlns:a16="http://schemas.microsoft.com/office/drawing/2014/main" val="20004"/>
                    </a:ext>
                  </a:extLst>
                </a:gridCol>
                <a:gridCol w="406334">
                  <a:extLst>
                    <a:ext uri="{9D8B030D-6E8A-4147-A177-3AD203B41FA5}">
                      <a16:colId xmlns:a16="http://schemas.microsoft.com/office/drawing/2014/main" val="20005"/>
                    </a:ext>
                  </a:extLst>
                </a:gridCol>
                <a:gridCol w="406334">
                  <a:extLst>
                    <a:ext uri="{9D8B030D-6E8A-4147-A177-3AD203B41FA5}">
                      <a16:colId xmlns:a16="http://schemas.microsoft.com/office/drawing/2014/main" val="20006"/>
                    </a:ext>
                  </a:extLst>
                </a:gridCol>
                <a:gridCol w="406334">
                  <a:extLst>
                    <a:ext uri="{9D8B030D-6E8A-4147-A177-3AD203B41FA5}">
                      <a16:colId xmlns:a16="http://schemas.microsoft.com/office/drawing/2014/main" val="20007"/>
                    </a:ext>
                  </a:extLst>
                </a:gridCol>
                <a:gridCol w="406334">
                  <a:extLst>
                    <a:ext uri="{9D8B030D-6E8A-4147-A177-3AD203B41FA5}">
                      <a16:colId xmlns:a16="http://schemas.microsoft.com/office/drawing/2014/main" val="20008"/>
                    </a:ext>
                  </a:extLst>
                </a:gridCol>
                <a:gridCol w="406334">
                  <a:extLst>
                    <a:ext uri="{9D8B030D-6E8A-4147-A177-3AD203B41FA5}">
                      <a16:colId xmlns:a16="http://schemas.microsoft.com/office/drawing/2014/main" val="20009"/>
                    </a:ext>
                  </a:extLst>
                </a:gridCol>
                <a:gridCol w="406334">
                  <a:extLst>
                    <a:ext uri="{9D8B030D-6E8A-4147-A177-3AD203B41FA5}">
                      <a16:colId xmlns:a16="http://schemas.microsoft.com/office/drawing/2014/main" val="20010"/>
                    </a:ext>
                  </a:extLst>
                </a:gridCol>
                <a:gridCol w="406334">
                  <a:extLst>
                    <a:ext uri="{9D8B030D-6E8A-4147-A177-3AD203B41FA5}">
                      <a16:colId xmlns:a16="http://schemas.microsoft.com/office/drawing/2014/main" val="20011"/>
                    </a:ext>
                  </a:extLst>
                </a:gridCol>
                <a:gridCol w="406334">
                  <a:extLst>
                    <a:ext uri="{9D8B030D-6E8A-4147-A177-3AD203B41FA5}">
                      <a16:colId xmlns:a16="http://schemas.microsoft.com/office/drawing/2014/main" val="20012"/>
                    </a:ext>
                  </a:extLst>
                </a:gridCol>
                <a:gridCol w="406334">
                  <a:extLst>
                    <a:ext uri="{9D8B030D-6E8A-4147-A177-3AD203B41FA5}">
                      <a16:colId xmlns:a16="http://schemas.microsoft.com/office/drawing/2014/main" val="20013"/>
                    </a:ext>
                  </a:extLst>
                </a:gridCol>
                <a:gridCol w="406334">
                  <a:extLst>
                    <a:ext uri="{9D8B030D-6E8A-4147-A177-3AD203B41FA5}">
                      <a16:colId xmlns:a16="http://schemas.microsoft.com/office/drawing/2014/main" val="20014"/>
                    </a:ext>
                  </a:extLst>
                </a:gridCol>
                <a:gridCol w="406334">
                  <a:extLst>
                    <a:ext uri="{9D8B030D-6E8A-4147-A177-3AD203B41FA5}">
                      <a16:colId xmlns:a16="http://schemas.microsoft.com/office/drawing/2014/main" val="20015"/>
                    </a:ext>
                  </a:extLst>
                </a:gridCol>
                <a:gridCol w="406334">
                  <a:extLst>
                    <a:ext uri="{9D8B030D-6E8A-4147-A177-3AD203B41FA5}">
                      <a16:colId xmlns:a16="http://schemas.microsoft.com/office/drawing/2014/main" val="20016"/>
                    </a:ext>
                  </a:extLst>
                </a:gridCol>
                <a:gridCol w="406334">
                  <a:extLst>
                    <a:ext uri="{9D8B030D-6E8A-4147-A177-3AD203B41FA5}">
                      <a16:colId xmlns:a16="http://schemas.microsoft.com/office/drawing/2014/main" val="20017"/>
                    </a:ext>
                  </a:extLst>
                </a:gridCol>
                <a:gridCol w="406334">
                  <a:extLst>
                    <a:ext uri="{9D8B030D-6E8A-4147-A177-3AD203B41FA5}">
                      <a16:colId xmlns:a16="http://schemas.microsoft.com/office/drawing/2014/main" val="20018"/>
                    </a:ext>
                  </a:extLst>
                </a:gridCol>
                <a:gridCol w="406334">
                  <a:extLst>
                    <a:ext uri="{9D8B030D-6E8A-4147-A177-3AD203B41FA5}">
                      <a16:colId xmlns:a16="http://schemas.microsoft.com/office/drawing/2014/main" val="20019"/>
                    </a:ext>
                  </a:extLst>
                </a:gridCol>
              </a:tblGrid>
              <a:tr h="497058">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r h="497058">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497058">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bl>
          </a:graphicData>
        </a:graphic>
      </p:graphicFrame>
      <p:graphicFrame>
        <p:nvGraphicFramePr>
          <p:cNvPr id="11" name="Table 10">
            <a:extLst>
              <a:ext uri="{FF2B5EF4-FFF2-40B4-BE49-F238E27FC236}">
                <a16:creationId xmlns:a16="http://schemas.microsoft.com/office/drawing/2014/main" id="{657B76F1-6991-1758-AB39-5CA4DA0A4FD2}"/>
              </a:ext>
            </a:extLst>
          </p:cNvPr>
          <p:cNvGraphicFramePr>
            <a:graphicFrameLocks noGrp="1"/>
          </p:cNvGraphicFramePr>
          <p:nvPr/>
        </p:nvGraphicFramePr>
        <p:xfrm>
          <a:off x="2174331" y="5136920"/>
          <a:ext cx="8128000" cy="630833"/>
        </p:xfrm>
        <a:graphic>
          <a:graphicData uri="http://schemas.openxmlformats.org/drawingml/2006/table">
            <a:tbl>
              <a:tblPr firstRow="1" bandRow="1">
                <a:tableStyleId>{5C22544A-7EE6-4342-B048-85BDC9FD1C3A}</a:tableStyleId>
              </a:tblPr>
              <a:tblGrid>
                <a:gridCol w="406400">
                  <a:extLst>
                    <a:ext uri="{9D8B030D-6E8A-4147-A177-3AD203B41FA5}">
                      <a16:colId xmlns:a16="http://schemas.microsoft.com/office/drawing/2014/main" val="20000"/>
                    </a:ext>
                  </a:extLst>
                </a:gridCol>
                <a:gridCol w="406400">
                  <a:extLst>
                    <a:ext uri="{9D8B030D-6E8A-4147-A177-3AD203B41FA5}">
                      <a16:colId xmlns:a16="http://schemas.microsoft.com/office/drawing/2014/main" val="20001"/>
                    </a:ext>
                  </a:extLst>
                </a:gridCol>
                <a:gridCol w="406400">
                  <a:extLst>
                    <a:ext uri="{9D8B030D-6E8A-4147-A177-3AD203B41FA5}">
                      <a16:colId xmlns:a16="http://schemas.microsoft.com/office/drawing/2014/main" val="20002"/>
                    </a:ext>
                  </a:extLst>
                </a:gridCol>
                <a:gridCol w="406400">
                  <a:extLst>
                    <a:ext uri="{9D8B030D-6E8A-4147-A177-3AD203B41FA5}">
                      <a16:colId xmlns:a16="http://schemas.microsoft.com/office/drawing/2014/main" val="20003"/>
                    </a:ext>
                  </a:extLst>
                </a:gridCol>
                <a:gridCol w="406400">
                  <a:extLst>
                    <a:ext uri="{9D8B030D-6E8A-4147-A177-3AD203B41FA5}">
                      <a16:colId xmlns:a16="http://schemas.microsoft.com/office/drawing/2014/main" val="20004"/>
                    </a:ext>
                  </a:extLst>
                </a:gridCol>
                <a:gridCol w="406400">
                  <a:extLst>
                    <a:ext uri="{9D8B030D-6E8A-4147-A177-3AD203B41FA5}">
                      <a16:colId xmlns:a16="http://schemas.microsoft.com/office/drawing/2014/main" val="20005"/>
                    </a:ext>
                  </a:extLst>
                </a:gridCol>
                <a:gridCol w="406400">
                  <a:extLst>
                    <a:ext uri="{9D8B030D-6E8A-4147-A177-3AD203B41FA5}">
                      <a16:colId xmlns:a16="http://schemas.microsoft.com/office/drawing/2014/main" val="20006"/>
                    </a:ext>
                  </a:extLst>
                </a:gridCol>
                <a:gridCol w="406400">
                  <a:extLst>
                    <a:ext uri="{9D8B030D-6E8A-4147-A177-3AD203B41FA5}">
                      <a16:colId xmlns:a16="http://schemas.microsoft.com/office/drawing/2014/main" val="20007"/>
                    </a:ext>
                  </a:extLst>
                </a:gridCol>
                <a:gridCol w="406400">
                  <a:extLst>
                    <a:ext uri="{9D8B030D-6E8A-4147-A177-3AD203B41FA5}">
                      <a16:colId xmlns:a16="http://schemas.microsoft.com/office/drawing/2014/main" val="20008"/>
                    </a:ext>
                  </a:extLst>
                </a:gridCol>
                <a:gridCol w="447845">
                  <a:extLst>
                    <a:ext uri="{9D8B030D-6E8A-4147-A177-3AD203B41FA5}">
                      <a16:colId xmlns:a16="http://schemas.microsoft.com/office/drawing/2014/main" val="20009"/>
                    </a:ext>
                  </a:extLst>
                </a:gridCol>
                <a:gridCol w="364955">
                  <a:extLst>
                    <a:ext uri="{9D8B030D-6E8A-4147-A177-3AD203B41FA5}">
                      <a16:colId xmlns:a16="http://schemas.microsoft.com/office/drawing/2014/main" val="20010"/>
                    </a:ext>
                  </a:extLst>
                </a:gridCol>
                <a:gridCol w="406400">
                  <a:extLst>
                    <a:ext uri="{9D8B030D-6E8A-4147-A177-3AD203B41FA5}">
                      <a16:colId xmlns:a16="http://schemas.microsoft.com/office/drawing/2014/main" val="20011"/>
                    </a:ext>
                  </a:extLst>
                </a:gridCol>
                <a:gridCol w="406400">
                  <a:extLst>
                    <a:ext uri="{9D8B030D-6E8A-4147-A177-3AD203B41FA5}">
                      <a16:colId xmlns:a16="http://schemas.microsoft.com/office/drawing/2014/main" val="20012"/>
                    </a:ext>
                  </a:extLst>
                </a:gridCol>
                <a:gridCol w="406400">
                  <a:extLst>
                    <a:ext uri="{9D8B030D-6E8A-4147-A177-3AD203B41FA5}">
                      <a16:colId xmlns:a16="http://schemas.microsoft.com/office/drawing/2014/main" val="20013"/>
                    </a:ext>
                  </a:extLst>
                </a:gridCol>
                <a:gridCol w="406400">
                  <a:extLst>
                    <a:ext uri="{9D8B030D-6E8A-4147-A177-3AD203B41FA5}">
                      <a16:colId xmlns:a16="http://schemas.microsoft.com/office/drawing/2014/main" val="20014"/>
                    </a:ext>
                  </a:extLst>
                </a:gridCol>
                <a:gridCol w="406400">
                  <a:extLst>
                    <a:ext uri="{9D8B030D-6E8A-4147-A177-3AD203B41FA5}">
                      <a16:colId xmlns:a16="http://schemas.microsoft.com/office/drawing/2014/main" val="20015"/>
                    </a:ext>
                  </a:extLst>
                </a:gridCol>
                <a:gridCol w="406400">
                  <a:extLst>
                    <a:ext uri="{9D8B030D-6E8A-4147-A177-3AD203B41FA5}">
                      <a16:colId xmlns:a16="http://schemas.microsoft.com/office/drawing/2014/main" val="20016"/>
                    </a:ext>
                  </a:extLst>
                </a:gridCol>
                <a:gridCol w="406400">
                  <a:extLst>
                    <a:ext uri="{9D8B030D-6E8A-4147-A177-3AD203B41FA5}">
                      <a16:colId xmlns:a16="http://schemas.microsoft.com/office/drawing/2014/main" val="20017"/>
                    </a:ext>
                  </a:extLst>
                </a:gridCol>
                <a:gridCol w="406400">
                  <a:extLst>
                    <a:ext uri="{9D8B030D-6E8A-4147-A177-3AD203B41FA5}">
                      <a16:colId xmlns:a16="http://schemas.microsoft.com/office/drawing/2014/main" val="20018"/>
                    </a:ext>
                  </a:extLst>
                </a:gridCol>
                <a:gridCol w="406400">
                  <a:extLst>
                    <a:ext uri="{9D8B030D-6E8A-4147-A177-3AD203B41FA5}">
                      <a16:colId xmlns:a16="http://schemas.microsoft.com/office/drawing/2014/main" val="20019"/>
                    </a:ext>
                  </a:extLst>
                </a:gridCol>
              </a:tblGrid>
              <a:tr h="630833">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p:sp>
        <p:nvSpPr>
          <p:cNvPr id="12" name="TextBox 11">
            <a:extLst>
              <a:ext uri="{FF2B5EF4-FFF2-40B4-BE49-F238E27FC236}">
                <a16:creationId xmlns:a16="http://schemas.microsoft.com/office/drawing/2014/main" id="{3E701780-59EF-1CD8-CFB7-A3567E176C49}"/>
              </a:ext>
            </a:extLst>
          </p:cNvPr>
          <p:cNvSpPr txBox="1"/>
          <p:nvPr/>
        </p:nvSpPr>
        <p:spPr>
          <a:xfrm>
            <a:off x="450166" y="5162843"/>
            <a:ext cx="1477108" cy="369332"/>
          </a:xfrm>
          <a:prstGeom prst="rect">
            <a:avLst/>
          </a:prstGeom>
          <a:noFill/>
        </p:spPr>
        <p:txBody>
          <a:bodyPr wrap="square" rtlCol="0">
            <a:spAutoFit/>
          </a:bodyPr>
          <a:lstStyle/>
          <a:p>
            <a:r>
              <a:rPr lang="en-US" dirty="0"/>
              <a:t>Status</a:t>
            </a:r>
          </a:p>
        </p:txBody>
      </p:sp>
      <p:sp>
        <p:nvSpPr>
          <p:cNvPr id="13" name="Up Arrow 12">
            <a:extLst>
              <a:ext uri="{FF2B5EF4-FFF2-40B4-BE49-F238E27FC236}">
                <a16:creationId xmlns:a16="http://schemas.microsoft.com/office/drawing/2014/main" id="{D440D070-32AD-BD09-10EE-076759D42A5A}"/>
              </a:ext>
            </a:extLst>
          </p:cNvPr>
          <p:cNvSpPr/>
          <p:nvPr/>
        </p:nvSpPr>
        <p:spPr>
          <a:xfrm>
            <a:off x="2264898" y="2695981"/>
            <a:ext cx="295421" cy="27230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C3847AB-8D20-2B0F-26A4-E40C86B66550}"/>
              </a:ext>
            </a:extLst>
          </p:cNvPr>
          <p:cNvSpPr txBox="1"/>
          <p:nvPr/>
        </p:nvSpPr>
        <p:spPr>
          <a:xfrm>
            <a:off x="2243795" y="3201360"/>
            <a:ext cx="254091" cy="369332"/>
          </a:xfrm>
          <a:prstGeom prst="rect">
            <a:avLst/>
          </a:prstGeom>
          <a:noFill/>
        </p:spPr>
        <p:txBody>
          <a:bodyPr wrap="square" rtlCol="0">
            <a:spAutoFit/>
          </a:bodyPr>
          <a:lstStyle/>
          <a:p>
            <a:r>
              <a:rPr lang="en-US" dirty="0"/>
              <a:t>7</a:t>
            </a:r>
          </a:p>
        </p:txBody>
      </p:sp>
      <p:sp>
        <p:nvSpPr>
          <p:cNvPr id="15" name="TextBox 14">
            <a:extLst>
              <a:ext uri="{FF2B5EF4-FFF2-40B4-BE49-F238E27FC236}">
                <a16:creationId xmlns:a16="http://schemas.microsoft.com/office/drawing/2014/main" id="{83EE9736-80FC-EBFB-4182-31A8049F6218}"/>
              </a:ext>
            </a:extLst>
          </p:cNvPr>
          <p:cNvSpPr txBox="1"/>
          <p:nvPr/>
        </p:nvSpPr>
        <p:spPr>
          <a:xfrm>
            <a:off x="2264898" y="5192764"/>
            <a:ext cx="232988" cy="369332"/>
          </a:xfrm>
          <a:prstGeom prst="rect">
            <a:avLst/>
          </a:prstGeom>
          <a:noFill/>
        </p:spPr>
        <p:txBody>
          <a:bodyPr wrap="square" rtlCol="0">
            <a:spAutoFit/>
          </a:bodyPr>
          <a:lstStyle/>
          <a:p>
            <a:r>
              <a:rPr lang="en-US" dirty="0"/>
              <a:t>F</a:t>
            </a:r>
          </a:p>
        </p:txBody>
      </p:sp>
      <p:sp>
        <p:nvSpPr>
          <p:cNvPr id="16" name="TextBox 15">
            <a:extLst>
              <a:ext uri="{FF2B5EF4-FFF2-40B4-BE49-F238E27FC236}">
                <a16:creationId xmlns:a16="http://schemas.microsoft.com/office/drawing/2014/main" id="{3973407F-8261-FCF9-7F64-A6CD09010271}"/>
              </a:ext>
            </a:extLst>
          </p:cNvPr>
          <p:cNvSpPr txBox="1"/>
          <p:nvPr/>
        </p:nvSpPr>
        <p:spPr>
          <a:xfrm>
            <a:off x="2617459" y="3201360"/>
            <a:ext cx="305396" cy="369332"/>
          </a:xfrm>
          <a:prstGeom prst="rect">
            <a:avLst/>
          </a:prstGeom>
          <a:noFill/>
        </p:spPr>
        <p:txBody>
          <a:bodyPr wrap="square" rtlCol="0">
            <a:spAutoFit/>
          </a:bodyPr>
          <a:lstStyle/>
          <a:p>
            <a:r>
              <a:rPr lang="en-US" dirty="0"/>
              <a:t>7</a:t>
            </a:r>
          </a:p>
        </p:txBody>
      </p:sp>
      <p:sp>
        <p:nvSpPr>
          <p:cNvPr id="17" name="TextBox 16">
            <a:extLst>
              <a:ext uri="{FF2B5EF4-FFF2-40B4-BE49-F238E27FC236}">
                <a16:creationId xmlns:a16="http://schemas.microsoft.com/office/drawing/2014/main" id="{B03B4543-70BE-E0A3-5981-DAE0D3CC9D67}"/>
              </a:ext>
            </a:extLst>
          </p:cNvPr>
          <p:cNvSpPr txBox="1"/>
          <p:nvPr/>
        </p:nvSpPr>
        <p:spPr>
          <a:xfrm>
            <a:off x="2594563" y="3696243"/>
            <a:ext cx="305396" cy="369332"/>
          </a:xfrm>
          <a:prstGeom prst="rect">
            <a:avLst/>
          </a:prstGeom>
          <a:noFill/>
        </p:spPr>
        <p:txBody>
          <a:bodyPr wrap="square" rtlCol="0">
            <a:spAutoFit/>
          </a:bodyPr>
          <a:lstStyle/>
          <a:p>
            <a:r>
              <a:rPr lang="en-US" dirty="0"/>
              <a:t>0</a:t>
            </a:r>
          </a:p>
        </p:txBody>
      </p:sp>
      <p:pic>
        <p:nvPicPr>
          <p:cNvPr id="18" name="Picture 17">
            <a:extLst>
              <a:ext uri="{FF2B5EF4-FFF2-40B4-BE49-F238E27FC236}">
                <a16:creationId xmlns:a16="http://schemas.microsoft.com/office/drawing/2014/main" id="{ED1A7DB6-58C2-1145-006B-C1F60756E552}"/>
              </a:ext>
            </a:extLst>
          </p:cNvPr>
          <p:cNvPicPr>
            <a:picLocks noChangeAspect="1"/>
          </p:cNvPicPr>
          <p:nvPr/>
        </p:nvPicPr>
        <p:blipFill>
          <a:blip r:embed="rId4" cstate="print"/>
          <a:stretch>
            <a:fillRect/>
          </a:stretch>
        </p:blipFill>
        <p:spPr>
          <a:xfrm>
            <a:off x="2605550" y="2695981"/>
            <a:ext cx="329213" cy="292633"/>
          </a:xfrm>
          <a:prstGeom prst="rect">
            <a:avLst/>
          </a:prstGeom>
        </p:spPr>
      </p:pic>
      <p:sp>
        <p:nvSpPr>
          <p:cNvPr id="19" name="TextBox 18">
            <a:extLst>
              <a:ext uri="{FF2B5EF4-FFF2-40B4-BE49-F238E27FC236}">
                <a16:creationId xmlns:a16="http://schemas.microsoft.com/office/drawing/2014/main" id="{F3235442-19E6-861E-D9F9-B050377F8DF0}"/>
              </a:ext>
            </a:extLst>
          </p:cNvPr>
          <p:cNvSpPr txBox="1"/>
          <p:nvPr/>
        </p:nvSpPr>
        <p:spPr>
          <a:xfrm>
            <a:off x="2688305" y="5192764"/>
            <a:ext cx="294409" cy="369332"/>
          </a:xfrm>
          <a:prstGeom prst="rect">
            <a:avLst/>
          </a:prstGeom>
          <a:noFill/>
        </p:spPr>
        <p:txBody>
          <a:bodyPr wrap="square" rtlCol="0">
            <a:spAutoFit/>
          </a:bodyPr>
          <a:lstStyle/>
          <a:p>
            <a:r>
              <a:rPr lang="en-US" dirty="0"/>
              <a:t>F</a:t>
            </a:r>
          </a:p>
        </p:txBody>
      </p:sp>
      <p:sp>
        <p:nvSpPr>
          <p:cNvPr id="20" name="TextBox 19">
            <a:extLst>
              <a:ext uri="{FF2B5EF4-FFF2-40B4-BE49-F238E27FC236}">
                <a16:creationId xmlns:a16="http://schemas.microsoft.com/office/drawing/2014/main" id="{A9114FDB-1C0C-8E20-2D42-2C714B04F6C9}"/>
              </a:ext>
            </a:extLst>
          </p:cNvPr>
          <p:cNvSpPr txBox="1"/>
          <p:nvPr/>
        </p:nvSpPr>
        <p:spPr>
          <a:xfrm>
            <a:off x="2992325" y="3201360"/>
            <a:ext cx="278413" cy="369332"/>
          </a:xfrm>
          <a:prstGeom prst="rect">
            <a:avLst/>
          </a:prstGeom>
          <a:noFill/>
        </p:spPr>
        <p:txBody>
          <a:bodyPr wrap="square" rtlCol="0">
            <a:spAutoFit/>
          </a:bodyPr>
          <a:lstStyle/>
          <a:p>
            <a:r>
              <a:rPr lang="en-US" dirty="0"/>
              <a:t>7</a:t>
            </a:r>
          </a:p>
        </p:txBody>
      </p:sp>
      <p:sp>
        <p:nvSpPr>
          <p:cNvPr id="21" name="TextBox 20">
            <a:extLst>
              <a:ext uri="{FF2B5EF4-FFF2-40B4-BE49-F238E27FC236}">
                <a16:creationId xmlns:a16="http://schemas.microsoft.com/office/drawing/2014/main" id="{2529FB03-CCFF-73E1-6F2D-258D9212E496}"/>
              </a:ext>
            </a:extLst>
          </p:cNvPr>
          <p:cNvSpPr txBox="1"/>
          <p:nvPr/>
        </p:nvSpPr>
        <p:spPr>
          <a:xfrm>
            <a:off x="2992325" y="3693944"/>
            <a:ext cx="278413" cy="369332"/>
          </a:xfrm>
          <a:prstGeom prst="rect">
            <a:avLst/>
          </a:prstGeom>
          <a:noFill/>
        </p:spPr>
        <p:txBody>
          <a:bodyPr wrap="square" rtlCol="0">
            <a:spAutoFit/>
          </a:bodyPr>
          <a:lstStyle/>
          <a:p>
            <a:r>
              <a:rPr lang="en-US" dirty="0"/>
              <a:t>0</a:t>
            </a:r>
          </a:p>
        </p:txBody>
      </p:sp>
      <p:pic>
        <p:nvPicPr>
          <p:cNvPr id="22" name="Picture 21">
            <a:extLst>
              <a:ext uri="{FF2B5EF4-FFF2-40B4-BE49-F238E27FC236}">
                <a16:creationId xmlns:a16="http://schemas.microsoft.com/office/drawing/2014/main" id="{5CA9AE69-D0EB-3D05-F5F7-2D49A1F1836C}"/>
              </a:ext>
            </a:extLst>
          </p:cNvPr>
          <p:cNvPicPr>
            <a:picLocks noChangeAspect="1"/>
          </p:cNvPicPr>
          <p:nvPr/>
        </p:nvPicPr>
        <p:blipFill>
          <a:blip r:embed="rId5" cstate="print"/>
          <a:stretch>
            <a:fillRect/>
          </a:stretch>
        </p:blipFill>
        <p:spPr>
          <a:xfrm>
            <a:off x="2992325" y="2685815"/>
            <a:ext cx="329213" cy="292633"/>
          </a:xfrm>
          <a:prstGeom prst="rect">
            <a:avLst/>
          </a:prstGeom>
        </p:spPr>
      </p:pic>
      <p:sp>
        <p:nvSpPr>
          <p:cNvPr id="23" name="TextBox 22">
            <a:extLst>
              <a:ext uri="{FF2B5EF4-FFF2-40B4-BE49-F238E27FC236}">
                <a16:creationId xmlns:a16="http://schemas.microsoft.com/office/drawing/2014/main" id="{A9ECF605-9079-F9A7-71F1-0AA19E6796A8}"/>
              </a:ext>
            </a:extLst>
          </p:cNvPr>
          <p:cNvSpPr txBox="1"/>
          <p:nvPr/>
        </p:nvSpPr>
        <p:spPr>
          <a:xfrm>
            <a:off x="2992325" y="4186528"/>
            <a:ext cx="329213" cy="369332"/>
          </a:xfrm>
          <a:prstGeom prst="rect">
            <a:avLst/>
          </a:prstGeom>
          <a:noFill/>
        </p:spPr>
        <p:txBody>
          <a:bodyPr wrap="square" rtlCol="0">
            <a:spAutoFit/>
          </a:bodyPr>
          <a:lstStyle/>
          <a:p>
            <a:r>
              <a:rPr lang="en-US" dirty="0"/>
              <a:t>1</a:t>
            </a:r>
          </a:p>
        </p:txBody>
      </p:sp>
      <p:sp>
        <p:nvSpPr>
          <p:cNvPr id="24" name="TextBox 23">
            <a:extLst>
              <a:ext uri="{FF2B5EF4-FFF2-40B4-BE49-F238E27FC236}">
                <a16:creationId xmlns:a16="http://schemas.microsoft.com/office/drawing/2014/main" id="{29DAAF3A-4B52-E224-6607-D2DD926FF2AC}"/>
              </a:ext>
            </a:extLst>
          </p:cNvPr>
          <p:cNvSpPr txBox="1"/>
          <p:nvPr/>
        </p:nvSpPr>
        <p:spPr>
          <a:xfrm>
            <a:off x="2980274" y="5192764"/>
            <a:ext cx="290464" cy="369332"/>
          </a:xfrm>
          <a:prstGeom prst="rect">
            <a:avLst/>
          </a:prstGeom>
          <a:noFill/>
        </p:spPr>
        <p:txBody>
          <a:bodyPr wrap="none" rtlCol="0">
            <a:spAutoFit/>
          </a:bodyPr>
          <a:lstStyle/>
          <a:p>
            <a:r>
              <a:rPr lang="en-US" dirty="0"/>
              <a:t>F</a:t>
            </a:r>
          </a:p>
        </p:txBody>
      </p:sp>
      <p:pic>
        <p:nvPicPr>
          <p:cNvPr id="25" name="Picture 24">
            <a:extLst>
              <a:ext uri="{FF2B5EF4-FFF2-40B4-BE49-F238E27FC236}">
                <a16:creationId xmlns:a16="http://schemas.microsoft.com/office/drawing/2014/main" id="{0270D44D-87DE-1038-2397-8089BBC46FC9}"/>
              </a:ext>
            </a:extLst>
          </p:cNvPr>
          <p:cNvPicPr>
            <a:picLocks noChangeAspect="1"/>
          </p:cNvPicPr>
          <p:nvPr/>
        </p:nvPicPr>
        <p:blipFill>
          <a:blip r:embed="rId6" cstate="print"/>
          <a:stretch>
            <a:fillRect/>
          </a:stretch>
        </p:blipFill>
        <p:spPr>
          <a:xfrm>
            <a:off x="3390036" y="2695981"/>
            <a:ext cx="329213" cy="292633"/>
          </a:xfrm>
          <a:prstGeom prst="rect">
            <a:avLst/>
          </a:prstGeom>
        </p:spPr>
      </p:pic>
      <p:sp>
        <p:nvSpPr>
          <p:cNvPr id="26" name="TextBox 25">
            <a:extLst>
              <a:ext uri="{FF2B5EF4-FFF2-40B4-BE49-F238E27FC236}">
                <a16:creationId xmlns:a16="http://schemas.microsoft.com/office/drawing/2014/main" id="{0008B1A6-C623-82C2-A251-F77E4069D9B2}"/>
              </a:ext>
            </a:extLst>
          </p:cNvPr>
          <p:cNvSpPr txBox="1"/>
          <p:nvPr/>
        </p:nvSpPr>
        <p:spPr>
          <a:xfrm>
            <a:off x="3417563" y="3201360"/>
            <a:ext cx="301686" cy="369332"/>
          </a:xfrm>
          <a:prstGeom prst="rect">
            <a:avLst/>
          </a:prstGeom>
          <a:noFill/>
        </p:spPr>
        <p:txBody>
          <a:bodyPr wrap="none" rtlCol="0">
            <a:spAutoFit/>
          </a:bodyPr>
          <a:lstStyle/>
          <a:p>
            <a:r>
              <a:rPr lang="en-US" dirty="0"/>
              <a:t>2</a:t>
            </a:r>
          </a:p>
        </p:txBody>
      </p:sp>
      <p:sp>
        <p:nvSpPr>
          <p:cNvPr id="27" name="TextBox 26">
            <a:extLst>
              <a:ext uri="{FF2B5EF4-FFF2-40B4-BE49-F238E27FC236}">
                <a16:creationId xmlns:a16="http://schemas.microsoft.com/office/drawing/2014/main" id="{3098B3D2-5517-100A-D758-357C68285055}"/>
              </a:ext>
            </a:extLst>
          </p:cNvPr>
          <p:cNvSpPr txBox="1"/>
          <p:nvPr/>
        </p:nvSpPr>
        <p:spPr>
          <a:xfrm>
            <a:off x="3416405" y="3693944"/>
            <a:ext cx="301686" cy="369332"/>
          </a:xfrm>
          <a:prstGeom prst="rect">
            <a:avLst/>
          </a:prstGeom>
          <a:noFill/>
        </p:spPr>
        <p:txBody>
          <a:bodyPr wrap="none" rtlCol="0">
            <a:spAutoFit/>
          </a:bodyPr>
          <a:lstStyle/>
          <a:p>
            <a:r>
              <a:rPr lang="en-US" dirty="0"/>
              <a:t>0</a:t>
            </a:r>
          </a:p>
        </p:txBody>
      </p:sp>
      <p:sp>
        <p:nvSpPr>
          <p:cNvPr id="28" name="TextBox 27">
            <a:extLst>
              <a:ext uri="{FF2B5EF4-FFF2-40B4-BE49-F238E27FC236}">
                <a16:creationId xmlns:a16="http://schemas.microsoft.com/office/drawing/2014/main" id="{916A42E4-34D9-5411-0C93-D90020AE7DF4}"/>
              </a:ext>
            </a:extLst>
          </p:cNvPr>
          <p:cNvSpPr txBox="1"/>
          <p:nvPr/>
        </p:nvSpPr>
        <p:spPr>
          <a:xfrm>
            <a:off x="3352438" y="4186528"/>
            <a:ext cx="301686" cy="369332"/>
          </a:xfrm>
          <a:prstGeom prst="rect">
            <a:avLst/>
          </a:prstGeom>
          <a:noFill/>
        </p:spPr>
        <p:txBody>
          <a:bodyPr wrap="square" rtlCol="0">
            <a:spAutoFit/>
          </a:bodyPr>
          <a:lstStyle/>
          <a:p>
            <a:r>
              <a:rPr lang="en-US" dirty="0"/>
              <a:t>1</a:t>
            </a:r>
          </a:p>
        </p:txBody>
      </p:sp>
      <p:sp>
        <p:nvSpPr>
          <p:cNvPr id="29" name="TextBox 28">
            <a:extLst>
              <a:ext uri="{FF2B5EF4-FFF2-40B4-BE49-F238E27FC236}">
                <a16:creationId xmlns:a16="http://schemas.microsoft.com/office/drawing/2014/main" id="{8BA31F1E-7F15-655E-4E15-C6F77B00EB11}"/>
              </a:ext>
            </a:extLst>
          </p:cNvPr>
          <p:cNvSpPr txBox="1"/>
          <p:nvPr/>
        </p:nvSpPr>
        <p:spPr>
          <a:xfrm>
            <a:off x="3439573" y="5192875"/>
            <a:ext cx="269993" cy="369332"/>
          </a:xfrm>
          <a:prstGeom prst="rect">
            <a:avLst/>
          </a:prstGeom>
          <a:noFill/>
        </p:spPr>
        <p:txBody>
          <a:bodyPr wrap="square" rtlCol="0">
            <a:spAutoFit/>
          </a:bodyPr>
          <a:lstStyle/>
          <a:p>
            <a:r>
              <a:rPr lang="en-US" dirty="0"/>
              <a:t>F</a:t>
            </a:r>
          </a:p>
        </p:txBody>
      </p:sp>
      <p:pic>
        <p:nvPicPr>
          <p:cNvPr id="30" name="Picture 29">
            <a:extLst>
              <a:ext uri="{FF2B5EF4-FFF2-40B4-BE49-F238E27FC236}">
                <a16:creationId xmlns:a16="http://schemas.microsoft.com/office/drawing/2014/main" id="{44E22893-B538-80B8-733F-2C493984B7C7}"/>
              </a:ext>
            </a:extLst>
          </p:cNvPr>
          <p:cNvPicPr>
            <a:picLocks noChangeAspect="1"/>
          </p:cNvPicPr>
          <p:nvPr/>
        </p:nvPicPr>
        <p:blipFill>
          <a:blip r:embed="rId7" cstate="print"/>
          <a:stretch>
            <a:fillRect/>
          </a:stretch>
        </p:blipFill>
        <p:spPr>
          <a:xfrm>
            <a:off x="3845309" y="2685814"/>
            <a:ext cx="329213" cy="292633"/>
          </a:xfrm>
          <a:prstGeom prst="rect">
            <a:avLst/>
          </a:prstGeom>
        </p:spPr>
      </p:pic>
      <p:sp>
        <p:nvSpPr>
          <p:cNvPr id="31" name="TextBox 30">
            <a:extLst>
              <a:ext uri="{FF2B5EF4-FFF2-40B4-BE49-F238E27FC236}">
                <a16:creationId xmlns:a16="http://schemas.microsoft.com/office/drawing/2014/main" id="{B7E0C89F-B044-5AE3-DDBD-307A2FC00E3E}"/>
              </a:ext>
            </a:extLst>
          </p:cNvPr>
          <p:cNvSpPr txBox="1"/>
          <p:nvPr/>
        </p:nvSpPr>
        <p:spPr>
          <a:xfrm>
            <a:off x="3845309" y="3183825"/>
            <a:ext cx="329213" cy="369332"/>
          </a:xfrm>
          <a:prstGeom prst="rect">
            <a:avLst/>
          </a:prstGeom>
          <a:noFill/>
        </p:spPr>
        <p:txBody>
          <a:bodyPr wrap="square" rtlCol="0">
            <a:spAutoFit/>
          </a:bodyPr>
          <a:lstStyle/>
          <a:p>
            <a:r>
              <a:rPr lang="en-US" dirty="0"/>
              <a:t>2</a:t>
            </a:r>
          </a:p>
        </p:txBody>
      </p:sp>
      <p:sp>
        <p:nvSpPr>
          <p:cNvPr id="32" name="TextBox 31">
            <a:extLst>
              <a:ext uri="{FF2B5EF4-FFF2-40B4-BE49-F238E27FC236}">
                <a16:creationId xmlns:a16="http://schemas.microsoft.com/office/drawing/2014/main" id="{870E90A5-87FE-4BBB-49E1-33837D69F70E}"/>
              </a:ext>
            </a:extLst>
          </p:cNvPr>
          <p:cNvSpPr txBox="1"/>
          <p:nvPr/>
        </p:nvSpPr>
        <p:spPr>
          <a:xfrm>
            <a:off x="3845309" y="3704110"/>
            <a:ext cx="329213" cy="369332"/>
          </a:xfrm>
          <a:prstGeom prst="rect">
            <a:avLst/>
          </a:prstGeom>
          <a:noFill/>
        </p:spPr>
        <p:txBody>
          <a:bodyPr wrap="square" rtlCol="0">
            <a:spAutoFit/>
          </a:bodyPr>
          <a:lstStyle/>
          <a:p>
            <a:r>
              <a:rPr lang="en-US" dirty="0"/>
              <a:t>0</a:t>
            </a:r>
          </a:p>
        </p:txBody>
      </p:sp>
      <p:sp>
        <p:nvSpPr>
          <p:cNvPr id="33" name="TextBox 32">
            <a:extLst>
              <a:ext uri="{FF2B5EF4-FFF2-40B4-BE49-F238E27FC236}">
                <a16:creationId xmlns:a16="http://schemas.microsoft.com/office/drawing/2014/main" id="{20BAD641-2A5B-526E-61EB-99D0C6BA1755}"/>
              </a:ext>
            </a:extLst>
          </p:cNvPr>
          <p:cNvSpPr txBox="1"/>
          <p:nvPr/>
        </p:nvSpPr>
        <p:spPr>
          <a:xfrm>
            <a:off x="3828347" y="4186528"/>
            <a:ext cx="329213" cy="369332"/>
          </a:xfrm>
          <a:prstGeom prst="rect">
            <a:avLst/>
          </a:prstGeom>
          <a:noFill/>
        </p:spPr>
        <p:txBody>
          <a:bodyPr wrap="square" rtlCol="0">
            <a:spAutoFit/>
          </a:bodyPr>
          <a:lstStyle/>
          <a:p>
            <a:r>
              <a:rPr lang="en-US" dirty="0"/>
              <a:t>1</a:t>
            </a:r>
          </a:p>
        </p:txBody>
      </p:sp>
      <p:sp>
        <p:nvSpPr>
          <p:cNvPr id="34" name="TextBox 33">
            <a:extLst>
              <a:ext uri="{FF2B5EF4-FFF2-40B4-BE49-F238E27FC236}">
                <a16:creationId xmlns:a16="http://schemas.microsoft.com/office/drawing/2014/main" id="{D0C9C5A1-F3C0-952C-CCF2-A0A95EB79D49}"/>
              </a:ext>
            </a:extLst>
          </p:cNvPr>
          <p:cNvSpPr txBox="1"/>
          <p:nvPr/>
        </p:nvSpPr>
        <p:spPr>
          <a:xfrm>
            <a:off x="3837212" y="5206322"/>
            <a:ext cx="329213" cy="369332"/>
          </a:xfrm>
          <a:prstGeom prst="rect">
            <a:avLst/>
          </a:prstGeom>
          <a:noFill/>
        </p:spPr>
        <p:txBody>
          <a:bodyPr wrap="square" rtlCol="0">
            <a:spAutoFit/>
          </a:bodyPr>
          <a:lstStyle/>
          <a:p>
            <a:r>
              <a:rPr lang="en-US" dirty="0"/>
              <a:t>H</a:t>
            </a:r>
          </a:p>
        </p:txBody>
      </p:sp>
      <p:pic>
        <p:nvPicPr>
          <p:cNvPr id="35" name="Picture 34">
            <a:extLst>
              <a:ext uri="{FF2B5EF4-FFF2-40B4-BE49-F238E27FC236}">
                <a16:creationId xmlns:a16="http://schemas.microsoft.com/office/drawing/2014/main" id="{30BBF15E-7C9C-5AC8-60F3-AFCC065A1A6F}"/>
              </a:ext>
            </a:extLst>
          </p:cNvPr>
          <p:cNvPicPr>
            <a:picLocks noChangeAspect="1"/>
          </p:cNvPicPr>
          <p:nvPr/>
        </p:nvPicPr>
        <p:blipFill>
          <a:blip r:embed="rId8" cstate="print"/>
          <a:stretch>
            <a:fillRect/>
          </a:stretch>
        </p:blipFill>
        <p:spPr>
          <a:xfrm>
            <a:off x="4186868" y="2685813"/>
            <a:ext cx="329213" cy="292633"/>
          </a:xfrm>
          <a:prstGeom prst="rect">
            <a:avLst/>
          </a:prstGeom>
        </p:spPr>
      </p:pic>
      <p:sp>
        <p:nvSpPr>
          <p:cNvPr id="36" name="TextBox 35">
            <a:extLst>
              <a:ext uri="{FF2B5EF4-FFF2-40B4-BE49-F238E27FC236}">
                <a16:creationId xmlns:a16="http://schemas.microsoft.com/office/drawing/2014/main" id="{69EAF4D0-75C2-8729-45EC-C79E14C00C7F}"/>
              </a:ext>
            </a:extLst>
          </p:cNvPr>
          <p:cNvSpPr txBox="1"/>
          <p:nvPr/>
        </p:nvSpPr>
        <p:spPr>
          <a:xfrm>
            <a:off x="4186868" y="3183825"/>
            <a:ext cx="295131" cy="369332"/>
          </a:xfrm>
          <a:prstGeom prst="rect">
            <a:avLst/>
          </a:prstGeom>
          <a:noFill/>
        </p:spPr>
        <p:txBody>
          <a:bodyPr wrap="square" rtlCol="0">
            <a:spAutoFit/>
          </a:bodyPr>
          <a:lstStyle/>
          <a:p>
            <a:r>
              <a:rPr lang="en-US" dirty="0"/>
              <a:t>2</a:t>
            </a:r>
          </a:p>
        </p:txBody>
      </p:sp>
      <p:sp>
        <p:nvSpPr>
          <p:cNvPr id="37" name="TextBox 36">
            <a:extLst>
              <a:ext uri="{FF2B5EF4-FFF2-40B4-BE49-F238E27FC236}">
                <a16:creationId xmlns:a16="http://schemas.microsoft.com/office/drawing/2014/main" id="{91CA476F-4CAB-9057-FB31-E7EEDED0C89E}"/>
              </a:ext>
            </a:extLst>
          </p:cNvPr>
          <p:cNvSpPr txBox="1"/>
          <p:nvPr/>
        </p:nvSpPr>
        <p:spPr>
          <a:xfrm>
            <a:off x="4236196" y="3693944"/>
            <a:ext cx="245803" cy="369332"/>
          </a:xfrm>
          <a:prstGeom prst="rect">
            <a:avLst/>
          </a:prstGeom>
          <a:noFill/>
        </p:spPr>
        <p:txBody>
          <a:bodyPr wrap="square" rtlCol="0">
            <a:spAutoFit/>
          </a:bodyPr>
          <a:lstStyle/>
          <a:p>
            <a:r>
              <a:rPr lang="en-US" dirty="0"/>
              <a:t>0</a:t>
            </a:r>
          </a:p>
        </p:txBody>
      </p:sp>
      <p:sp>
        <p:nvSpPr>
          <p:cNvPr id="38" name="TextBox 37">
            <a:extLst>
              <a:ext uri="{FF2B5EF4-FFF2-40B4-BE49-F238E27FC236}">
                <a16:creationId xmlns:a16="http://schemas.microsoft.com/office/drawing/2014/main" id="{1FA6AAA0-D6CB-FA95-413F-27880437DA93}"/>
              </a:ext>
            </a:extLst>
          </p:cNvPr>
          <p:cNvSpPr txBox="1"/>
          <p:nvPr/>
        </p:nvSpPr>
        <p:spPr>
          <a:xfrm>
            <a:off x="4220950" y="4186528"/>
            <a:ext cx="311614" cy="369332"/>
          </a:xfrm>
          <a:prstGeom prst="rect">
            <a:avLst/>
          </a:prstGeom>
          <a:noFill/>
        </p:spPr>
        <p:txBody>
          <a:bodyPr wrap="square" rtlCol="0">
            <a:spAutoFit/>
          </a:bodyPr>
          <a:lstStyle/>
          <a:p>
            <a:r>
              <a:rPr lang="en-US" dirty="0"/>
              <a:t>3</a:t>
            </a:r>
          </a:p>
        </p:txBody>
      </p:sp>
      <p:sp>
        <p:nvSpPr>
          <p:cNvPr id="39" name="TextBox 38">
            <a:extLst>
              <a:ext uri="{FF2B5EF4-FFF2-40B4-BE49-F238E27FC236}">
                <a16:creationId xmlns:a16="http://schemas.microsoft.com/office/drawing/2014/main" id="{C0E7C6B0-B398-B987-CEB0-96D889E86CFC}"/>
              </a:ext>
            </a:extLst>
          </p:cNvPr>
          <p:cNvSpPr txBox="1"/>
          <p:nvPr/>
        </p:nvSpPr>
        <p:spPr>
          <a:xfrm>
            <a:off x="4154943" y="5206322"/>
            <a:ext cx="327056" cy="369332"/>
          </a:xfrm>
          <a:prstGeom prst="rect">
            <a:avLst/>
          </a:prstGeom>
          <a:noFill/>
        </p:spPr>
        <p:txBody>
          <a:bodyPr wrap="square" rtlCol="0">
            <a:spAutoFit/>
          </a:bodyPr>
          <a:lstStyle/>
          <a:p>
            <a:r>
              <a:rPr lang="en-US" dirty="0"/>
              <a:t>F</a:t>
            </a:r>
          </a:p>
        </p:txBody>
      </p:sp>
      <p:pic>
        <p:nvPicPr>
          <p:cNvPr id="40" name="Picture 39">
            <a:extLst>
              <a:ext uri="{FF2B5EF4-FFF2-40B4-BE49-F238E27FC236}">
                <a16:creationId xmlns:a16="http://schemas.microsoft.com/office/drawing/2014/main" id="{AB82F2EB-6579-05CF-BF8E-8C3ED95DE595}"/>
              </a:ext>
            </a:extLst>
          </p:cNvPr>
          <p:cNvPicPr>
            <a:picLocks noChangeAspect="1"/>
          </p:cNvPicPr>
          <p:nvPr/>
        </p:nvPicPr>
        <p:blipFill>
          <a:blip r:embed="rId8" cstate="print"/>
          <a:stretch>
            <a:fillRect/>
          </a:stretch>
        </p:blipFill>
        <p:spPr>
          <a:xfrm>
            <a:off x="4644290" y="2696831"/>
            <a:ext cx="329213" cy="292633"/>
          </a:xfrm>
          <a:prstGeom prst="rect">
            <a:avLst/>
          </a:prstGeom>
        </p:spPr>
      </p:pic>
      <p:sp>
        <p:nvSpPr>
          <p:cNvPr id="41" name="TextBox 40">
            <a:extLst>
              <a:ext uri="{FF2B5EF4-FFF2-40B4-BE49-F238E27FC236}">
                <a16:creationId xmlns:a16="http://schemas.microsoft.com/office/drawing/2014/main" id="{7323411B-2C84-3FD7-5365-A33709402C1F}"/>
              </a:ext>
            </a:extLst>
          </p:cNvPr>
          <p:cNvSpPr txBox="1"/>
          <p:nvPr/>
        </p:nvSpPr>
        <p:spPr>
          <a:xfrm>
            <a:off x="4666789" y="3183825"/>
            <a:ext cx="306713" cy="369332"/>
          </a:xfrm>
          <a:prstGeom prst="rect">
            <a:avLst/>
          </a:prstGeom>
          <a:noFill/>
        </p:spPr>
        <p:txBody>
          <a:bodyPr wrap="square" rtlCol="0">
            <a:spAutoFit/>
          </a:bodyPr>
          <a:lstStyle/>
          <a:p>
            <a:r>
              <a:rPr lang="en-US" dirty="0"/>
              <a:t>2</a:t>
            </a:r>
          </a:p>
        </p:txBody>
      </p:sp>
      <p:sp>
        <p:nvSpPr>
          <p:cNvPr id="42" name="TextBox 41">
            <a:extLst>
              <a:ext uri="{FF2B5EF4-FFF2-40B4-BE49-F238E27FC236}">
                <a16:creationId xmlns:a16="http://schemas.microsoft.com/office/drawing/2014/main" id="{7433A640-FFDD-2865-B552-A01C70DD941D}"/>
              </a:ext>
            </a:extLst>
          </p:cNvPr>
          <p:cNvSpPr txBox="1"/>
          <p:nvPr/>
        </p:nvSpPr>
        <p:spPr>
          <a:xfrm>
            <a:off x="4664496" y="3688752"/>
            <a:ext cx="301686" cy="369332"/>
          </a:xfrm>
          <a:prstGeom prst="rect">
            <a:avLst/>
          </a:prstGeom>
          <a:noFill/>
        </p:spPr>
        <p:txBody>
          <a:bodyPr wrap="none" rtlCol="0">
            <a:spAutoFit/>
          </a:bodyPr>
          <a:lstStyle/>
          <a:p>
            <a:r>
              <a:rPr lang="en-US" dirty="0"/>
              <a:t>0</a:t>
            </a:r>
          </a:p>
        </p:txBody>
      </p:sp>
      <p:sp>
        <p:nvSpPr>
          <p:cNvPr id="43" name="TextBox 42">
            <a:extLst>
              <a:ext uri="{FF2B5EF4-FFF2-40B4-BE49-F238E27FC236}">
                <a16:creationId xmlns:a16="http://schemas.microsoft.com/office/drawing/2014/main" id="{DC649FF0-DA44-EB25-7B62-E121143889DC}"/>
              </a:ext>
            </a:extLst>
          </p:cNvPr>
          <p:cNvSpPr txBox="1"/>
          <p:nvPr/>
        </p:nvSpPr>
        <p:spPr>
          <a:xfrm>
            <a:off x="4671816" y="4193679"/>
            <a:ext cx="301686" cy="369332"/>
          </a:xfrm>
          <a:prstGeom prst="rect">
            <a:avLst/>
          </a:prstGeom>
          <a:noFill/>
        </p:spPr>
        <p:txBody>
          <a:bodyPr wrap="none" rtlCol="0">
            <a:spAutoFit/>
          </a:bodyPr>
          <a:lstStyle/>
          <a:p>
            <a:r>
              <a:rPr lang="en-US" dirty="0"/>
              <a:t>3</a:t>
            </a:r>
          </a:p>
        </p:txBody>
      </p:sp>
      <p:sp>
        <p:nvSpPr>
          <p:cNvPr id="44" name="TextBox 43">
            <a:extLst>
              <a:ext uri="{FF2B5EF4-FFF2-40B4-BE49-F238E27FC236}">
                <a16:creationId xmlns:a16="http://schemas.microsoft.com/office/drawing/2014/main" id="{E72BD545-AED4-E911-AB05-13EC60F122C9}"/>
              </a:ext>
            </a:extLst>
          </p:cNvPr>
          <p:cNvSpPr txBox="1"/>
          <p:nvPr/>
        </p:nvSpPr>
        <p:spPr>
          <a:xfrm>
            <a:off x="4592070" y="5206322"/>
            <a:ext cx="328936" cy="369332"/>
          </a:xfrm>
          <a:prstGeom prst="rect">
            <a:avLst/>
          </a:prstGeom>
          <a:noFill/>
        </p:spPr>
        <p:txBody>
          <a:bodyPr wrap="none" rtlCol="0">
            <a:spAutoFit/>
          </a:bodyPr>
          <a:lstStyle/>
          <a:p>
            <a:r>
              <a:rPr lang="en-US" dirty="0"/>
              <a:t>H</a:t>
            </a:r>
          </a:p>
        </p:txBody>
      </p:sp>
      <p:pic>
        <p:nvPicPr>
          <p:cNvPr id="45" name="Picture 44">
            <a:extLst>
              <a:ext uri="{FF2B5EF4-FFF2-40B4-BE49-F238E27FC236}">
                <a16:creationId xmlns:a16="http://schemas.microsoft.com/office/drawing/2014/main" id="{9299B28F-6C28-AACF-FA6C-D79BDEA925B3}"/>
              </a:ext>
            </a:extLst>
          </p:cNvPr>
          <p:cNvPicPr>
            <a:picLocks noChangeAspect="1"/>
          </p:cNvPicPr>
          <p:nvPr/>
        </p:nvPicPr>
        <p:blipFill>
          <a:blip r:embed="rId9" cstate="print"/>
          <a:stretch>
            <a:fillRect/>
          </a:stretch>
        </p:blipFill>
        <p:spPr>
          <a:xfrm>
            <a:off x="5067911" y="2695981"/>
            <a:ext cx="329213" cy="292633"/>
          </a:xfrm>
          <a:prstGeom prst="rect">
            <a:avLst/>
          </a:prstGeom>
        </p:spPr>
      </p:pic>
      <p:sp>
        <p:nvSpPr>
          <p:cNvPr id="46" name="TextBox 45">
            <a:extLst>
              <a:ext uri="{FF2B5EF4-FFF2-40B4-BE49-F238E27FC236}">
                <a16:creationId xmlns:a16="http://schemas.microsoft.com/office/drawing/2014/main" id="{2655134E-3BA4-0C30-627B-CA0935467BD5}"/>
              </a:ext>
            </a:extLst>
          </p:cNvPr>
          <p:cNvSpPr txBox="1"/>
          <p:nvPr/>
        </p:nvSpPr>
        <p:spPr>
          <a:xfrm>
            <a:off x="5033943" y="3201360"/>
            <a:ext cx="329213" cy="369332"/>
          </a:xfrm>
          <a:prstGeom prst="rect">
            <a:avLst/>
          </a:prstGeom>
          <a:noFill/>
        </p:spPr>
        <p:txBody>
          <a:bodyPr wrap="square" rtlCol="0">
            <a:spAutoFit/>
          </a:bodyPr>
          <a:lstStyle/>
          <a:p>
            <a:r>
              <a:rPr lang="en-US" dirty="0"/>
              <a:t>4</a:t>
            </a:r>
          </a:p>
        </p:txBody>
      </p:sp>
      <p:sp>
        <p:nvSpPr>
          <p:cNvPr id="47" name="TextBox 46">
            <a:extLst>
              <a:ext uri="{FF2B5EF4-FFF2-40B4-BE49-F238E27FC236}">
                <a16:creationId xmlns:a16="http://schemas.microsoft.com/office/drawing/2014/main" id="{5487A266-D936-DF6A-0E4C-A9D012E0E930}"/>
              </a:ext>
            </a:extLst>
          </p:cNvPr>
          <p:cNvSpPr txBox="1"/>
          <p:nvPr/>
        </p:nvSpPr>
        <p:spPr>
          <a:xfrm>
            <a:off x="5067911" y="3675518"/>
            <a:ext cx="295245" cy="369332"/>
          </a:xfrm>
          <a:prstGeom prst="rect">
            <a:avLst/>
          </a:prstGeom>
          <a:noFill/>
        </p:spPr>
        <p:txBody>
          <a:bodyPr wrap="square" rtlCol="0">
            <a:spAutoFit/>
          </a:bodyPr>
          <a:lstStyle/>
          <a:p>
            <a:r>
              <a:rPr lang="en-US" dirty="0"/>
              <a:t>0</a:t>
            </a:r>
          </a:p>
        </p:txBody>
      </p:sp>
      <p:sp>
        <p:nvSpPr>
          <p:cNvPr id="48" name="TextBox 47">
            <a:extLst>
              <a:ext uri="{FF2B5EF4-FFF2-40B4-BE49-F238E27FC236}">
                <a16:creationId xmlns:a16="http://schemas.microsoft.com/office/drawing/2014/main" id="{58C1320E-694B-9BFA-6684-51DB18A6F6AC}"/>
              </a:ext>
            </a:extLst>
          </p:cNvPr>
          <p:cNvSpPr txBox="1"/>
          <p:nvPr/>
        </p:nvSpPr>
        <p:spPr>
          <a:xfrm>
            <a:off x="5067911" y="4186528"/>
            <a:ext cx="295245" cy="369332"/>
          </a:xfrm>
          <a:prstGeom prst="rect">
            <a:avLst/>
          </a:prstGeom>
          <a:noFill/>
        </p:spPr>
        <p:txBody>
          <a:bodyPr wrap="square" rtlCol="0">
            <a:spAutoFit/>
          </a:bodyPr>
          <a:lstStyle/>
          <a:p>
            <a:r>
              <a:rPr lang="en-US" dirty="0"/>
              <a:t>3</a:t>
            </a:r>
          </a:p>
        </p:txBody>
      </p:sp>
      <p:sp>
        <p:nvSpPr>
          <p:cNvPr id="49" name="TextBox 48">
            <a:extLst>
              <a:ext uri="{FF2B5EF4-FFF2-40B4-BE49-F238E27FC236}">
                <a16:creationId xmlns:a16="http://schemas.microsoft.com/office/drawing/2014/main" id="{E1DCAA46-73FB-11AA-8209-7DB45EA37685}"/>
              </a:ext>
            </a:extLst>
          </p:cNvPr>
          <p:cNvSpPr txBox="1"/>
          <p:nvPr/>
        </p:nvSpPr>
        <p:spPr>
          <a:xfrm>
            <a:off x="5067911" y="5206322"/>
            <a:ext cx="295245" cy="369332"/>
          </a:xfrm>
          <a:prstGeom prst="rect">
            <a:avLst/>
          </a:prstGeom>
          <a:noFill/>
        </p:spPr>
        <p:txBody>
          <a:bodyPr wrap="square" rtlCol="0">
            <a:spAutoFit/>
          </a:bodyPr>
          <a:lstStyle/>
          <a:p>
            <a:r>
              <a:rPr lang="en-US" dirty="0"/>
              <a:t>F</a:t>
            </a:r>
          </a:p>
        </p:txBody>
      </p:sp>
      <p:pic>
        <p:nvPicPr>
          <p:cNvPr id="50" name="Picture 49">
            <a:extLst>
              <a:ext uri="{FF2B5EF4-FFF2-40B4-BE49-F238E27FC236}">
                <a16:creationId xmlns:a16="http://schemas.microsoft.com/office/drawing/2014/main" id="{5EF82F0F-517D-6147-7C35-E34683D75503}"/>
              </a:ext>
            </a:extLst>
          </p:cNvPr>
          <p:cNvPicPr>
            <a:picLocks noChangeAspect="1"/>
          </p:cNvPicPr>
          <p:nvPr/>
        </p:nvPicPr>
        <p:blipFill>
          <a:blip r:embed="rId10" cstate="print"/>
          <a:stretch>
            <a:fillRect/>
          </a:stretch>
        </p:blipFill>
        <p:spPr>
          <a:xfrm>
            <a:off x="5459051" y="2675650"/>
            <a:ext cx="329213" cy="292633"/>
          </a:xfrm>
          <a:prstGeom prst="rect">
            <a:avLst/>
          </a:prstGeom>
        </p:spPr>
      </p:pic>
      <p:sp>
        <p:nvSpPr>
          <p:cNvPr id="51" name="TextBox 50">
            <a:extLst>
              <a:ext uri="{FF2B5EF4-FFF2-40B4-BE49-F238E27FC236}">
                <a16:creationId xmlns:a16="http://schemas.microsoft.com/office/drawing/2014/main" id="{5DA584E7-F4DE-F939-DA54-8918F895E6B9}"/>
              </a:ext>
            </a:extLst>
          </p:cNvPr>
          <p:cNvSpPr txBox="1"/>
          <p:nvPr/>
        </p:nvSpPr>
        <p:spPr>
          <a:xfrm>
            <a:off x="5446802" y="3201360"/>
            <a:ext cx="301686" cy="369332"/>
          </a:xfrm>
          <a:prstGeom prst="rect">
            <a:avLst/>
          </a:prstGeom>
          <a:noFill/>
        </p:spPr>
        <p:txBody>
          <a:bodyPr wrap="none" rtlCol="0">
            <a:spAutoFit/>
          </a:bodyPr>
          <a:lstStyle/>
          <a:p>
            <a:r>
              <a:rPr lang="en-US" dirty="0"/>
              <a:t>4</a:t>
            </a:r>
          </a:p>
        </p:txBody>
      </p:sp>
      <p:sp>
        <p:nvSpPr>
          <p:cNvPr id="52" name="TextBox 51">
            <a:extLst>
              <a:ext uri="{FF2B5EF4-FFF2-40B4-BE49-F238E27FC236}">
                <a16:creationId xmlns:a16="http://schemas.microsoft.com/office/drawing/2014/main" id="{6DF624E4-3C6E-C183-EB15-B70F88528EAB}"/>
              </a:ext>
            </a:extLst>
          </p:cNvPr>
          <p:cNvSpPr txBox="1"/>
          <p:nvPr/>
        </p:nvSpPr>
        <p:spPr>
          <a:xfrm>
            <a:off x="5459051" y="3676183"/>
            <a:ext cx="301686" cy="369332"/>
          </a:xfrm>
          <a:prstGeom prst="rect">
            <a:avLst/>
          </a:prstGeom>
          <a:noFill/>
        </p:spPr>
        <p:txBody>
          <a:bodyPr wrap="none" rtlCol="0">
            <a:spAutoFit/>
          </a:bodyPr>
          <a:lstStyle/>
          <a:p>
            <a:r>
              <a:rPr lang="en-US" dirty="0"/>
              <a:t>0</a:t>
            </a:r>
          </a:p>
        </p:txBody>
      </p:sp>
      <p:sp>
        <p:nvSpPr>
          <p:cNvPr id="53" name="TextBox 52">
            <a:extLst>
              <a:ext uri="{FF2B5EF4-FFF2-40B4-BE49-F238E27FC236}">
                <a16:creationId xmlns:a16="http://schemas.microsoft.com/office/drawing/2014/main" id="{C4605147-D226-D7C2-CF37-3552F9384494}"/>
              </a:ext>
            </a:extLst>
          </p:cNvPr>
          <p:cNvSpPr txBox="1"/>
          <p:nvPr/>
        </p:nvSpPr>
        <p:spPr>
          <a:xfrm>
            <a:off x="5472814" y="4193679"/>
            <a:ext cx="301686" cy="369332"/>
          </a:xfrm>
          <a:prstGeom prst="rect">
            <a:avLst/>
          </a:prstGeom>
          <a:noFill/>
        </p:spPr>
        <p:txBody>
          <a:bodyPr wrap="none" rtlCol="0">
            <a:spAutoFit/>
          </a:bodyPr>
          <a:lstStyle/>
          <a:p>
            <a:r>
              <a:rPr lang="en-US" dirty="0"/>
              <a:t>2</a:t>
            </a:r>
          </a:p>
        </p:txBody>
      </p:sp>
      <p:sp>
        <p:nvSpPr>
          <p:cNvPr id="54" name="TextBox 53">
            <a:extLst>
              <a:ext uri="{FF2B5EF4-FFF2-40B4-BE49-F238E27FC236}">
                <a16:creationId xmlns:a16="http://schemas.microsoft.com/office/drawing/2014/main" id="{44B4FC8B-C148-9465-27E5-C2530E331BFA}"/>
              </a:ext>
            </a:extLst>
          </p:cNvPr>
          <p:cNvSpPr txBox="1"/>
          <p:nvPr/>
        </p:nvSpPr>
        <p:spPr>
          <a:xfrm>
            <a:off x="5503761" y="5206322"/>
            <a:ext cx="290464" cy="369332"/>
          </a:xfrm>
          <a:prstGeom prst="rect">
            <a:avLst/>
          </a:prstGeom>
          <a:noFill/>
        </p:spPr>
        <p:txBody>
          <a:bodyPr wrap="none" rtlCol="0">
            <a:spAutoFit/>
          </a:bodyPr>
          <a:lstStyle/>
          <a:p>
            <a:r>
              <a:rPr lang="en-US" dirty="0"/>
              <a:t>F</a:t>
            </a:r>
          </a:p>
        </p:txBody>
      </p:sp>
      <p:pic>
        <p:nvPicPr>
          <p:cNvPr id="55" name="Picture 54">
            <a:extLst>
              <a:ext uri="{FF2B5EF4-FFF2-40B4-BE49-F238E27FC236}">
                <a16:creationId xmlns:a16="http://schemas.microsoft.com/office/drawing/2014/main" id="{7AEF5991-5E57-F97C-1A20-C627FCD6CD6C}"/>
              </a:ext>
            </a:extLst>
          </p:cNvPr>
          <p:cNvPicPr>
            <a:picLocks noChangeAspect="1"/>
          </p:cNvPicPr>
          <p:nvPr/>
        </p:nvPicPr>
        <p:blipFill>
          <a:blip r:embed="rId11" cstate="print"/>
          <a:stretch>
            <a:fillRect/>
          </a:stretch>
        </p:blipFill>
        <p:spPr>
          <a:xfrm>
            <a:off x="5876415" y="2695980"/>
            <a:ext cx="329213" cy="292633"/>
          </a:xfrm>
          <a:prstGeom prst="rect">
            <a:avLst/>
          </a:prstGeom>
        </p:spPr>
      </p:pic>
      <p:sp>
        <p:nvSpPr>
          <p:cNvPr id="56" name="TextBox 55">
            <a:extLst>
              <a:ext uri="{FF2B5EF4-FFF2-40B4-BE49-F238E27FC236}">
                <a16:creationId xmlns:a16="http://schemas.microsoft.com/office/drawing/2014/main" id="{F01224D6-EA83-0913-762A-8606EA5D3BCF}"/>
              </a:ext>
            </a:extLst>
          </p:cNvPr>
          <p:cNvSpPr txBox="1"/>
          <p:nvPr/>
        </p:nvSpPr>
        <p:spPr>
          <a:xfrm>
            <a:off x="5876415" y="3205564"/>
            <a:ext cx="219585" cy="369332"/>
          </a:xfrm>
          <a:prstGeom prst="rect">
            <a:avLst/>
          </a:prstGeom>
          <a:noFill/>
        </p:spPr>
        <p:txBody>
          <a:bodyPr wrap="square" rtlCol="0">
            <a:spAutoFit/>
          </a:bodyPr>
          <a:lstStyle/>
          <a:p>
            <a:r>
              <a:rPr lang="en-US" dirty="0"/>
              <a:t>4</a:t>
            </a:r>
          </a:p>
        </p:txBody>
      </p:sp>
      <p:sp>
        <p:nvSpPr>
          <p:cNvPr id="57" name="TextBox 56">
            <a:extLst>
              <a:ext uri="{FF2B5EF4-FFF2-40B4-BE49-F238E27FC236}">
                <a16:creationId xmlns:a16="http://schemas.microsoft.com/office/drawing/2014/main" id="{0A88CF37-0240-BCDC-1F4D-BBF6F4A5F3AF}"/>
              </a:ext>
            </a:extLst>
          </p:cNvPr>
          <p:cNvSpPr txBox="1"/>
          <p:nvPr/>
        </p:nvSpPr>
        <p:spPr>
          <a:xfrm>
            <a:off x="5889753" y="3688752"/>
            <a:ext cx="301686" cy="369332"/>
          </a:xfrm>
          <a:prstGeom prst="rect">
            <a:avLst/>
          </a:prstGeom>
          <a:noFill/>
        </p:spPr>
        <p:txBody>
          <a:bodyPr wrap="none" rtlCol="0">
            <a:spAutoFit/>
          </a:bodyPr>
          <a:lstStyle/>
          <a:p>
            <a:r>
              <a:rPr lang="en-US" dirty="0"/>
              <a:t>3</a:t>
            </a:r>
          </a:p>
        </p:txBody>
      </p:sp>
      <p:sp>
        <p:nvSpPr>
          <p:cNvPr id="58" name="TextBox 57">
            <a:extLst>
              <a:ext uri="{FF2B5EF4-FFF2-40B4-BE49-F238E27FC236}">
                <a16:creationId xmlns:a16="http://schemas.microsoft.com/office/drawing/2014/main" id="{6F129DB2-A5A2-5BFE-8294-E30BF9FC5E45}"/>
              </a:ext>
            </a:extLst>
          </p:cNvPr>
          <p:cNvSpPr txBox="1"/>
          <p:nvPr/>
        </p:nvSpPr>
        <p:spPr>
          <a:xfrm>
            <a:off x="5903942" y="4145057"/>
            <a:ext cx="301686" cy="369332"/>
          </a:xfrm>
          <a:prstGeom prst="rect">
            <a:avLst/>
          </a:prstGeom>
          <a:noFill/>
        </p:spPr>
        <p:txBody>
          <a:bodyPr wrap="none" rtlCol="0">
            <a:spAutoFit/>
          </a:bodyPr>
          <a:lstStyle/>
          <a:p>
            <a:r>
              <a:rPr lang="en-US" dirty="0"/>
              <a:t>2</a:t>
            </a:r>
          </a:p>
        </p:txBody>
      </p:sp>
      <p:sp>
        <p:nvSpPr>
          <p:cNvPr id="59" name="TextBox 58">
            <a:extLst>
              <a:ext uri="{FF2B5EF4-FFF2-40B4-BE49-F238E27FC236}">
                <a16:creationId xmlns:a16="http://schemas.microsoft.com/office/drawing/2014/main" id="{9BC84D0E-DF5B-1CF2-88C1-3997FE090B48}"/>
              </a:ext>
            </a:extLst>
          </p:cNvPr>
          <p:cNvSpPr txBox="1"/>
          <p:nvPr/>
        </p:nvSpPr>
        <p:spPr>
          <a:xfrm flipH="1">
            <a:off x="5901423" y="5214528"/>
            <a:ext cx="290015" cy="369332"/>
          </a:xfrm>
          <a:prstGeom prst="rect">
            <a:avLst/>
          </a:prstGeom>
          <a:noFill/>
        </p:spPr>
        <p:txBody>
          <a:bodyPr wrap="square" rtlCol="0">
            <a:spAutoFit/>
          </a:bodyPr>
          <a:lstStyle/>
          <a:p>
            <a:r>
              <a:rPr lang="en-US" dirty="0"/>
              <a:t>F</a:t>
            </a:r>
          </a:p>
        </p:txBody>
      </p:sp>
      <p:pic>
        <p:nvPicPr>
          <p:cNvPr id="60" name="Picture 59">
            <a:extLst>
              <a:ext uri="{FF2B5EF4-FFF2-40B4-BE49-F238E27FC236}">
                <a16:creationId xmlns:a16="http://schemas.microsoft.com/office/drawing/2014/main" id="{F8D56BB2-B109-0FD5-0B1E-1CCF426C2EAC}"/>
              </a:ext>
            </a:extLst>
          </p:cNvPr>
          <p:cNvPicPr>
            <a:picLocks noChangeAspect="1"/>
          </p:cNvPicPr>
          <p:nvPr/>
        </p:nvPicPr>
        <p:blipFill>
          <a:blip r:embed="rId12" cstate="print"/>
          <a:stretch>
            <a:fillRect/>
          </a:stretch>
        </p:blipFill>
        <p:spPr>
          <a:xfrm>
            <a:off x="6234555" y="2698451"/>
            <a:ext cx="329213" cy="292633"/>
          </a:xfrm>
          <a:prstGeom prst="rect">
            <a:avLst/>
          </a:prstGeom>
        </p:spPr>
      </p:pic>
      <p:sp>
        <p:nvSpPr>
          <p:cNvPr id="61" name="TextBox 60">
            <a:extLst>
              <a:ext uri="{FF2B5EF4-FFF2-40B4-BE49-F238E27FC236}">
                <a16:creationId xmlns:a16="http://schemas.microsoft.com/office/drawing/2014/main" id="{57940307-0ED1-85C2-9657-0886FC1379C2}"/>
              </a:ext>
            </a:extLst>
          </p:cNvPr>
          <p:cNvSpPr txBox="1"/>
          <p:nvPr/>
        </p:nvSpPr>
        <p:spPr>
          <a:xfrm>
            <a:off x="6278625" y="3183825"/>
            <a:ext cx="301686" cy="369332"/>
          </a:xfrm>
          <a:prstGeom prst="rect">
            <a:avLst/>
          </a:prstGeom>
          <a:noFill/>
        </p:spPr>
        <p:txBody>
          <a:bodyPr wrap="none" rtlCol="0">
            <a:spAutoFit/>
          </a:bodyPr>
          <a:lstStyle/>
          <a:p>
            <a:r>
              <a:rPr lang="en-US" dirty="0"/>
              <a:t>0</a:t>
            </a:r>
          </a:p>
        </p:txBody>
      </p:sp>
      <p:sp>
        <p:nvSpPr>
          <p:cNvPr id="62" name="TextBox 61">
            <a:extLst>
              <a:ext uri="{FF2B5EF4-FFF2-40B4-BE49-F238E27FC236}">
                <a16:creationId xmlns:a16="http://schemas.microsoft.com/office/drawing/2014/main" id="{A97C9D3C-62F9-1321-6802-1CC43D73B464}"/>
              </a:ext>
            </a:extLst>
          </p:cNvPr>
          <p:cNvSpPr txBox="1"/>
          <p:nvPr/>
        </p:nvSpPr>
        <p:spPr>
          <a:xfrm>
            <a:off x="6278625" y="3696243"/>
            <a:ext cx="301686" cy="369332"/>
          </a:xfrm>
          <a:prstGeom prst="rect">
            <a:avLst/>
          </a:prstGeom>
          <a:noFill/>
        </p:spPr>
        <p:txBody>
          <a:bodyPr wrap="square" rtlCol="0">
            <a:spAutoFit/>
          </a:bodyPr>
          <a:lstStyle/>
          <a:p>
            <a:r>
              <a:rPr lang="en-US" dirty="0"/>
              <a:t>3</a:t>
            </a:r>
          </a:p>
        </p:txBody>
      </p:sp>
      <p:sp>
        <p:nvSpPr>
          <p:cNvPr id="63" name="TextBox 62">
            <a:extLst>
              <a:ext uri="{FF2B5EF4-FFF2-40B4-BE49-F238E27FC236}">
                <a16:creationId xmlns:a16="http://schemas.microsoft.com/office/drawing/2014/main" id="{6174798C-F2D9-2EBD-8B94-19407F0684A8}"/>
              </a:ext>
            </a:extLst>
          </p:cNvPr>
          <p:cNvSpPr txBox="1"/>
          <p:nvPr/>
        </p:nvSpPr>
        <p:spPr>
          <a:xfrm>
            <a:off x="6261020" y="4145057"/>
            <a:ext cx="320723" cy="369332"/>
          </a:xfrm>
          <a:prstGeom prst="rect">
            <a:avLst/>
          </a:prstGeom>
          <a:noFill/>
        </p:spPr>
        <p:txBody>
          <a:bodyPr wrap="square" rtlCol="0">
            <a:spAutoFit/>
          </a:bodyPr>
          <a:lstStyle/>
          <a:p>
            <a:r>
              <a:rPr lang="en-US" dirty="0"/>
              <a:t>2</a:t>
            </a:r>
          </a:p>
        </p:txBody>
      </p:sp>
      <p:sp>
        <p:nvSpPr>
          <p:cNvPr id="64" name="TextBox 63">
            <a:extLst>
              <a:ext uri="{FF2B5EF4-FFF2-40B4-BE49-F238E27FC236}">
                <a16:creationId xmlns:a16="http://schemas.microsoft.com/office/drawing/2014/main" id="{0F7ECFF0-DB33-5CA1-53EB-A62C1B3C9308}"/>
              </a:ext>
            </a:extLst>
          </p:cNvPr>
          <p:cNvSpPr txBox="1"/>
          <p:nvPr/>
        </p:nvSpPr>
        <p:spPr>
          <a:xfrm>
            <a:off x="6291469" y="5214528"/>
            <a:ext cx="288841" cy="369332"/>
          </a:xfrm>
          <a:prstGeom prst="rect">
            <a:avLst/>
          </a:prstGeom>
          <a:noFill/>
        </p:spPr>
        <p:txBody>
          <a:bodyPr wrap="square" rtlCol="0">
            <a:spAutoFit/>
          </a:bodyPr>
          <a:lstStyle/>
          <a:p>
            <a:r>
              <a:rPr lang="en-US" dirty="0"/>
              <a:t>F</a:t>
            </a:r>
          </a:p>
        </p:txBody>
      </p:sp>
      <p:pic>
        <p:nvPicPr>
          <p:cNvPr id="65" name="Picture 64">
            <a:extLst>
              <a:ext uri="{FF2B5EF4-FFF2-40B4-BE49-F238E27FC236}">
                <a16:creationId xmlns:a16="http://schemas.microsoft.com/office/drawing/2014/main" id="{47DB7B68-BF04-C560-2202-63FE8F74D5FA}"/>
              </a:ext>
            </a:extLst>
          </p:cNvPr>
          <p:cNvPicPr>
            <a:picLocks noChangeAspect="1"/>
          </p:cNvPicPr>
          <p:nvPr/>
        </p:nvPicPr>
        <p:blipFill>
          <a:blip r:embed="rId13" cstate="print"/>
          <a:stretch>
            <a:fillRect/>
          </a:stretch>
        </p:blipFill>
        <p:spPr>
          <a:xfrm>
            <a:off x="6684919" y="2694835"/>
            <a:ext cx="329213" cy="292633"/>
          </a:xfrm>
          <a:prstGeom prst="rect">
            <a:avLst/>
          </a:prstGeom>
        </p:spPr>
      </p:pic>
      <p:sp>
        <p:nvSpPr>
          <p:cNvPr id="66" name="TextBox 65">
            <a:extLst>
              <a:ext uri="{FF2B5EF4-FFF2-40B4-BE49-F238E27FC236}">
                <a16:creationId xmlns:a16="http://schemas.microsoft.com/office/drawing/2014/main" id="{0D69BAA0-0F04-1D80-A0D5-209818AFA2B5}"/>
              </a:ext>
            </a:extLst>
          </p:cNvPr>
          <p:cNvSpPr txBox="1"/>
          <p:nvPr/>
        </p:nvSpPr>
        <p:spPr>
          <a:xfrm>
            <a:off x="6672809" y="3201361"/>
            <a:ext cx="338660" cy="369332"/>
          </a:xfrm>
          <a:prstGeom prst="rect">
            <a:avLst/>
          </a:prstGeom>
          <a:noFill/>
        </p:spPr>
        <p:txBody>
          <a:bodyPr wrap="square" rtlCol="0">
            <a:spAutoFit/>
          </a:bodyPr>
          <a:lstStyle/>
          <a:p>
            <a:r>
              <a:rPr lang="en-US" dirty="0"/>
              <a:t>0</a:t>
            </a:r>
          </a:p>
        </p:txBody>
      </p:sp>
      <p:sp>
        <p:nvSpPr>
          <p:cNvPr id="67" name="TextBox 66">
            <a:extLst>
              <a:ext uri="{FF2B5EF4-FFF2-40B4-BE49-F238E27FC236}">
                <a16:creationId xmlns:a16="http://schemas.microsoft.com/office/drawing/2014/main" id="{4AF0B4B8-F046-43C8-6082-091ADDEAC28C}"/>
              </a:ext>
            </a:extLst>
          </p:cNvPr>
          <p:cNvSpPr txBox="1"/>
          <p:nvPr/>
        </p:nvSpPr>
        <p:spPr>
          <a:xfrm>
            <a:off x="6698682" y="3688752"/>
            <a:ext cx="301686" cy="369332"/>
          </a:xfrm>
          <a:prstGeom prst="rect">
            <a:avLst/>
          </a:prstGeom>
          <a:noFill/>
        </p:spPr>
        <p:txBody>
          <a:bodyPr wrap="none" rtlCol="0">
            <a:spAutoFit/>
          </a:bodyPr>
          <a:lstStyle/>
          <a:p>
            <a:r>
              <a:rPr lang="en-US" dirty="0"/>
              <a:t>3</a:t>
            </a:r>
          </a:p>
        </p:txBody>
      </p:sp>
      <p:sp>
        <p:nvSpPr>
          <p:cNvPr id="68" name="TextBox 67">
            <a:extLst>
              <a:ext uri="{FF2B5EF4-FFF2-40B4-BE49-F238E27FC236}">
                <a16:creationId xmlns:a16="http://schemas.microsoft.com/office/drawing/2014/main" id="{B1BE3520-CD7C-3DA9-FE28-9D97CC5396C3}"/>
              </a:ext>
            </a:extLst>
          </p:cNvPr>
          <p:cNvSpPr txBox="1"/>
          <p:nvPr/>
        </p:nvSpPr>
        <p:spPr>
          <a:xfrm>
            <a:off x="6664334" y="4145057"/>
            <a:ext cx="301686" cy="369332"/>
          </a:xfrm>
          <a:prstGeom prst="rect">
            <a:avLst/>
          </a:prstGeom>
          <a:noFill/>
        </p:spPr>
        <p:txBody>
          <a:bodyPr wrap="none" rtlCol="0">
            <a:spAutoFit/>
          </a:bodyPr>
          <a:lstStyle/>
          <a:p>
            <a:r>
              <a:rPr lang="en-US" dirty="0"/>
              <a:t>2</a:t>
            </a:r>
          </a:p>
        </p:txBody>
      </p:sp>
      <p:sp>
        <p:nvSpPr>
          <p:cNvPr id="69" name="TextBox 68">
            <a:extLst>
              <a:ext uri="{FF2B5EF4-FFF2-40B4-BE49-F238E27FC236}">
                <a16:creationId xmlns:a16="http://schemas.microsoft.com/office/drawing/2014/main" id="{5195A375-3B3F-8672-938B-381BDEF0C0A9}"/>
              </a:ext>
            </a:extLst>
          </p:cNvPr>
          <p:cNvSpPr txBox="1"/>
          <p:nvPr/>
        </p:nvSpPr>
        <p:spPr>
          <a:xfrm>
            <a:off x="6698682" y="5206322"/>
            <a:ext cx="328936" cy="369332"/>
          </a:xfrm>
          <a:prstGeom prst="rect">
            <a:avLst/>
          </a:prstGeom>
          <a:noFill/>
        </p:spPr>
        <p:txBody>
          <a:bodyPr wrap="none" rtlCol="0">
            <a:spAutoFit/>
          </a:bodyPr>
          <a:lstStyle/>
          <a:p>
            <a:r>
              <a:rPr lang="en-US" dirty="0"/>
              <a:t>H</a:t>
            </a:r>
          </a:p>
        </p:txBody>
      </p:sp>
      <p:pic>
        <p:nvPicPr>
          <p:cNvPr id="70" name="Picture 69">
            <a:extLst>
              <a:ext uri="{FF2B5EF4-FFF2-40B4-BE49-F238E27FC236}">
                <a16:creationId xmlns:a16="http://schemas.microsoft.com/office/drawing/2014/main" id="{C803BFA0-A218-C95F-A462-C4CD039F40F1}"/>
              </a:ext>
            </a:extLst>
          </p:cNvPr>
          <p:cNvPicPr>
            <a:picLocks noChangeAspect="1"/>
          </p:cNvPicPr>
          <p:nvPr/>
        </p:nvPicPr>
        <p:blipFill>
          <a:blip r:embed="rId14" cstate="print"/>
          <a:stretch>
            <a:fillRect/>
          </a:stretch>
        </p:blipFill>
        <p:spPr>
          <a:xfrm>
            <a:off x="7072793" y="2679380"/>
            <a:ext cx="329213" cy="292633"/>
          </a:xfrm>
          <a:prstGeom prst="rect">
            <a:avLst/>
          </a:prstGeom>
        </p:spPr>
      </p:pic>
      <p:sp>
        <p:nvSpPr>
          <p:cNvPr id="71" name="TextBox 70">
            <a:extLst>
              <a:ext uri="{FF2B5EF4-FFF2-40B4-BE49-F238E27FC236}">
                <a16:creationId xmlns:a16="http://schemas.microsoft.com/office/drawing/2014/main" id="{4640BBC1-3539-68DB-2FF9-8A0EEAB42A1A}"/>
              </a:ext>
            </a:extLst>
          </p:cNvPr>
          <p:cNvSpPr txBox="1"/>
          <p:nvPr/>
        </p:nvSpPr>
        <p:spPr>
          <a:xfrm>
            <a:off x="7053611" y="3201360"/>
            <a:ext cx="301686" cy="369332"/>
          </a:xfrm>
          <a:prstGeom prst="rect">
            <a:avLst/>
          </a:prstGeom>
          <a:noFill/>
        </p:spPr>
        <p:txBody>
          <a:bodyPr wrap="none" rtlCol="0">
            <a:spAutoFit/>
          </a:bodyPr>
          <a:lstStyle/>
          <a:p>
            <a:r>
              <a:rPr lang="en-US" dirty="0"/>
              <a:t>0</a:t>
            </a:r>
          </a:p>
        </p:txBody>
      </p:sp>
      <p:sp>
        <p:nvSpPr>
          <p:cNvPr id="72" name="TextBox 71">
            <a:extLst>
              <a:ext uri="{FF2B5EF4-FFF2-40B4-BE49-F238E27FC236}">
                <a16:creationId xmlns:a16="http://schemas.microsoft.com/office/drawing/2014/main" id="{20B35058-C66A-8237-8E9E-783C971E9B8D}"/>
              </a:ext>
            </a:extLst>
          </p:cNvPr>
          <p:cNvSpPr txBox="1"/>
          <p:nvPr/>
        </p:nvSpPr>
        <p:spPr>
          <a:xfrm>
            <a:off x="7114969" y="3685372"/>
            <a:ext cx="301686" cy="369332"/>
          </a:xfrm>
          <a:prstGeom prst="rect">
            <a:avLst/>
          </a:prstGeom>
          <a:noFill/>
        </p:spPr>
        <p:txBody>
          <a:bodyPr wrap="none" rtlCol="0">
            <a:spAutoFit/>
          </a:bodyPr>
          <a:lstStyle/>
          <a:p>
            <a:r>
              <a:rPr lang="en-US" dirty="0"/>
              <a:t>3</a:t>
            </a:r>
          </a:p>
        </p:txBody>
      </p:sp>
      <p:sp>
        <p:nvSpPr>
          <p:cNvPr id="73" name="TextBox 72">
            <a:extLst>
              <a:ext uri="{FF2B5EF4-FFF2-40B4-BE49-F238E27FC236}">
                <a16:creationId xmlns:a16="http://schemas.microsoft.com/office/drawing/2014/main" id="{658B95BA-37C0-1B5C-5F51-BC7BF9659518}"/>
              </a:ext>
            </a:extLst>
          </p:cNvPr>
          <p:cNvSpPr txBox="1"/>
          <p:nvPr/>
        </p:nvSpPr>
        <p:spPr>
          <a:xfrm>
            <a:off x="7100320" y="4154134"/>
            <a:ext cx="301686" cy="369332"/>
          </a:xfrm>
          <a:prstGeom prst="rect">
            <a:avLst/>
          </a:prstGeom>
          <a:noFill/>
        </p:spPr>
        <p:txBody>
          <a:bodyPr wrap="none" rtlCol="0">
            <a:spAutoFit/>
          </a:bodyPr>
          <a:lstStyle/>
          <a:p>
            <a:r>
              <a:rPr lang="en-US" dirty="0"/>
              <a:t>2</a:t>
            </a:r>
          </a:p>
        </p:txBody>
      </p:sp>
      <p:sp>
        <p:nvSpPr>
          <p:cNvPr id="74" name="TextBox 73">
            <a:extLst>
              <a:ext uri="{FF2B5EF4-FFF2-40B4-BE49-F238E27FC236}">
                <a16:creationId xmlns:a16="http://schemas.microsoft.com/office/drawing/2014/main" id="{6023B389-1D1E-CC88-CFA5-F1684BA36D9C}"/>
              </a:ext>
            </a:extLst>
          </p:cNvPr>
          <p:cNvSpPr txBox="1"/>
          <p:nvPr/>
        </p:nvSpPr>
        <p:spPr>
          <a:xfrm>
            <a:off x="7059379" y="5222989"/>
            <a:ext cx="328936" cy="369332"/>
          </a:xfrm>
          <a:prstGeom prst="rect">
            <a:avLst/>
          </a:prstGeom>
          <a:noFill/>
        </p:spPr>
        <p:txBody>
          <a:bodyPr wrap="none" rtlCol="0">
            <a:spAutoFit/>
          </a:bodyPr>
          <a:lstStyle/>
          <a:p>
            <a:r>
              <a:rPr lang="en-US" dirty="0"/>
              <a:t>H</a:t>
            </a:r>
          </a:p>
        </p:txBody>
      </p:sp>
      <p:pic>
        <p:nvPicPr>
          <p:cNvPr id="75" name="Picture 74">
            <a:extLst>
              <a:ext uri="{FF2B5EF4-FFF2-40B4-BE49-F238E27FC236}">
                <a16:creationId xmlns:a16="http://schemas.microsoft.com/office/drawing/2014/main" id="{1DDE3645-C795-8610-2090-7C48067DA47E}"/>
              </a:ext>
            </a:extLst>
          </p:cNvPr>
          <p:cNvPicPr>
            <a:picLocks noChangeAspect="1"/>
          </p:cNvPicPr>
          <p:nvPr/>
        </p:nvPicPr>
        <p:blipFill>
          <a:blip r:embed="rId15" cstate="print"/>
          <a:stretch>
            <a:fillRect/>
          </a:stretch>
        </p:blipFill>
        <p:spPr>
          <a:xfrm>
            <a:off x="7462297" y="2688538"/>
            <a:ext cx="329213" cy="292633"/>
          </a:xfrm>
          <a:prstGeom prst="rect">
            <a:avLst/>
          </a:prstGeom>
        </p:spPr>
      </p:pic>
      <p:sp>
        <p:nvSpPr>
          <p:cNvPr id="76" name="TextBox 75">
            <a:extLst>
              <a:ext uri="{FF2B5EF4-FFF2-40B4-BE49-F238E27FC236}">
                <a16:creationId xmlns:a16="http://schemas.microsoft.com/office/drawing/2014/main" id="{0BC2C780-E37B-64A4-5E90-8AF7B4DFE18D}"/>
              </a:ext>
            </a:extLst>
          </p:cNvPr>
          <p:cNvSpPr txBox="1"/>
          <p:nvPr/>
        </p:nvSpPr>
        <p:spPr>
          <a:xfrm>
            <a:off x="7422318" y="3183825"/>
            <a:ext cx="301686" cy="369332"/>
          </a:xfrm>
          <a:prstGeom prst="rect">
            <a:avLst/>
          </a:prstGeom>
          <a:noFill/>
        </p:spPr>
        <p:txBody>
          <a:bodyPr wrap="none" rtlCol="0">
            <a:spAutoFit/>
          </a:bodyPr>
          <a:lstStyle/>
          <a:p>
            <a:r>
              <a:rPr lang="en-US" dirty="0"/>
              <a:t>1</a:t>
            </a:r>
          </a:p>
        </p:txBody>
      </p:sp>
      <p:sp>
        <p:nvSpPr>
          <p:cNvPr id="77" name="TextBox 76">
            <a:extLst>
              <a:ext uri="{FF2B5EF4-FFF2-40B4-BE49-F238E27FC236}">
                <a16:creationId xmlns:a16="http://schemas.microsoft.com/office/drawing/2014/main" id="{3257ABF1-BBF8-8F1D-5CFE-BAD1D8C60E8E}"/>
              </a:ext>
            </a:extLst>
          </p:cNvPr>
          <p:cNvSpPr txBox="1"/>
          <p:nvPr/>
        </p:nvSpPr>
        <p:spPr>
          <a:xfrm>
            <a:off x="7467689" y="3706686"/>
            <a:ext cx="301686" cy="369332"/>
          </a:xfrm>
          <a:prstGeom prst="rect">
            <a:avLst/>
          </a:prstGeom>
          <a:noFill/>
        </p:spPr>
        <p:txBody>
          <a:bodyPr wrap="none" rtlCol="0">
            <a:spAutoFit/>
          </a:bodyPr>
          <a:lstStyle/>
          <a:p>
            <a:r>
              <a:rPr lang="en-US" dirty="0"/>
              <a:t>3</a:t>
            </a:r>
          </a:p>
        </p:txBody>
      </p:sp>
      <p:sp>
        <p:nvSpPr>
          <p:cNvPr id="78" name="TextBox 77">
            <a:extLst>
              <a:ext uri="{FF2B5EF4-FFF2-40B4-BE49-F238E27FC236}">
                <a16:creationId xmlns:a16="http://schemas.microsoft.com/office/drawing/2014/main" id="{6DE56389-B7F1-A4A0-B906-CE64A1036CAD}"/>
              </a:ext>
            </a:extLst>
          </p:cNvPr>
          <p:cNvSpPr txBox="1"/>
          <p:nvPr/>
        </p:nvSpPr>
        <p:spPr>
          <a:xfrm>
            <a:off x="7489824" y="4145057"/>
            <a:ext cx="301686" cy="369332"/>
          </a:xfrm>
          <a:prstGeom prst="rect">
            <a:avLst/>
          </a:prstGeom>
          <a:noFill/>
        </p:spPr>
        <p:txBody>
          <a:bodyPr wrap="none" rtlCol="0">
            <a:spAutoFit/>
          </a:bodyPr>
          <a:lstStyle/>
          <a:p>
            <a:r>
              <a:rPr lang="en-US" dirty="0"/>
              <a:t>2</a:t>
            </a:r>
          </a:p>
        </p:txBody>
      </p:sp>
      <p:sp>
        <p:nvSpPr>
          <p:cNvPr id="79" name="TextBox 78">
            <a:extLst>
              <a:ext uri="{FF2B5EF4-FFF2-40B4-BE49-F238E27FC236}">
                <a16:creationId xmlns:a16="http://schemas.microsoft.com/office/drawing/2014/main" id="{2755DC4C-FAA0-AF95-13F9-2197B744D169}"/>
              </a:ext>
            </a:extLst>
          </p:cNvPr>
          <p:cNvSpPr txBox="1"/>
          <p:nvPr/>
        </p:nvSpPr>
        <p:spPr>
          <a:xfrm>
            <a:off x="7506687" y="5268764"/>
            <a:ext cx="290464" cy="369332"/>
          </a:xfrm>
          <a:prstGeom prst="rect">
            <a:avLst/>
          </a:prstGeom>
          <a:noFill/>
        </p:spPr>
        <p:txBody>
          <a:bodyPr wrap="none" rtlCol="0">
            <a:spAutoFit/>
          </a:bodyPr>
          <a:lstStyle/>
          <a:p>
            <a:r>
              <a:rPr lang="en-US" dirty="0"/>
              <a:t>F</a:t>
            </a:r>
          </a:p>
        </p:txBody>
      </p:sp>
      <p:pic>
        <p:nvPicPr>
          <p:cNvPr id="80" name="Picture 79">
            <a:extLst>
              <a:ext uri="{FF2B5EF4-FFF2-40B4-BE49-F238E27FC236}">
                <a16:creationId xmlns:a16="http://schemas.microsoft.com/office/drawing/2014/main" id="{E2445330-46E4-5C07-7871-F68773AAC03F}"/>
              </a:ext>
            </a:extLst>
          </p:cNvPr>
          <p:cNvPicPr>
            <a:picLocks noChangeAspect="1"/>
          </p:cNvPicPr>
          <p:nvPr/>
        </p:nvPicPr>
        <p:blipFill>
          <a:blip r:embed="rId16" cstate="print"/>
          <a:stretch>
            <a:fillRect/>
          </a:stretch>
        </p:blipFill>
        <p:spPr>
          <a:xfrm>
            <a:off x="7880027" y="2675650"/>
            <a:ext cx="329213" cy="292633"/>
          </a:xfrm>
          <a:prstGeom prst="rect">
            <a:avLst/>
          </a:prstGeom>
        </p:spPr>
      </p:pic>
      <p:sp>
        <p:nvSpPr>
          <p:cNvPr id="81" name="TextBox 80">
            <a:extLst>
              <a:ext uri="{FF2B5EF4-FFF2-40B4-BE49-F238E27FC236}">
                <a16:creationId xmlns:a16="http://schemas.microsoft.com/office/drawing/2014/main" id="{AEE5FFCF-F0C3-5B66-C6E7-9BA512E2AADF}"/>
              </a:ext>
            </a:extLst>
          </p:cNvPr>
          <p:cNvSpPr txBox="1"/>
          <p:nvPr/>
        </p:nvSpPr>
        <p:spPr>
          <a:xfrm>
            <a:off x="7895618" y="3189244"/>
            <a:ext cx="301686" cy="369332"/>
          </a:xfrm>
          <a:prstGeom prst="rect">
            <a:avLst/>
          </a:prstGeom>
          <a:noFill/>
        </p:spPr>
        <p:txBody>
          <a:bodyPr wrap="none" rtlCol="0">
            <a:spAutoFit/>
          </a:bodyPr>
          <a:lstStyle/>
          <a:p>
            <a:r>
              <a:rPr lang="en-US" dirty="0"/>
              <a:t>1</a:t>
            </a:r>
          </a:p>
        </p:txBody>
      </p:sp>
      <p:sp>
        <p:nvSpPr>
          <p:cNvPr id="82" name="TextBox 81">
            <a:extLst>
              <a:ext uri="{FF2B5EF4-FFF2-40B4-BE49-F238E27FC236}">
                <a16:creationId xmlns:a16="http://schemas.microsoft.com/office/drawing/2014/main" id="{3E1914B5-8B20-23CD-2D03-6B5097BE540B}"/>
              </a:ext>
            </a:extLst>
          </p:cNvPr>
          <p:cNvSpPr txBox="1"/>
          <p:nvPr/>
        </p:nvSpPr>
        <p:spPr>
          <a:xfrm>
            <a:off x="7864840" y="3704110"/>
            <a:ext cx="301686" cy="369332"/>
          </a:xfrm>
          <a:prstGeom prst="rect">
            <a:avLst/>
          </a:prstGeom>
          <a:noFill/>
        </p:spPr>
        <p:txBody>
          <a:bodyPr wrap="none" rtlCol="0">
            <a:spAutoFit/>
          </a:bodyPr>
          <a:lstStyle/>
          <a:p>
            <a:r>
              <a:rPr lang="en-US" dirty="0"/>
              <a:t>3</a:t>
            </a:r>
          </a:p>
        </p:txBody>
      </p:sp>
      <p:sp>
        <p:nvSpPr>
          <p:cNvPr id="83" name="TextBox 82">
            <a:extLst>
              <a:ext uri="{FF2B5EF4-FFF2-40B4-BE49-F238E27FC236}">
                <a16:creationId xmlns:a16="http://schemas.microsoft.com/office/drawing/2014/main" id="{6F71C646-100A-E73B-D395-3780DF48F2AC}"/>
              </a:ext>
            </a:extLst>
          </p:cNvPr>
          <p:cNvSpPr txBox="1"/>
          <p:nvPr/>
        </p:nvSpPr>
        <p:spPr>
          <a:xfrm>
            <a:off x="7860712" y="4145057"/>
            <a:ext cx="301686" cy="369332"/>
          </a:xfrm>
          <a:prstGeom prst="rect">
            <a:avLst/>
          </a:prstGeom>
          <a:noFill/>
        </p:spPr>
        <p:txBody>
          <a:bodyPr wrap="none" rtlCol="0">
            <a:spAutoFit/>
          </a:bodyPr>
          <a:lstStyle/>
          <a:p>
            <a:r>
              <a:rPr lang="en-US" dirty="0"/>
              <a:t>2</a:t>
            </a:r>
          </a:p>
        </p:txBody>
      </p:sp>
      <p:sp>
        <p:nvSpPr>
          <p:cNvPr id="84" name="TextBox 83">
            <a:extLst>
              <a:ext uri="{FF2B5EF4-FFF2-40B4-BE49-F238E27FC236}">
                <a16:creationId xmlns:a16="http://schemas.microsoft.com/office/drawing/2014/main" id="{F1E08638-754A-346D-64C9-6F6D054A30DF}"/>
              </a:ext>
            </a:extLst>
          </p:cNvPr>
          <p:cNvSpPr txBox="1"/>
          <p:nvPr/>
        </p:nvSpPr>
        <p:spPr>
          <a:xfrm>
            <a:off x="7906840" y="5268764"/>
            <a:ext cx="328936" cy="369332"/>
          </a:xfrm>
          <a:prstGeom prst="rect">
            <a:avLst/>
          </a:prstGeom>
          <a:noFill/>
        </p:spPr>
        <p:txBody>
          <a:bodyPr wrap="none" rtlCol="0">
            <a:spAutoFit/>
          </a:bodyPr>
          <a:lstStyle/>
          <a:p>
            <a:r>
              <a:rPr lang="en-US" dirty="0"/>
              <a:t>H</a:t>
            </a:r>
          </a:p>
        </p:txBody>
      </p:sp>
      <p:pic>
        <p:nvPicPr>
          <p:cNvPr id="85" name="Picture 84">
            <a:extLst>
              <a:ext uri="{FF2B5EF4-FFF2-40B4-BE49-F238E27FC236}">
                <a16:creationId xmlns:a16="http://schemas.microsoft.com/office/drawing/2014/main" id="{537F1841-D9A8-30DF-78C7-207525F0F5D7}"/>
              </a:ext>
            </a:extLst>
          </p:cNvPr>
          <p:cNvPicPr>
            <a:picLocks noChangeAspect="1"/>
          </p:cNvPicPr>
          <p:nvPr/>
        </p:nvPicPr>
        <p:blipFill>
          <a:blip r:embed="rId17" cstate="print"/>
          <a:stretch>
            <a:fillRect/>
          </a:stretch>
        </p:blipFill>
        <p:spPr>
          <a:xfrm>
            <a:off x="8326318" y="2692260"/>
            <a:ext cx="329213" cy="292633"/>
          </a:xfrm>
          <a:prstGeom prst="rect">
            <a:avLst/>
          </a:prstGeom>
        </p:spPr>
      </p:pic>
      <p:sp>
        <p:nvSpPr>
          <p:cNvPr id="86" name="TextBox 85">
            <a:extLst>
              <a:ext uri="{FF2B5EF4-FFF2-40B4-BE49-F238E27FC236}">
                <a16:creationId xmlns:a16="http://schemas.microsoft.com/office/drawing/2014/main" id="{FF170406-53F7-FE81-4CA0-B6123BF37766}"/>
              </a:ext>
            </a:extLst>
          </p:cNvPr>
          <p:cNvSpPr txBox="1"/>
          <p:nvPr/>
        </p:nvSpPr>
        <p:spPr>
          <a:xfrm>
            <a:off x="8293176" y="3192175"/>
            <a:ext cx="301686" cy="369332"/>
          </a:xfrm>
          <a:prstGeom prst="rect">
            <a:avLst/>
          </a:prstGeom>
          <a:noFill/>
        </p:spPr>
        <p:txBody>
          <a:bodyPr wrap="none" rtlCol="0">
            <a:spAutoFit/>
          </a:bodyPr>
          <a:lstStyle/>
          <a:p>
            <a:r>
              <a:rPr lang="en-US" dirty="0"/>
              <a:t>1</a:t>
            </a:r>
          </a:p>
        </p:txBody>
      </p:sp>
      <p:sp>
        <p:nvSpPr>
          <p:cNvPr id="87" name="TextBox 86">
            <a:extLst>
              <a:ext uri="{FF2B5EF4-FFF2-40B4-BE49-F238E27FC236}">
                <a16:creationId xmlns:a16="http://schemas.microsoft.com/office/drawing/2014/main" id="{7F1D73B3-219F-34A7-75E1-40B89F2602EE}"/>
              </a:ext>
            </a:extLst>
          </p:cNvPr>
          <p:cNvSpPr txBox="1"/>
          <p:nvPr/>
        </p:nvSpPr>
        <p:spPr>
          <a:xfrm>
            <a:off x="8326318" y="3693944"/>
            <a:ext cx="301686" cy="369332"/>
          </a:xfrm>
          <a:prstGeom prst="rect">
            <a:avLst/>
          </a:prstGeom>
          <a:noFill/>
        </p:spPr>
        <p:txBody>
          <a:bodyPr wrap="none" rtlCol="0">
            <a:spAutoFit/>
          </a:bodyPr>
          <a:lstStyle/>
          <a:p>
            <a:r>
              <a:rPr lang="en-US" dirty="0"/>
              <a:t>0</a:t>
            </a:r>
          </a:p>
        </p:txBody>
      </p:sp>
      <p:sp>
        <p:nvSpPr>
          <p:cNvPr id="88" name="TextBox 87">
            <a:extLst>
              <a:ext uri="{FF2B5EF4-FFF2-40B4-BE49-F238E27FC236}">
                <a16:creationId xmlns:a16="http://schemas.microsoft.com/office/drawing/2014/main" id="{28006718-C0C7-9428-BEFF-46C85EDA6263}"/>
              </a:ext>
            </a:extLst>
          </p:cNvPr>
          <p:cNvSpPr txBox="1"/>
          <p:nvPr/>
        </p:nvSpPr>
        <p:spPr>
          <a:xfrm>
            <a:off x="8280297" y="4145057"/>
            <a:ext cx="301686" cy="369332"/>
          </a:xfrm>
          <a:prstGeom prst="rect">
            <a:avLst/>
          </a:prstGeom>
          <a:noFill/>
        </p:spPr>
        <p:txBody>
          <a:bodyPr wrap="none" rtlCol="0">
            <a:spAutoFit/>
          </a:bodyPr>
          <a:lstStyle/>
          <a:p>
            <a:r>
              <a:rPr lang="en-US" dirty="0"/>
              <a:t>2</a:t>
            </a:r>
          </a:p>
        </p:txBody>
      </p:sp>
      <p:sp>
        <p:nvSpPr>
          <p:cNvPr id="89" name="TextBox 88">
            <a:extLst>
              <a:ext uri="{FF2B5EF4-FFF2-40B4-BE49-F238E27FC236}">
                <a16:creationId xmlns:a16="http://schemas.microsoft.com/office/drawing/2014/main" id="{C87571BE-2593-A553-14B7-9502A4F69260}"/>
              </a:ext>
            </a:extLst>
          </p:cNvPr>
          <p:cNvSpPr txBox="1"/>
          <p:nvPr/>
        </p:nvSpPr>
        <p:spPr>
          <a:xfrm>
            <a:off x="8326595" y="5268764"/>
            <a:ext cx="290464" cy="369332"/>
          </a:xfrm>
          <a:prstGeom prst="rect">
            <a:avLst/>
          </a:prstGeom>
          <a:noFill/>
        </p:spPr>
        <p:txBody>
          <a:bodyPr wrap="none" rtlCol="0">
            <a:spAutoFit/>
          </a:bodyPr>
          <a:lstStyle/>
          <a:p>
            <a:r>
              <a:rPr lang="en-US" dirty="0"/>
              <a:t>F</a:t>
            </a:r>
          </a:p>
        </p:txBody>
      </p:sp>
      <p:pic>
        <p:nvPicPr>
          <p:cNvPr id="90" name="Picture 89">
            <a:extLst>
              <a:ext uri="{FF2B5EF4-FFF2-40B4-BE49-F238E27FC236}">
                <a16:creationId xmlns:a16="http://schemas.microsoft.com/office/drawing/2014/main" id="{19589012-92B1-4B7C-90A0-4CB765C6955A}"/>
              </a:ext>
            </a:extLst>
          </p:cNvPr>
          <p:cNvPicPr>
            <a:picLocks noChangeAspect="1"/>
          </p:cNvPicPr>
          <p:nvPr/>
        </p:nvPicPr>
        <p:blipFill>
          <a:blip r:embed="rId18" cstate="print"/>
          <a:stretch>
            <a:fillRect/>
          </a:stretch>
        </p:blipFill>
        <p:spPr>
          <a:xfrm>
            <a:off x="8702411" y="2661558"/>
            <a:ext cx="329213" cy="292633"/>
          </a:xfrm>
          <a:prstGeom prst="rect">
            <a:avLst/>
          </a:prstGeom>
        </p:spPr>
      </p:pic>
      <p:sp>
        <p:nvSpPr>
          <p:cNvPr id="91" name="TextBox 90">
            <a:extLst>
              <a:ext uri="{FF2B5EF4-FFF2-40B4-BE49-F238E27FC236}">
                <a16:creationId xmlns:a16="http://schemas.microsoft.com/office/drawing/2014/main" id="{61D18807-E6D4-74CC-2443-50E9609B7447}"/>
              </a:ext>
            </a:extLst>
          </p:cNvPr>
          <p:cNvSpPr txBox="1"/>
          <p:nvPr/>
        </p:nvSpPr>
        <p:spPr>
          <a:xfrm>
            <a:off x="8655531" y="3201360"/>
            <a:ext cx="301686" cy="369332"/>
          </a:xfrm>
          <a:prstGeom prst="rect">
            <a:avLst/>
          </a:prstGeom>
          <a:noFill/>
        </p:spPr>
        <p:txBody>
          <a:bodyPr wrap="none" rtlCol="0">
            <a:spAutoFit/>
          </a:bodyPr>
          <a:lstStyle/>
          <a:p>
            <a:r>
              <a:rPr lang="en-US" dirty="0"/>
              <a:t>1</a:t>
            </a:r>
          </a:p>
        </p:txBody>
      </p:sp>
      <p:sp>
        <p:nvSpPr>
          <p:cNvPr id="92" name="TextBox 91">
            <a:extLst>
              <a:ext uri="{FF2B5EF4-FFF2-40B4-BE49-F238E27FC236}">
                <a16:creationId xmlns:a16="http://schemas.microsoft.com/office/drawing/2014/main" id="{77D40524-CD60-30CA-5665-D427A05A8624}"/>
              </a:ext>
            </a:extLst>
          </p:cNvPr>
          <p:cNvSpPr txBox="1"/>
          <p:nvPr/>
        </p:nvSpPr>
        <p:spPr>
          <a:xfrm>
            <a:off x="8716175" y="3685372"/>
            <a:ext cx="301686" cy="369332"/>
          </a:xfrm>
          <a:prstGeom prst="rect">
            <a:avLst/>
          </a:prstGeom>
          <a:noFill/>
        </p:spPr>
        <p:txBody>
          <a:bodyPr wrap="none" rtlCol="0">
            <a:spAutoFit/>
          </a:bodyPr>
          <a:lstStyle/>
          <a:p>
            <a:r>
              <a:rPr lang="en-US" dirty="0"/>
              <a:t>0</a:t>
            </a:r>
          </a:p>
        </p:txBody>
      </p:sp>
      <p:sp>
        <p:nvSpPr>
          <p:cNvPr id="93" name="TextBox 92">
            <a:extLst>
              <a:ext uri="{FF2B5EF4-FFF2-40B4-BE49-F238E27FC236}">
                <a16:creationId xmlns:a16="http://schemas.microsoft.com/office/drawing/2014/main" id="{16F72321-15D6-C136-BAFC-FFD5552DA249}"/>
              </a:ext>
            </a:extLst>
          </p:cNvPr>
          <p:cNvSpPr txBox="1"/>
          <p:nvPr/>
        </p:nvSpPr>
        <p:spPr>
          <a:xfrm>
            <a:off x="8699882" y="4145057"/>
            <a:ext cx="301686" cy="369332"/>
          </a:xfrm>
          <a:prstGeom prst="rect">
            <a:avLst/>
          </a:prstGeom>
          <a:noFill/>
        </p:spPr>
        <p:txBody>
          <a:bodyPr wrap="none" rtlCol="0">
            <a:spAutoFit/>
          </a:bodyPr>
          <a:lstStyle/>
          <a:p>
            <a:r>
              <a:rPr lang="en-US" dirty="0"/>
              <a:t>2</a:t>
            </a:r>
          </a:p>
        </p:txBody>
      </p:sp>
      <p:pic>
        <p:nvPicPr>
          <p:cNvPr id="94" name="Picture 93">
            <a:extLst>
              <a:ext uri="{FF2B5EF4-FFF2-40B4-BE49-F238E27FC236}">
                <a16:creationId xmlns:a16="http://schemas.microsoft.com/office/drawing/2014/main" id="{2B64E266-69D6-239F-3308-6688751585FA}"/>
              </a:ext>
            </a:extLst>
          </p:cNvPr>
          <p:cNvPicPr>
            <a:picLocks noChangeAspect="1"/>
          </p:cNvPicPr>
          <p:nvPr/>
        </p:nvPicPr>
        <p:blipFill>
          <a:blip r:embed="rId19" cstate="print"/>
          <a:stretch>
            <a:fillRect/>
          </a:stretch>
        </p:blipFill>
        <p:spPr>
          <a:xfrm>
            <a:off x="9103696" y="2692259"/>
            <a:ext cx="329213" cy="292633"/>
          </a:xfrm>
          <a:prstGeom prst="rect">
            <a:avLst/>
          </a:prstGeom>
        </p:spPr>
      </p:pic>
      <p:sp>
        <p:nvSpPr>
          <p:cNvPr id="95" name="TextBox 94">
            <a:extLst>
              <a:ext uri="{FF2B5EF4-FFF2-40B4-BE49-F238E27FC236}">
                <a16:creationId xmlns:a16="http://schemas.microsoft.com/office/drawing/2014/main" id="{ED31A062-303D-D235-B8EA-41B625605263}"/>
              </a:ext>
            </a:extLst>
          </p:cNvPr>
          <p:cNvSpPr txBox="1"/>
          <p:nvPr/>
        </p:nvSpPr>
        <p:spPr>
          <a:xfrm>
            <a:off x="9049560" y="3201360"/>
            <a:ext cx="301686" cy="369332"/>
          </a:xfrm>
          <a:prstGeom prst="rect">
            <a:avLst/>
          </a:prstGeom>
          <a:noFill/>
        </p:spPr>
        <p:txBody>
          <a:bodyPr wrap="none" rtlCol="0">
            <a:spAutoFit/>
          </a:bodyPr>
          <a:lstStyle/>
          <a:p>
            <a:r>
              <a:rPr lang="en-US" dirty="0"/>
              <a:t>1</a:t>
            </a:r>
          </a:p>
        </p:txBody>
      </p:sp>
      <p:sp>
        <p:nvSpPr>
          <p:cNvPr id="96" name="TextBox 95">
            <a:extLst>
              <a:ext uri="{FF2B5EF4-FFF2-40B4-BE49-F238E27FC236}">
                <a16:creationId xmlns:a16="http://schemas.microsoft.com/office/drawing/2014/main" id="{762AAD09-3A43-C858-498B-406AB163B5E2}"/>
              </a:ext>
            </a:extLst>
          </p:cNvPr>
          <p:cNvSpPr txBox="1"/>
          <p:nvPr/>
        </p:nvSpPr>
        <p:spPr>
          <a:xfrm>
            <a:off x="9103696" y="3685372"/>
            <a:ext cx="301686" cy="369332"/>
          </a:xfrm>
          <a:prstGeom prst="rect">
            <a:avLst/>
          </a:prstGeom>
          <a:noFill/>
        </p:spPr>
        <p:txBody>
          <a:bodyPr wrap="none" rtlCol="0">
            <a:spAutoFit/>
          </a:bodyPr>
          <a:lstStyle/>
          <a:p>
            <a:r>
              <a:rPr lang="en-US" dirty="0"/>
              <a:t>0</a:t>
            </a:r>
          </a:p>
        </p:txBody>
      </p:sp>
      <p:sp>
        <p:nvSpPr>
          <p:cNvPr id="97" name="TextBox 96">
            <a:extLst>
              <a:ext uri="{FF2B5EF4-FFF2-40B4-BE49-F238E27FC236}">
                <a16:creationId xmlns:a16="http://schemas.microsoft.com/office/drawing/2014/main" id="{3A47CD50-ABDD-2A36-71FB-3742AE4AC413}"/>
              </a:ext>
            </a:extLst>
          </p:cNvPr>
          <p:cNvSpPr txBox="1"/>
          <p:nvPr/>
        </p:nvSpPr>
        <p:spPr>
          <a:xfrm>
            <a:off x="9136763" y="4145057"/>
            <a:ext cx="301686" cy="369332"/>
          </a:xfrm>
          <a:prstGeom prst="rect">
            <a:avLst/>
          </a:prstGeom>
          <a:noFill/>
        </p:spPr>
        <p:txBody>
          <a:bodyPr wrap="none" rtlCol="0">
            <a:spAutoFit/>
          </a:bodyPr>
          <a:lstStyle/>
          <a:p>
            <a:r>
              <a:rPr lang="en-US" dirty="0"/>
              <a:t>7</a:t>
            </a:r>
          </a:p>
        </p:txBody>
      </p:sp>
      <p:sp>
        <p:nvSpPr>
          <p:cNvPr id="98" name="TextBox 97">
            <a:extLst>
              <a:ext uri="{FF2B5EF4-FFF2-40B4-BE49-F238E27FC236}">
                <a16:creationId xmlns:a16="http://schemas.microsoft.com/office/drawing/2014/main" id="{4C4CCDB2-B049-67F7-5669-1D1633DC2247}"/>
              </a:ext>
            </a:extLst>
          </p:cNvPr>
          <p:cNvSpPr txBox="1"/>
          <p:nvPr/>
        </p:nvSpPr>
        <p:spPr>
          <a:xfrm>
            <a:off x="8688925" y="5286143"/>
            <a:ext cx="328936" cy="369332"/>
          </a:xfrm>
          <a:prstGeom prst="rect">
            <a:avLst/>
          </a:prstGeom>
          <a:noFill/>
        </p:spPr>
        <p:txBody>
          <a:bodyPr wrap="none" rtlCol="0">
            <a:spAutoFit/>
          </a:bodyPr>
          <a:lstStyle/>
          <a:p>
            <a:r>
              <a:rPr lang="en-US" dirty="0"/>
              <a:t>H</a:t>
            </a:r>
          </a:p>
        </p:txBody>
      </p:sp>
      <p:sp>
        <p:nvSpPr>
          <p:cNvPr id="99" name="TextBox 98">
            <a:extLst>
              <a:ext uri="{FF2B5EF4-FFF2-40B4-BE49-F238E27FC236}">
                <a16:creationId xmlns:a16="http://schemas.microsoft.com/office/drawing/2014/main" id="{97C8558E-E5AB-1BAF-72BA-19C83ACA65CC}"/>
              </a:ext>
            </a:extLst>
          </p:cNvPr>
          <p:cNvSpPr txBox="1"/>
          <p:nvPr/>
        </p:nvSpPr>
        <p:spPr>
          <a:xfrm>
            <a:off x="9068547" y="5293712"/>
            <a:ext cx="290464" cy="369332"/>
          </a:xfrm>
          <a:prstGeom prst="rect">
            <a:avLst/>
          </a:prstGeom>
          <a:noFill/>
        </p:spPr>
        <p:txBody>
          <a:bodyPr wrap="none" rtlCol="0">
            <a:spAutoFit/>
          </a:bodyPr>
          <a:lstStyle/>
          <a:p>
            <a:r>
              <a:rPr lang="en-US" dirty="0"/>
              <a:t>F</a:t>
            </a:r>
          </a:p>
        </p:txBody>
      </p:sp>
      <p:pic>
        <p:nvPicPr>
          <p:cNvPr id="100" name="Picture 99">
            <a:extLst>
              <a:ext uri="{FF2B5EF4-FFF2-40B4-BE49-F238E27FC236}">
                <a16:creationId xmlns:a16="http://schemas.microsoft.com/office/drawing/2014/main" id="{2D656373-8FAD-3785-3ECA-9D26ABDF60BE}"/>
              </a:ext>
            </a:extLst>
          </p:cNvPr>
          <p:cNvPicPr>
            <a:picLocks noChangeAspect="1"/>
          </p:cNvPicPr>
          <p:nvPr/>
        </p:nvPicPr>
        <p:blipFill>
          <a:blip r:embed="rId19" cstate="print"/>
          <a:stretch>
            <a:fillRect/>
          </a:stretch>
        </p:blipFill>
        <p:spPr>
          <a:xfrm>
            <a:off x="9509645" y="2694979"/>
            <a:ext cx="329213" cy="292633"/>
          </a:xfrm>
          <a:prstGeom prst="rect">
            <a:avLst/>
          </a:prstGeom>
        </p:spPr>
      </p:pic>
      <p:pic>
        <p:nvPicPr>
          <p:cNvPr id="101" name="Picture 100">
            <a:extLst>
              <a:ext uri="{FF2B5EF4-FFF2-40B4-BE49-F238E27FC236}">
                <a16:creationId xmlns:a16="http://schemas.microsoft.com/office/drawing/2014/main" id="{A1D76FE1-4954-B778-C382-84B4CB62E790}"/>
              </a:ext>
            </a:extLst>
          </p:cNvPr>
          <p:cNvPicPr>
            <a:picLocks noChangeAspect="1"/>
          </p:cNvPicPr>
          <p:nvPr/>
        </p:nvPicPr>
        <p:blipFill>
          <a:blip r:embed="rId19" cstate="print"/>
          <a:stretch>
            <a:fillRect/>
          </a:stretch>
        </p:blipFill>
        <p:spPr>
          <a:xfrm>
            <a:off x="9883511" y="2692258"/>
            <a:ext cx="329213" cy="292633"/>
          </a:xfrm>
          <a:prstGeom prst="rect">
            <a:avLst/>
          </a:prstGeom>
        </p:spPr>
      </p:pic>
      <p:sp>
        <p:nvSpPr>
          <p:cNvPr id="102" name="TextBox 101">
            <a:extLst>
              <a:ext uri="{FF2B5EF4-FFF2-40B4-BE49-F238E27FC236}">
                <a16:creationId xmlns:a16="http://schemas.microsoft.com/office/drawing/2014/main" id="{AE4822B9-3B11-BC68-6E80-A03ED6240BB0}"/>
              </a:ext>
            </a:extLst>
          </p:cNvPr>
          <p:cNvSpPr txBox="1"/>
          <p:nvPr/>
        </p:nvSpPr>
        <p:spPr>
          <a:xfrm>
            <a:off x="9507239" y="3201360"/>
            <a:ext cx="301686" cy="369332"/>
          </a:xfrm>
          <a:prstGeom prst="rect">
            <a:avLst/>
          </a:prstGeom>
          <a:noFill/>
        </p:spPr>
        <p:txBody>
          <a:bodyPr wrap="none" rtlCol="0">
            <a:spAutoFit/>
          </a:bodyPr>
          <a:lstStyle/>
          <a:p>
            <a:r>
              <a:rPr lang="en-US" dirty="0"/>
              <a:t>1</a:t>
            </a:r>
          </a:p>
        </p:txBody>
      </p:sp>
      <p:sp>
        <p:nvSpPr>
          <p:cNvPr id="103" name="TextBox 102">
            <a:extLst>
              <a:ext uri="{FF2B5EF4-FFF2-40B4-BE49-F238E27FC236}">
                <a16:creationId xmlns:a16="http://schemas.microsoft.com/office/drawing/2014/main" id="{D1A1A7CB-3094-2515-0320-07BB2F076B6A}"/>
              </a:ext>
            </a:extLst>
          </p:cNvPr>
          <p:cNvSpPr txBox="1"/>
          <p:nvPr/>
        </p:nvSpPr>
        <p:spPr>
          <a:xfrm>
            <a:off x="9523408" y="3685372"/>
            <a:ext cx="301686" cy="369332"/>
          </a:xfrm>
          <a:prstGeom prst="rect">
            <a:avLst/>
          </a:prstGeom>
          <a:noFill/>
        </p:spPr>
        <p:txBody>
          <a:bodyPr wrap="none" rtlCol="0">
            <a:spAutoFit/>
          </a:bodyPr>
          <a:lstStyle/>
          <a:p>
            <a:r>
              <a:rPr lang="en-US" dirty="0"/>
              <a:t>0</a:t>
            </a:r>
          </a:p>
        </p:txBody>
      </p:sp>
      <p:sp>
        <p:nvSpPr>
          <p:cNvPr id="104" name="TextBox 103">
            <a:extLst>
              <a:ext uri="{FF2B5EF4-FFF2-40B4-BE49-F238E27FC236}">
                <a16:creationId xmlns:a16="http://schemas.microsoft.com/office/drawing/2014/main" id="{960C69D2-D8F5-BF6D-F32D-A718C1C736A7}"/>
              </a:ext>
            </a:extLst>
          </p:cNvPr>
          <p:cNvSpPr txBox="1"/>
          <p:nvPr/>
        </p:nvSpPr>
        <p:spPr>
          <a:xfrm>
            <a:off x="9573644" y="4137094"/>
            <a:ext cx="301686" cy="369332"/>
          </a:xfrm>
          <a:prstGeom prst="rect">
            <a:avLst/>
          </a:prstGeom>
          <a:noFill/>
        </p:spPr>
        <p:txBody>
          <a:bodyPr wrap="none" rtlCol="0">
            <a:spAutoFit/>
          </a:bodyPr>
          <a:lstStyle/>
          <a:p>
            <a:r>
              <a:rPr lang="en-US" dirty="0"/>
              <a:t>7</a:t>
            </a:r>
          </a:p>
        </p:txBody>
      </p:sp>
      <p:sp>
        <p:nvSpPr>
          <p:cNvPr id="105" name="TextBox 104">
            <a:extLst>
              <a:ext uri="{FF2B5EF4-FFF2-40B4-BE49-F238E27FC236}">
                <a16:creationId xmlns:a16="http://schemas.microsoft.com/office/drawing/2014/main" id="{B83D7E84-47F1-9BEE-C13A-A4141BE67E22}"/>
              </a:ext>
            </a:extLst>
          </p:cNvPr>
          <p:cNvSpPr txBox="1"/>
          <p:nvPr/>
        </p:nvSpPr>
        <p:spPr>
          <a:xfrm>
            <a:off x="9496552" y="5278121"/>
            <a:ext cx="328936" cy="369332"/>
          </a:xfrm>
          <a:prstGeom prst="rect">
            <a:avLst/>
          </a:prstGeom>
          <a:noFill/>
        </p:spPr>
        <p:txBody>
          <a:bodyPr wrap="none" rtlCol="0">
            <a:spAutoFit/>
          </a:bodyPr>
          <a:lstStyle/>
          <a:p>
            <a:r>
              <a:rPr lang="en-US" dirty="0"/>
              <a:t>H</a:t>
            </a:r>
          </a:p>
        </p:txBody>
      </p:sp>
      <p:sp>
        <p:nvSpPr>
          <p:cNvPr id="106" name="TextBox 105">
            <a:extLst>
              <a:ext uri="{FF2B5EF4-FFF2-40B4-BE49-F238E27FC236}">
                <a16:creationId xmlns:a16="http://schemas.microsoft.com/office/drawing/2014/main" id="{095DB415-8A07-CFEE-F182-0B58021A077E}"/>
              </a:ext>
            </a:extLst>
          </p:cNvPr>
          <p:cNvSpPr txBox="1"/>
          <p:nvPr/>
        </p:nvSpPr>
        <p:spPr>
          <a:xfrm>
            <a:off x="9875330" y="3201360"/>
            <a:ext cx="301686" cy="369332"/>
          </a:xfrm>
          <a:prstGeom prst="rect">
            <a:avLst/>
          </a:prstGeom>
          <a:noFill/>
        </p:spPr>
        <p:txBody>
          <a:bodyPr wrap="none" rtlCol="0">
            <a:spAutoFit/>
          </a:bodyPr>
          <a:lstStyle/>
          <a:p>
            <a:r>
              <a:rPr lang="en-US" dirty="0"/>
              <a:t>1</a:t>
            </a:r>
          </a:p>
        </p:txBody>
      </p:sp>
      <p:sp>
        <p:nvSpPr>
          <p:cNvPr id="107" name="TextBox 106">
            <a:extLst>
              <a:ext uri="{FF2B5EF4-FFF2-40B4-BE49-F238E27FC236}">
                <a16:creationId xmlns:a16="http://schemas.microsoft.com/office/drawing/2014/main" id="{43D8029A-AB8A-025A-33DE-F7637D0D0BAB}"/>
              </a:ext>
            </a:extLst>
          </p:cNvPr>
          <p:cNvSpPr txBox="1"/>
          <p:nvPr/>
        </p:nvSpPr>
        <p:spPr>
          <a:xfrm>
            <a:off x="9863028" y="3704110"/>
            <a:ext cx="301686" cy="369332"/>
          </a:xfrm>
          <a:prstGeom prst="rect">
            <a:avLst/>
          </a:prstGeom>
          <a:noFill/>
        </p:spPr>
        <p:txBody>
          <a:bodyPr wrap="none" rtlCol="0">
            <a:spAutoFit/>
          </a:bodyPr>
          <a:lstStyle/>
          <a:p>
            <a:r>
              <a:rPr lang="en-US" dirty="0"/>
              <a:t>0</a:t>
            </a:r>
          </a:p>
        </p:txBody>
      </p:sp>
      <p:sp>
        <p:nvSpPr>
          <p:cNvPr id="108" name="TextBox 107">
            <a:extLst>
              <a:ext uri="{FF2B5EF4-FFF2-40B4-BE49-F238E27FC236}">
                <a16:creationId xmlns:a16="http://schemas.microsoft.com/office/drawing/2014/main" id="{987D8549-C6EF-036E-914B-557D780012CB}"/>
              </a:ext>
            </a:extLst>
          </p:cNvPr>
          <p:cNvSpPr txBox="1"/>
          <p:nvPr/>
        </p:nvSpPr>
        <p:spPr>
          <a:xfrm>
            <a:off x="9860620" y="4155795"/>
            <a:ext cx="301686" cy="369332"/>
          </a:xfrm>
          <a:prstGeom prst="rect">
            <a:avLst/>
          </a:prstGeom>
          <a:noFill/>
        </p:spPr>
        <p:txBody>
          <a:bodyPr wrap="none" rtlCol="0">
            <a:spAutoFit/>
          </a:bodyPr>
          <a:lstStyle/>
          <a:p>
            <a:r>
              <a:rPr lang="en-US" dirty="0"/>
              <a:t>7</a:t>
            </a:r>
          </a:p>
        </p:txBody>
      </p:sp>
      <p:sp>
        <p:nvSpPr>
          <p:cNvPr id="109" name="TextBox 108">
            <a:extLst>
              <a:ext uri="{FF2B5EF4-FFF2-40B4-BE49-F238E27FC236}">
                <a16:creationId xmlns:a16="http://schemas.microsoft.com/office/drawing/2014/main" id="{E26AEAFB-01E3-A7E9-9089-4EF7FE6E2A16}"/>
              </a:ext>
            </a:extLst>
          </p:cNvPr>
          <p:cNvSpPr txBox="1"/>
          <p:nvPr/>
        </p:nvSpPr>
        <p:spPr>
          <a:xfrm>
            <a:off x="9922260" y="5278121"/>
            <a:ext cx="328936" cy="369332"/>
          </a:xfrm>
          <a:prstGeom prst="rect">
            <a:avLst/>
          </a:prstGeom>
          <a:noFill/>
        </p:spPr>
        <p:txBody>
          <a:bodyPr wrap="none" rtlCol="0">
            <a:spAutoFit/>
          </a:bodyPr>
          <a:lstStyle/>
          <a:p>
            <a:r>
              <a:rPr lang="en-US" dirty="0"/>
              <a:t>H</a:t>
            </a:r>
          </a:p>
        </p:txBody>
      </p:sp>
    </p:spTree>
    <p:extLst>
      <p:ext uri="{BB962C8B-B14F-4D97-AF65-F5344CB8AC3E}">
        <p14:creationId xmlns:p14="http://schemas.microsoft.com/office/powerpoint/2010/main" val="2342753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0-#ppt_w/2"/>
                                          </p:val>
                                        </p:tav>
                                        <p:tav tm="100000">
                                          <p:val>
                                            <p:strVal val="#ppt_x"/>
                                          </p:val>
                                        </p:tav>
                                      </p:tavLst>
                                    </p:anim>
                                    <p:anim calcmode="lin" valueType="num">
                                      <p:cBhvr additive="base">
                                        <p:cTn id="14"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0-#ppt_w/2"/>
                                          </p:val>
                                        </p:tav>
                                        <p:tav tm="100000">
                                          <p:val>
                                            <p:strVal val="#ppt_x"/>
                                          </p:val>
                                        </p:tav>
                                      </p:tavLst>
                                    </p:anim>
                                    <p:anim calcmode="lin" valueType="num">
                                      <p:cBhvr additive="base">
                                        <p:cTn id="26"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0-#ppt_w/2"/>
                                          </p:val>
                                        </p:tav>
                                        <p:tav tm="100000">
                                          <p:val>
                                            <p:strVal val="#ppt_x"/>
                                          </p:val>
                                        </p:tav>
                                      </p:tavLst>
                                    </p:anim>
                                    <p:anim calcmode="lin" valueType="num">
                                      <p:cBhvr additive="base">
                                        <p:cTn id="3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fill="hold"/>
                                        <p:tgtEl>
                                          <p:spTgt spid="17"/>
                                        </p:tgtEl>
                                        <p:attrNameLst>
                                          <p:attrName>ppt_x</p:attrName>
                                        </p:attrNameLst>
                                      </p:cBhvr>
                                      <p:tavLst>
                                        <p:tav tm="0">
                                          <p:val>
                                            <p:strVal val="0-#ppt_w/2"/>
                                          </p:val>
                                        </p:tav>
                                        <p:tav tm="100000">
                                          <p:val>
                                            <p:strVal val="#ppt_x"/>
                                          </p:val>
                                        </p:tav>
                                      </p:tavLst>
                                    </p:anim>
                                    <p:anim calcmode="lin" valueType="num">
                                      <p:cBhvr additive="base">
                                        <p:cTn id="44"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anim calcmode="lin" valueType="num">
                                      <p:cBhvr additive="base">
                                        <p:cTn id="49" dur="500" fill="hold"/>
                                        <p:tgtEl>
                                          <p:spTgt spid="19"/>
                                        </p:tgtEl>
                                        <p:attrNameLst>
                                          <p:attrName>ppt_x</p:attrName>
                                        </p:attrNameLst>
                                      </p:cBhvr>
                                      <p:tavLst>
                                        <p:tav tm="0">
                                          <p:val>
                                            <p:strVal val="0-#ppt_w/2"/>
                                          </p:val>
                                        </p:tav>
                                        <p:tav tm="100000">
                                          <p:val>
                                            <p:strVal val="#ppt_x"/>
                                          </p:val>
                                        </p:tav>
                                      </p:tavLst>
                                    </p:anim>
                                    <p:anim calcmode="lin" valueType="num">
                                      <p:cBhvr additive="base">
                                        <p:cTn id="50"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 calcmode="lin" valueType="num">
                                      <p:cBhvr additive="base">
                                        <p:cTn id="55" dur="500" fill="hold"/>
                                        <p:tgtEl>
                                          <p:spTgt spid="22"/>
                                        </p:tgtEl>
                                        <p:attrNameLst>
                                          <p:attrName>ppt_x</p:attrName>
                                        </p:attrNameLst>
                                      </p:cBhvr>
                                      <p:tavLst>
                                        <p:tav tm="0">
                                          <p:val>
                                            <p:strVal val="0-#ppt_w/2"/>
                                          </p:val>
                                        </p:tav>
                                        <p:tav tm="100000">
                                          <p:val>
                                            <p:strVal val="#ppt_x"/>
                                          </p:val>
                                        </p:tav>
                                      </p:tavLst>
                                    </p:anim>
                                    <p:anim calcmode="lin" valueType="num">
                                      <p:cBhvr additive="base">
                                        <p:cTn id="56"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0"/>
                                        </p:tgtEl>
                                        <p:attrNameLst>
                                          <p:attrName>style.visibility</p:attrName>
                                        </p:attrNameLst>
                                      </p:cBhvr>
                                      <p:to>
                                        <p:strVal val="visible"/>
                                      </p:to>
                                    </p:set>
                                    <p:anim calcmode="lin" valueType="num">
                                      <p:cBhvr additive="base">
                                        <p:cTn id="61" dur="500" fill="hold"/>
                                        <p:tgtEl>
                                          <p:spTgt spid="20"/>
                                        </p:tgtEl>
                                        <p:attrNameLst>
                                          <p:attrName>ppt_x</p:attrName>
                                        </p:attrNameLst>
                                      </p:cBhvr>
                                      <p:tavLst>
                                        <p:tav tm="0">
                                          <p:val>
                                            <p:strVal val="0-#ppt_w/2"/>
                                          </p:val>
                                        </p:tav>
                                        <p:tav tm="100000">
                                          <p:val>
                                            <p:strVal val="#ppt_x"/>
                                          </p:val>
                                        </p:tav>
                                      </p:tavLst>
                                    </p:anim>
                                    <p:anim calcmode="lin" valueType="num">
                                      <p:cBhvr additive="base">
                                        <p:cTn id="62"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0-#ppt_w/2"/>
                                          </p:val>
                                        </p:tav>
                                        <p:tav tm="100000">
                                          <p:val>
                                            <p:strVal val="#ppt_x"/>
                                          </p:val>
                                        </p:tav>
                                      </p:tavLst>
                                    </p:anim>
                                    <p:anim calcmode="lin" valueType="num">
                                      <p:cBhvr additive="base">
                                        <p:cTn id="6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23"/>
                                        </p:tgtEl>
                                        <p:attrNameLst>
                                          <p:attrName>style.visibility</p:attrName>
                                        </p:attrNameLst>
                                      </p:cBhvr>
                                      <p:to>
                                        <p:strVal val="visible"/>
                                      </p:to>
                                    </p:set>
                                    <p:anim calcmode="lin" valueType="num">
                                      <p:cBhvr additive="base">
                                        <p:cTn id="73" dur="500" fill="hold"/>
                                        <p:tgtEl>
                                          <p:spTgt spid="23"/>
                                        </p:tgtEl>
                                        <p:attrNameLst>
                                          <p:attrName>ppt_x</p:attrName>
                                        </p:attrNameLst>
                                      </p:cBhvr>
                                      <p:tavLst>
                                        <p:tav tm="0">
                                          <p:val>
                                            <p:strVal val="0-#ppt_w/2"/>
                                          </p:val>
                                        </p:tav>
                                        <p:tav tm="100000">
                                          <p:val>
                                            <p:strVal val="#ppt_x"/>
                                          </p:val>
                                        </p:tav>
                                      </p:tavLst>
                                    </p:anim>
                                    <p:anim calcmode="lin" valueType="num">
                                      <p:cBhvr additive="base">
                                        <p:cTn id="74"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24"/>
                                        </p:tgtEl>
                                        <p:attrNameLst>
                                          <p:attrName>style.visibility</p:attrName>
                                        </p:attrNameLst>
                                      </p:cBhvr>
                                      <p:to>
                                        <p:strVal val="visible"/>
                                      </p:to>
                                    </p:set>
                                    <p:anim calcmode="lin" valueType="num">
                                      <p:cBhvr additive="base">
                                        <p:cTn id="79" dur="500" fill="hold"/>
                                        <p:tgtEl>
                                          <p:spTgt spid="24"/>
                                        </p:tgtEl>
                                        <p:attrNameLst>
                                          <p:attrName>ppt_x</p:attrName>
                                        </p:attrNameLst>
                                      </p:cBhvr>
                                      <p:tavLst>
                                        <p:tav tm="0">
                                          <p:val>
                                            <p:strVal val="0-#ppt_w/2"/>
                                          </p:val>
                                        </p:tav>
                                        <p:tav tm="100000">
                                          <p:val>
                                            <p:strVal val="#ppt_x"/>
                                          </p:val>
                                        </p:tav>
                                      </p:tavLst>
                                    </p:anim>
                                    <p:anim calcmode="lin" valueType="num">
                                      <p:cBhvr additive="base">
                                        <p:cTn id="80"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nodeType="clickEffect">
                                  <p:stCondLst>
                                    <p:cond delay="0"/>
                                  </p:stCondLst>
                                  <p:childTnLst>
                                    <p:set>
                                      <p:cBhvr>
                                        <p:cTn id="84" dur="1" fill="hold">
                                          <p:stCondLst>
                                            <p:cond delay="0"/>
                                          </p:stCondLst>
                                        </p:cTn>
                                        <p:tgtEl>
                                          <p:spTgt spid="25"/>
                                        </p:tgtEl>
                                        <p:attrNameLst>
                                          <p:attrName>style.visibility</p:attrName>
                                        </p:attrNameLst>
                                      </p:cBhvr>
                                      <p:to>
                                        <p:strVal val="visible"/>
                                      </p:to>
                                    </p:set>
                                    <p:anim calcmode="lin" valueType="num">
                                      <p:cBhvr additive="base">
                                        <p:cTn id="85" dur="500" fill="hold"/>
                                        <p:tgtEl>
                                          <p:spTgt spid="25"/>
                                        </p:tgtEl>
                                        <p:attrNameLst>
                                          <p:attrName>ppt_x</p:attrName>
                                        </p:attrNameLst>
                                      </p:cBhvr>
                                      <p:tavLst>
                                        <p:tav tm="0">
                                          <p:val>
                                            <p:strVal val="0-#ppt_w/2"/>
                                          </p:val>
                                        </p:tav>
                                        <p:tav tm="100000">
                                          <p:val>
                                            <p:strVal val="#ppt_x"/>
                                          </p:val>
                                        </p:tav>
                                      </p:tavLst>
                                    </p:anim>
                                    <p:anim calcmode="lin" valueType="num">
                                      <p:cBhvr additive="base">
                                        <p:cTn id="86"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26"/>
                                        </p:tgtEl>
                                        <p:attrNameLst>
                                          <p:attrName>style.visibility</p:attrName>
                                        </p:attrNameLst>
                                      </p:cBhvr>
                                      <p:to>
                                        <p:strVal val="visible"/>
                                      </p:to>
                                    </p:set>
                                    <p:anim calcmode="lin" valueType="num">
                                      <p:cBhvr additive="base">
                                        <p:cTn id="91" dur="500" fill="hold"/>
                                        <p:tgtEl>
                                          <p:spTgt spid="26"/>
                                        </p:tgtEl>
                                        <p:attrNameLst>
                                          <p:attrName>ppt_x</p:attrName>
                                        </p:attrNameLst>
                                      </p:cBhvr>
                                      <p:tavLst>
                                        <p:tav tm="0">
                                          <p:val>
                                            <p:strVal val="0-#ppt_w/2"/>
                                          </p:val>
                                        </p:tav>
                                        <p:tav tm="100000">
                                          <p:val>
                                            <p:strVal val="#ppt_x"/>
                                          </p:val>
                                        </p:tav>
                                      </p:tavLst>
                                    </p:anim>
                                    <p:anim calcmode="lin" valueType="num">
                                      <p:cBhvr additive="base">
                                        <p:cTn id="92"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27"/>
                                        </p:tgtEl>
                                        <p:attrNameLst>
                                          <p:attrName>style.visibility</p:attrName>
                                        </p:attrNameLst>
                                      </p:cBhvr>
                                      <p:to>
                                        <p:strVal val="visible"/>
                                      </p:to>
                                    </p:set>
                                    <p:anim calcmode="lin" valueType="num">
                                      <p:cBhvr additive="base">
                                        <p:cTn id="97" dur="500" fill="hold"/>
                                        <p:tgtEl>
                                          <p:spTgt spid="27"/>
                                        </p:tgtEl>
                                        <p:attrNameLst>
                                          <p:attrName>ppt_x</p:attrName>
                                        </p:attrNameLst>
                                      </p:cBhvr>
                                      <p:tavLst>
                                        <p:tav tm="0">
                                          <p:val>
                                            <p:strVal val="0-#ppt_w/2"/>
                                          </p:val>
                                        </p:tav>
                                        <p:tav tm="100000">
                                          <p:val>
                                            <p:strVal val="#ppt_x"/>
                                          </p:val>
                                        </p:tav>
                                      </p:tavLst>
                                    </p:anim>
                                    <p:anim calcmode="lin" valueType="num">
                                      <p:cBhvr additive="base">
                                        <p:cTn id="98"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8" fill="hold" grpId="0" nodeType="clickEffect">
                                  <p:stCondLst>
                                    <p:cond delay="0"/>
                                  </p:stCondLst>
                                  <p:childTnLst>
                                    <p:set>
                                      <p:cBhvr>
                                        <p:cTn id="102" dur="1" fill="hold">
                                          <p:stCondLst>
                                            <p:cond delay="0"/>
                                          </p:stCondLst>
                                        </p:cTn>
                                        <p:tgtEl>
                                          <p:spTgt spid="28"/>
                                        </p:tgtEl>
                                        <p:attrNameLst>
                                          <p:attrName>style.visibility</p:attrName>
                                        </p:attrNameLst>
                                      </p:cBhvr>
                                      <p:to>
                                        <p:strVal val="visible"/>
                                      </p:to>
                                    </p:set>
                                    <p:anim calcmode="lin" valueType="num">
                                      <p:cBhvr additive="base">
                                        <p:cTn id="103" dur="500" fill="hold"/>
                                        <p:tgtEl>
                                          <p:spTgt spid="28"/>
                                        </p:tgtEl>
                                        <p:attrNameLst>
                                          <p:attrName>ppt_x</p:attrName>
                                        </p:attrNameLst>
                                      </p:cBhvr>
                                      <p:tavLst>
                                        <p:tav tm="0">
                                          <p:val>
                                            <p:strVal val="0-#ppt_w/2"/>
                                          </p:val>
                                        </p:tav>
                                        <p:tav tm="100000">
                                          <p:val>
                                            <p:strVal val="#ppt_x"/>
                                          </p:val>
                                        </p:tav>
                                      </p:tavLst>
                                    </p:anim>
                                    <p:anim calcmode="lin" valueType="num">
                                      <p:cBhvr additive="base">
                                        <p:cTn id="104"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8" fill="hold" grpId="0" nodeType="clickEffect">
                                  <p:stCondLst>
                                    <p:cond delay="0"/>
                                  </p:stCondLst>
                                  <p:childTnLst>
                                    <p:set>
                                      <p:cBhvr>
                                        <p:cTn id="108" dur="1" fill="hold">
                                          <p:stCondLst>
                                            <p:cond delay="0"/>
                                          </p:stCondLst>
                                        </p:cTn>
                                        <p:tgtEl>
                                          <p:spTgt spid="29"/>
                                        </p:tgtEl>
                                        <p:attrNameLst>
                                          <p:attrName>style.visibility</p:attrName>
                                        </p:attrNameLst>
                                      </p:cBhvr>
                                      <p:to>
                                        <p:strVal val="visible"/>
                                      </p:to>
                                    </p:set>
                                    <p:anim calcmode="lin" valueType="num">
                                      <p:cBhvr additive="base">
                                        <p:cTn id="109" dur="500" fill="hold"/>
                                        <p:tgtEl>
                                          <p:spTgt spid="29"/>
                                        </p:tgtEl>
                                        <p:attrNameLst>
                                          <p:attrName>ppt_x</p:attrName>
                                        </p:attrNameLst>
                                      </p:cBhvr>
                                      <p:tavLst>
                                        <p:tav tm="0">
                                          <p:val>
                                            <p:strVal val="0-#ppt_w/2"/>
                                          </p:val>
                                        </p:tav>
                                        <p:tav tm="100000">
                                          <p:val>
                                            <p:strVal val="#ppt_x"/>
                                          </p:val>
                                        </p:tav>
                                      </p:tavLst>
                                    </p:anim>
                                    <p:anim calcmode="lin" valueType="num">
                                      <p:cBhvr additive="base">
                                        <p:cTn id="110"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8" fill="hold" nodeType="clickEffect">
                                  <p:stCondLst>
                                    <p:cond delay="0"/>
                                  </p:stCondLst>
                                  <p:childTnLst>
                                    <p:set>
                                      <p:cBhvr>
                                        <p:cTn id="114" dur="1" fill="hold">
                                          <p:stCondLst>
                                            <p:cond delay="0"/>
                                          </p:stCondLst>
                                        </p:cTn>
                                        <p:tgtEl>
                                          <p:spTgt spid="30"/>
                                        </p:tgtEl>
                                        <p:attrNameLst>
                                          <p:attrName>style.visibility</p:attrName>
                                        </p:attrNameLst>
                                      </p:cBhvr>
                                      <p:to>
                                        <p:strVal val="visible"/>
                                      </p:to>
                                    </p:set>
                                    <p:anim calcmode="lin" valueType="num">
                                      <p:cBhvr additive="base">
                                        <p:cTn id="115" dur="500" fill="hold"/>
                                        <p:tgtEl>
                                          <p:spTgt spid="30"/>
                                        </p:tgtEl>
                                        <p:attrNameLst>
                                          <p:attrName>ppt_x</p:attrName>
                                        </p:attrNameLst>
                                      </p:cBhvr>
                                      <p:tavLst>
                                        <p:tav tm="0">
                                          <p:val>
                                            <p:strVal val="0-#ppt_w/2"/>
                                          </p:val>
                                        </p:tav>
                                        <p:tav tm="100000">
                                          <p:val>
                                            <p:strVal val="#ppt_x"/>
                                          </p:val>
                                        </p:tav>
                                      </p:tavLst>
                                    </p:anim>
                                    <p:anim calcmode="lin" valueType="num">
                                      <p:cBhvr additive="base">
                                        <p:cTn id="116"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8" fill="hold" grpId="0" nodeType="clickEffect">
                                  <p:stCondLst>
                                    <p:cond delay="0"/>
                                  </p:stCondLst>
                                  <p:childTnLst>
                                    <p:set>
                                      <p:cBhvr>
                                        <p:cTn id="120" dur="1" fill="hold">
                                          <p:stCondLst>
                                            <p:cond delay="0"/>
                                          </p:stCondLst>
                                        </p:cTn>
                                        <p:tgtEl>
                                          <p:spTgt spid="31"/>
                                        </p:tgtEl>
                                        <p:attrNameLst>
                                          <p:attrName>style.visibility</p:attrName>
                                        </p:attrNameLst>
                                      </p:cBhvr>
                                      <p:to>
                                        <p:strVal val="visible"/>
                                      </p:to>
                                    </p:set>
                                    <p:anim calcmode="lin" valueType="num">
                                      <p:cBhvr additive="base">
                                        <p:cTn id="121" dur="500" fill="hold"/>
                                        <p:tgtEl>
                                          <p:spTgt spid="31"/>
                                        </p:tgtEl>
                                        <p:attrNameLst>
                                          <p:attrName>ppt_x</p:attrName>
                                        </p:attrNameLst>
                                      </p:cBhvr>
                                      <p:tavLst>
                                        <p:tav tm="0">
                                          <p:val>
                                            <p:strVal val="0-#ppt_w/2"/>
                                          </p:val>
                                        </p:tav>
                                        <p:tav tm="100000">
                                          <p:val>
                                            <p:strVal val="#ppt_x"/>
                                          </p:val>
                                        </p:tav>
                                      </p:tavLst>
                                    </p:anim>
                                    <p:anim calcmode="lin" valueType="num">
                                      <p:cBhvr additive="base">
                                        <p:cTn id="122"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8" fill="hold" grpId="0" nodeType="clickEffect">
                                  <p:stCondLst>
                                    <p:cond delay="0"/>
                                  </p:stCondLst>
                                  <p:childTnLst>
                                    <p:set>
                                      <p:cBhvr>
                                        <p:cTn id="126" dur="1" fill="hold">
                                          <p:stCondLst>
                                            <p:cond delay="0"/>
                                          </p:stCondLst>
                                        </p:cTn>
                                        <p:tgtEl>
                                          <p:spTgt spid="32"/>
                                        </p:tgtEl>
                                        <p:attrNameLst>
                                          <p:attrName>style.visibility</p:attrName>
                                        </p:attrNameLst>
                                      </p:cBhvr>
                                      <p:to>
                                        <p:strVal val="visible"/>
                                      </p:to>
                                    </p:set>
                                    <p:anim calcmode="lin" valueType="num">
                                      <p:cBhvr additive="base">
                                        <p:cTn id="127" dur="500" fill="hold"/>
                                        <p:tgtEl>
                                          <p:spTgt spid="32"/>
                                        </p:tgtEl>
                                        <p:attrNameLst>
                                          <p:attrName>ppt_x</p:attrName>
                                        </p:attrNameLst>
                                      </p:cBhvr>
                                      <p:tavLst>
                                        <p:tav tm="0">
                                          <p:val>
                                            <p:strVal val="0-#ppt_w/2"/>
                                          </p:val>
                                        </p:tav>
                                        <p:tav tm="100000">
                                          <p:val>
                                            <p:strVal val="#ppt_x"/>
                                          </p:val>
                                        </p:tav>
                                      </p:tavLst>
                                    </p:anim>
                                    <p:anim calcmode="lin" valueType="num">
                                      <p:cBhvr additive="base">
                                        <p:cTn id="128" dur="500" fill="hold"/>
                                        <p:tgtEl>
                                          <p:spTgt spid="32"/>
                                        </p:tgtEl>
                                        <p:attrNameLst>
                                          <p:attrName>ppt_y</p:attrName>
                                        </p:attrNameLst>
                                      </p:cBhvr>
                                      <p:tavLst>
                                        <p:tav tm="0">
                                          <p:val>
                                            <p:strVal val="#ppt_y"/>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8" fill="hold" grpId="0" nodeType="click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additive="base">
                                        <p:cTn id="133" dur="500" fill="hold"/>
                                        <p:tgtEl>
                                          <p:spTgt spid="33"/>
                                        </p:tgtEl>
                                        <p:attrNameLst>
                                          <p:attrName>ppt_x</p:attrName>
                                        </p:attrNameLst>
                                      </p:cBhvr>
                                      <p:tavLst>
                                        <p:tav tm="0">
                                          <p:val>
                                            <p:strVal val="0-#ppt_w/2"/>
                                          </p:val>
                                        </p:tav>
                                        <p:tav tm="100000">
                                          <p:val>
                                            <p:strVal val="#ppt_x"/>
                                          </p:val>
                                        </p:tav>
                                      </p:tavLst>
                                    </p:anim>
                                    <p:anim calcmode="lin" valueType="num">
                                      <p:cBhvr additive="base">
                                        <p:cTn id="134"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8" fill="hold" grpId="0" nodeType="clickEffect">
                                  <p:stCondLst>
                                    <p:cond delay="0"/>
                                  </p:stCondLst>
                                  <p:childTnLst>
                                    <p:set>
                                      <p:cBhvr>
                                        <p:cTn id="138" dur="1" fill="hold">
                                          <p:stCondLst>
                                            <p:cond delay="0"/>
                                          </p:stCondLst>
                                        </p:cTn>
                                        <p:tgtEl>
                                          <p:spTgt spid="34"/>
                                        </p:tgtEl>
                                        <p:attrNameLst>
                                          <p:attrName>style.visibility</p:attrName>
                                        </p:attrNameLst>
                                      </p:cBhvr>
                                      <p:to>
                                        <p:strVal val="visible"/>
                                      </p:to>
                                    </p:set>
                                    <p:anim calcmode="lin" valueType="num">
                                      <p:cBhvr additive="base">
                                        <p:cTn id="139" dur="500" fill="hold"/>
                                        <p:tgtEl>
                                          <p:spTgt spid="34"/>
                                        </p:tgtEl>
                                        <p:attrNameLst>
                                          <p:attrName>ppt_x</p:attrName>
                                        </p:attrNameLst>
                                      </p:cBhvr>
                                      <p:tavLst>
                                        <p:tav tm="0">
                                          <p:val>
                                            <p:strVal val="0-#ppt_w/2"/>
                                          </p:val>
                                        </p:tav>
                                        <p:tav tm="100000">
                                          <p:val>
                                            <p:strVal val="#ppt_x"/>
                                          </p:val>
                                        </p:tav>
                                      </p:tavLst>
                                    </p:anim>
                                    <p:anim calcmode="lin" valueType="num">
                                      <p:cBhvr additive="base">
                                        <p:cTn id="140"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8" fill="hold" nodeType="clickEffect">
                                  <p:stCondLst>
                                    <p:cond delay="0"/>
                                  </p:stCondLst>
                                  <p:childTnLst>
                                    <p:set>
                                      <p:cBhvr>
                                        <p:cTn id="144" dur="1" fill="hold">
                                          <p:stCondLst>
                                            <p:cond delay="0"/>
                                          </p:stCondLst>
                                        </p:cTn>
                                        <p:tgtEl>
                                          <p:spTgt spid="35"/>
                                        </p:tgtEl>
                                        <p:attrNameLst>
                                          <p:attrName>style.visibility</p:attrName>
                                        </p:attrNameLst>
                                      </p:cBhvr>
                                      <p:to>
                                        <p:strVal val="visible"/>
                                      </p:to>
                                    </p:set>
                                    <p:anim calcmode="lin" valueType="num">
                                      <p:cBhvr additive="base">
                                        <p:cTn id="145" dur="500" fill="hold"/>
                                        <p:tgtEl>
                                          <p:spTgt spid="35"/>
                                        </p:tgtEl>
                                        <p:attrNameLst>
                                          <p:attrName>ppt_x</p:attrName>
                                        </p:attrNameLst>
                                      </p:cBhvr>
                                      <p:tavLst>
                                        <p:tav tm="0">
                                          <p:val>
                                            <p:strVal val="0-#ppt_w/2"/>
                                          </p:val>
                                        </p:tav>
                                        <p:tav tm="100000">
                                          <p:val>
                                            <p:strVal val="#ppt_x"/>
                                          </p:val>
                                        </p:tav>
                                      </p:tavLst>
                                    </p:anim>
                                    <p:anim calcmode="lin" valueType="num">
                                      <p:cBhvr additive="base">
                                        <p:cTn id="146"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8" fill="hold" grpId="0" nodeType="clickEffect">
                                  <p:stCondLst>
                                    <p:cond delay="0"/>
                                  </p:stCondLst>
                                  <p:childTnLst>
                                    <p:set>
                                      <p:cBhvr>
                                        <p:cTn id="150" dur="1" fill="hold">
                                          <p:stCondLst>
                                            <p:cond delay="0"/>
                                          </p:stCondLst>
                                        </p:cTn>
                                        <p:tgtEl>
                                          <p:spTgt spid="36"/>
                                        </p:tgtEl>
                                        <p:attrNameLst>
                                          <p:attrName>style.visibility</p:attrName>
                                        </p:attrNameLst>
                                      </p:cBhvr>
                                      <p:to>
                                        <p:strVal val="visible"/>
                                      </p:to>
                                    </p:set>
                                    <p:anim calcmode="lin" valueType="num">
                                      <p:cBhvr additive="base">
                                        <p:cTn id="151" dur="500" fill="hold"/>
                                        <p:tgtEl>
                                          <p:spTgt spid="36"/>
                                        </p:tgtEl>
                                        <p:attrNameLst>
                                          <p:attrName>ppt_x</p:attrName>
                                        </p:attrNameLst>
                                      </p:cBhvr>
                                      <p:tavLst>
                                        <p:tav tm="0">
                                          <p:val>
                                            <p:strVal val="0-#ppt_w/2"/>
                                          </p:val>
                                        </p:tav>
                                        <p:tav tm="100000">
                                          <p:val>
                                            <p:strVal val="#ppt_x"/>
                                          </p:val>
                                        </p:tav>
                                      </p:tavLst>
                                    </p:anim>
                                    <p:anim calcmode="lin" valueType="num">
                                      <p:cBhvr additive="base">
                                        <p:cTn id="152"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8" fill="hold" grpId="0" nodeType="clickEffect">
                                  <p:stCondLst>
                                    <p:cond delay="0"/>
                                  </p:stCondLst>
                                  <p:childTnLst>
                                    <p:set>
                                      <p:cBhvr>
                                        <p:cTn id="156" dur="1" fill="hold">
                                          <p:stCondLst>
                                            <p:cond delay="0"/>
                                          </p:stCondLst>
                                        </p:cTn>
                                        <p:tgtEl>
                                          <p:spTgt spid="37"/>
                                        </p:tgtEl>
                                        <p:attrNameLst>
                                          <p:attrName>style.visibility</p:attrName>
                                        </p:attrNameLst>
                                      </p:cBhvr>
                                      <p:to>
                                        <p:strVal val="visible"/>
                                      </p:to>
                                    </p:set>
                                    <p:anim calcmode="lin" valueType="num">
                                      <p:cBhvr additive="base">
                                        <p:cTn id="157" dur="500" fill="hold"/>
                                        <p:tgtEl>
                                          <p:spTgt spid="37"/>
                                        </p:tgtEl>
                                        <p:attrNameLst>
                                          <p:attrName>ppt_x</p:attrName>
                                        </p:attrNameLst>
                                      </p:cBhvr>
                                      <p:tavLst>
                                        <p:tav tm="0">
                                          <p:val>
                                            <p:strVal val="0-#ppt_w/2"/>
                                          </p:val>
                                        </p:tav>
                                        <p:tav tm="100000">
                                          <p:val>
                                            <p:strVal val="#ppt_x"/>
                                          </p:val>
                                        </p:tav>
                                      </p:tavLst>
                                    </p:anim>
                                    <p:anim calcmode="lin" valueType="num">
                                      <p:cBhvr additive="base">
                                        <p:cTn id="158"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8" fill="hold" grpId="0" nodeType="clickEffect">
                                  <p:stCondLst>
                                    <p:cond delay="0"/>
                                  </p:stCondLst>
                                  <p:childTnLst>
                                    <p:set>
                                      <p:cBhvr>
                                        <p:cTn id="162" dur="1" fill="hold">
                                          <p:stCondLst>
                                            <p:cond delay="0"/>
                                          </p:stCondLst>
                                        </p:cTn>
                                        <p:tgtEl>
                                          <p:spTgt spid="38"/>
                                        </p:tgtEl>
                                        <p:attrNameLst>
                                          <p:attrName>style.visibility</p:attrName>
                                        </p:attrNameLst>
                                      </p:cBhvr>
                                      <p:to>
                                        <p:strVal val="visible"/>
                                      </p:to>
                                    </p:set>
                                    <p:anim calcmode="lin" valueType="num">
                                      <p:cBhvr additive="base">
                                        <p:cTn id="163" dur="500" fill="hold"/>
                                        <p:tgtEl>
                                          <p:spTgt spid="38"/>
                                        </p:tgtEl>
                                        <p:attrNameLst>
                                          <p:attrName>ppt_x</p:attrName>
                                        </p:attrNameLst>
                                      </p:cBhvr>
                                      <p:tavLst>
                                        <p:tav tm="0">
                                          <p:val>
                                            <p:strVal val="0-#ppt_w/2"/>
                                          </p:val>
                                        </p:tav>
                                        <p:tav tm="100000">
                                          <p:val>
                                            <p:strVal val="#ppt_x"/>
                                          </p:val>
                                        </p:tav>
                                      </p:tavLst>
                                    </p:anim>
                                    <p:anim calcmode="lin" valueType="num">
                                      <p:cBhvr additive="base">
                                        <p:cTn id="164"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2" presetClass="entr" presetSubtype="8" fill="hold" grpId="0" nodeType="clickEffect">
                                  <p:stCondLst>
                                    <p:cond delay="0"/>
                                  </p:stCondLst>
                                  <p:childTnLst>
                                    <p:set>
                                      <p:cBhvr>
                                        <p:cTn id="168" dur="1" fill="hold">
                                          <p:stCondLst>
                                            <p:cond delay="0"/>
                                          </p:stCondLst>
                                        </p:cTn>
                                        <p:tgtEl>
                                          <p:spTgt spid="39"/>
                                        </p:tgtEl>
                                        <p:attrNameLst>
                                          <p:attrName>style.visibility</p:attrName>
                                        </p:attrNameLst>
                                      </p:cBhvr>
                                      <p:to>
                                        <p:strVal val="visible"/>
                                      </p:to>
                                    </p:set>
                                    <p:anim calcmode="lin" valueType="num">
                                      <p:cBhvr additive="base">
                                        <p:cTn id="169" dur="500" fill="hold"/>
                                        <p:tgtEl>
                                          <p:spTgt spid="39"/>
                                        </p:tgtEl>
                                        <p:attrNameLst>
                                          <p:attrName>ppt_x</p:attrName>
                                        </p:attrNameLst>
                                      </p:cBhvr>
                                      <p:tavLst>
                                        <p:tav tm="0">
                                          <p:val>
                                            <p:strVal val="0-#ppt_w/2"/>
                                          </p:val>
                                        </p:tav>
                                        <p:tav tm="100000">
                                          <p:val>
                                            <p:strVal val="#ppt_x"/>
                                          </p:val>
                                        </p:tav>
                                      </p:tavLst>
                                    </p:anim>
                                    <p:anim calcmode="lin" valueType="num">
                                      <p:cBhvr additive="base">
                                        <p:cTn id="170" dur="500" fill="hold"/>
                                        <p:tgtEl>
                                          <p:spTgt spid="39"/>
                                        </p:tgtEl>
                                        <p:attrNameLst>
                                          <p:attrName>ppt_y</p:attrName>
                                        </p:attrNameLst>
                                      </p:cBhvr>
                                      <p:tavLst>
                                        <p:tav tm="0">
                                          <p:val>
                                            <p:strVal val="#ppt_y"/>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2" presetClass="entr" presetSubtype="8" fill="hold" nodeType="clickEffect">
                                  <p:stCondLst>
                                    <p:cond delay="0"/>
                                  </p:stCondLst>
                                  <p:childTnLst>
                                    <p:set>
                                      <p:cBhvr>
                                        <p:cTn id="174" dur="1" fill="hold">
                                          <p:stCondLst>
                                            <p:cond delay="0"/>
                                          </p:stCondLst>
                                        </p:cTn>
                                        <p:tgtEl>
                                          <p:spTgt spid="40"/>
                                        </p:tgtEl>
                                        <p:attrNameLst>
                                          <p:attrName>style.visibility</p:attrName>
                                        </p:attrNameLst>
                                      </p:cBhvr>
                                      <p:to>
                                        <p:strVal val="visible"/>
                                      </p:to>
                                    </p:set>
                                    <p:anim calcmode="lin" valueType="num">
                                      <p:cBhvr additive="base">
                                        <p:cTn id="175" dur="500" fill="hold"/>
                                        <p:tgtEl>
                                          <p:spTgt spid="40"/>
                                        </p:tgtEl>
                                        <p:attrNameLst>
                                          <p:attrName>ppt_x</p:attrName>
                                        </p:attrNameLst>
                                      </p:cBhvr>
                                      <p:tavLst>
                                        <p:tav tm="0">
                                          <p:val>
                                            <p:strVal val="0-#ppt_w/2"/>
                                          </p:val>
                                        </p:tav>
                                        <p:tav tm="100000">
                                          <p:val>
                                            <p:strVal val="#ppt_x"/>
                                          </p:val>
                                        </p:tav>
                                      </p:tavLst>
                                    </p:anim>
                                    <p:anim calcmode="lin" valueType="num">
                                      <p:cBhvr additive="base">
                                        <p:cTn id="176" dur="500" fill="hold"/>
                                        <p:tgtEl>
                                          <p:spTgt spid="40"/>
                                        </p:tgtEl>
                                        <p:attrNameLst>
                                          <p:attrName>ppt_y</p:attrName>
                                        </p:attrNameLst>
                                      </p:cBhvr>
                                      <p:tavLst>
                                        <p:tav tm="0">
                                          <p:val>
                                            <p:strVal val="#ppt_y"/>
                                          </p:val>
                                        </p:tav>
                                        <p:tav tm="100000">
                                          <p:val>
                                            <p:strVal val="#ppt_y"/>
                                          </p:val>
                                        </p:tav>
                                      </p:tavLst>
                                    </p:anim>
                                  </p:childTnLst>
                                </p:cTn>
                              </p:par>
                            </p:childTnLst>
                          </p:cTn>
                        </p:par>
                      </p:childTnLst>
                    </p:cTn>
                  </p:par>
                  <p:par>
                    <p:cTn id="177" fill="hold">
                      <p:stCondLst>
                        <p:cond delay="indefinite"/>
                      </p:stCondLst>
                      <p:childTnLst>
                        <p:par>
                          <p:cTn id="178" fill="hold">
                            <p:stCondLst>
                              <p:cond delay="0"/>
                            </p:stCondLst>
                            <p:childTnLst>
                              <p:par>
                                <p:cTn id="179" presetID="2" presetClass="entr" presetSubtype="8" fill="hold" grpId="0" nodeType="clickEffect">
                                  <p:stCondLst>
                                    <p:cond delay="0"/>
                                  </p:stCondLst>
                                  <p:childTnLst>
                                    <p:set>
                                      <p:cBhvr>
                                        <p:cTn id="180" dur="1" fill="hold">
                                          <p:stCondLst>
                                            <p:cond delay="0"/>
                                          </p:stCondLst>
                                        </p:cTn>
                                        <p:tgtEl>
                                          <p:spTgt spid="41"/>
                                        </p:tgtEl>
                                        <p:attrNameLst>
                                          <p:attrName>style.visibility</p:attrName>
                                        </p:attrNameLst>
                                      </p:cBhvr>
                                      <p:to>
                                        <p:strVal val="visible"/>
                                      </p:to>
                                    </p:set>
                                    <p:anim calcmode="lin" valueType="num">
                                      <p:cBhvr additive="base">
                                        <p:cTn id="181" dur="500" fill="hold"/>
                                        <p:tgtEl>
                                          <p:spTgt spid="41"/>
                                        </p:tgtEl>
                                        <p:attrNameLst>
                                          <p:attrName>ppt_x</p:attrName>
                                        </p:attrNameLst>
                                      </p:cBhvr>
                                      <p:tavLst>
                                        <p:tav tm="0">
                                          <p:val>
                                            <p:strVal val="0-#ppt_w/2"/>
                                          </p:val>
                                        </p:tav>
                                        <p:tav tm="100000">
                                          <p:val>
                                            <p:strVal val="#ppt_x"/>
                                          </p:val>
                                        </p:tav>
                                      </p:tavLst>
                                    </p:anim>
                                    <p:anim calcmode="lin" valueType="num">
                                      <p:cBhvr additive="base">
                                        <p:cTn id="182" dur="500" fill="hold"/>
                                        <p:tgtEl>
                                          <p:spTgt spid="41"/>
                                        </p:tgtEl>
                                        <p:attrNameLst>
                                          <p:attrName>ppt_y</p:attrName>
                                        </p:attrNameLst>
                                      </p:cBhvr>
                                      <p:tavLst>
                                        <p:tav tm="0">
                                          <p:val>
                                            <p:strVal val="#ppt_y"/>
                                          </p:val>
                                        </p:tav>
                                        <p:tav tm="100000">
                                          <p:val>
                                            <p:strVal val="#ppt_y"/>
                                          </p:val>
                                        </p:tav>
                                      </p:tavLst>
                                    </p:anim>
                                  </p:childTnLst>
                                </p:cTn>
                              </p:par>
                            </p:childTnLst>
                          </p:cTn>
                        </p:par>
                      </p:childTnLst>
                    </p:cTn>
                  </p:par>
                  <p:par>
                    <p:cTn id="183" fill="hold">
                      <p:stCondLst>
                        <p:cond delay="indefinite"/>
                      </p:stCondLst>
                      <p:childTnLst>
                        <p:par>
                          <p:cTn id="184" fill="hold">
                            <p:stCondLst>
                              <p:cond delay="0"/>
                            </p:stCondLst>
                            <p:childTnLst>
                              <p:par>
                                <p:cTn id="185" presetID="2" presetClass="entr" presetSubtype="8" fill="hold" grpId="0" nodeType="clickEffect">
                                  <p:stCondLst>
                                    <p:cond delay="0"/>
                                  </p:stCondLst>
                                  <p:childTnLst>
                                    <p:set>
                                      <p:cBhvr>
                                        <p:cTn id="186" dur="1" fill="hold">
                                          <p:stCondLst>
                                            <p:cond delay="0"/>
                                          </p:stCondLst>
                                        </p:cTn>
                                        <p:tgtEl>
                                          <p:spTgt spid="42"/>
                                        </p:tgtEl>
                                        <p:attrNameLst>
                                          <p:attrName>style.visibility</p:attrName>
                                        </p:attrNameLst>
                                      </p:cBhvr>
                                      <p:to>
                                        <p:strVal val="visible"/>
                                      </p:to>
                                    </p:set>
                                    <p:anim calcmode="lin" valueType="num">
                                      <p:cBhvr additive="base">
                                        <p:cTn id="187" dur="500" fill="hold"/>
                                        <p:tgtEl>
                                          <p:spTgt spid="42"/>
                                        </p:tgtEl>
                                        <p:attrNameLst>
                                          <p:attrName>ppt_x</p:attrName>
                                        </p:attrNameLst>
                                      </p:cBhvr>
                                      <p:tavLst>
                                        <p:tav tm="0">
                                          <p:val>
                                            <p:strVal val="0-#ppt_w/2"/>
                                          </p:val>
                                        </p:tav>
                                        <p:tav tm="100000">
                                          <p:val>
                                            <p:strVal val="#ppt_x"/>
                                          </p:val>
                                        </p:tav>
                                      </p:tavLst>
                                    </p:anim>
                                    <p:anim calcmode="lin" valueType="num">
                                      <p:cBhvr additive="base">
                                        <p:cTn id="188"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189" fill="hold">
                      <p:stCondLst>
                        <p:cond delay="indefinite"/>
                      </p:stCondLst>
                      <p:childTnLst>
                        <p:par>
                          <p:cTn id="190" fill="hold">
                            <p:stCondLst>
                              <p:cond delay="0"/>
                            </p:stCondLst>
                            <p:childTnLst>
                              <p:par>
                                <p:cTn id="191" presetID="2" presetClass="entr" presetSubtype="8" fill="hold" grpId="0" nodeType="clickEffect">
                                  <p:stCondLst>
                                    <p:cond delay="0"/>
                                  </p:stCondLst>
                                  <p:childTnLst>
                                    <p:set>
                                      <p:cBhvr>
                                        <p:cTn id="192" dur="1" fill="hold">
                                          <p:stCondLst>
                                            <p:cond delay="0"/>
                                          </p:stCondLst>
                                        </p:cTn>
                                        <p:tgtEl>
                                          <p:spTgt spid="43"/>
                                        </p:tgtEl>
                                        <p:attrNameLst>
                                          <p:attrName>style.visibility</p:attrName>
                                        </p:attrNameLst>
                                      </p:cBhvr>
                                      <p:to>
                                        <p:strVal val="visible"/>
                                      </p:to>
                                    </p:set>
                                    <p:anim calcmode="lin" valueType="num">
                                      <p:cBhvr additive="base">
                                        <p:cTn id="193" dur="500" fill="hold"/>
                                        <p:tgtEl>
                                          <p:spTgt spid="43"/>
                                        </p:tgtEl>
                                        <p:attrNameLst>
                                          <p:attrName>ppt_x</p:attrName>
                                        </p:attrNameLst>
                                      </p:cBhvr>
                                      <p:tavLst>
                                        <p:tav tm="0">
                                          <p:val>
                                            <p:strVal val="0-#ppt_w/2"/>
                                          </p:val>
                                        </p:tav>
                                        <p:tav tm="100000">
                                          <p:val>
                                            <p:strVal val="#ppt_x"/>
                                          </p:val>
                                        </p:tav>
                                      </p:tavLst>
                                    </p:anim>
                                    <p:anim calcmode="lin" valueType="num">
                                      <p:cBhvr additive="base">
                                        <p:cTn id="194" dur="500" fill="hold"/>
                                        <p:tgtEl>
                                          <p:spTgt spid="43"/>
                                        </p:tgtEl>
                                        <p:attrNameLst>
                                          <p:attrName>ppt_y</p:attrName>
                                        </p:attrNameLst>
                                      </p:cBhvr>
                                      <p:tavLst>
                                        <p:tav tm="0">
                                          <p:val>
                                            <p:strVal val="#ppt_y"/>
                                          </p:val>
                                        </p:tav>
                                        <p:tav tm="100000">
                                          <p:val>
                                            <p:strVal val="#ppt_y"/>
                                          </p:val>
                                        </p:tav>
                                      </p:tavLst>
                                    </p:anim>
                                  </p:childTnLst>
                                </p:cTn>
                              </p:par>
                            </p:childTnLst>
                          </p:cTn>
                        </p:par>
                      </p:childTnLst>
                    </p:cTn>
                  </p:par>
                  <p:par>
                    <p:cTn id="195" fill="hold">
                      <p:stCondLst>
                        <p:cond delay="indefinite"/>
                      </p:stCondLst>
                      <p:childTnLst>
                        <p:par>
                          <p:cTn id="196" fill="hold">
                            <p:stCondLst>
                              <p:cond delay="0"/>
                            </p:stCondLst>
                            <p:childTnLst>
                              <p:par>
                                <p:cTn id="197" presetID="2" presetClass="entr" presetSubtype="8" fill="hold" grpId="0" nodeType="clickEffect">
                                  <p:stCondLst>
                                    <p:cond delay="0"/>
                                  </p:stCondLst>
                                  <p:childTnLst>
                                    <p:set>
                                      <p:cBhvr>
                                        <p:cTn id="198" dur="1" fill="hold">
                                          <p:stCondLst>
                                            <p:cond delay="0"/>
                                          </p:stCondLst>
                                        </p:cTn>
                                        <p:tgtEl>
                                          <p:spTgt spid="44"/>
                                        </p:tgtEl>
                                        <p:attrNameLst>
                                          <p:attrName>style.visibility</p:attrName>
                                        </p:attrNameLst>
                                      </p:cBhvr>
                                      <p:to>
                                        <p:strVal val="visible"/>
                                      </p:to>
                                    </p:set>
                                    <p:anim calcmode="lin" valueType="num">
                                      <p:cBhvr additive="base">
                                        <p:cTn id="199" dur="500" fill="hold"/>
                                        <p:tgtEl>
                                          <p:spTgt spid="44"/>
                                        </p:tgtEl>
                                        <p:attrNameLst>
                                          <p:attrName>ppt_x</p:attrName>
                                        </p:attrNameLst>
                                      </p:cBhvr>
                                      <p:tavLst>
                                        <p:tav tm="0">
                                          <p:val>
                                            <p:strVal val="0-#ppt_w/2"/>
                                          </p:val>
                                        </p:tav>
                                        <p:tav tm="100000">
                                          <p:val>
                                            <p:strVal val="#ppt_x"/>
                                          </p:val>
                                        </p:tav>
                                      </p:tavLst>
                                    </p:anim>
                                    <p:anim calcmode="lin" valueType="num">
                                      <p:cBhvr additive="base">
                                        <p:cTn id="200" dur="500" fill="hold"/>
                                        <p:tgtEl>
                                          <p:spTgt spid="44"/>
                                        </p:tgtEl>
                                        <p:attrNameLst>
                                          <p:attrName>ppt_y</p:attrName>
                                        </p:attrNameLst>
                                      </p:cBhvr>
                                      <p:tavLst>
                                        <p:tav tm="0">
                                          <p:val>
                                            <p:strVal val="#ppt_y"/>
                                          </p:val>
                                        </p:tav>
                                        <p:tav tm="100000">
                                          <p:val>
                                            <p:strVal val="#ppt_y"/>
                                          </p:val>
                                        </p:tav>
                                      </p:tavLst>
                                    </p:anim>
                                  </p:childTnLst>
                                </p:cTn>
                              </p:par>
                            </p:childTnLst>
                          </p:cTn>
                        </p:par>
                      </p:childTnLst>
                    </p:cTn>
                  </p:par>
                  <p:par>
                    <p:cTn id="201" fill="hold">
                      <p:stCondLst>
                        <p:cond delay="indefinite"/>
                      </p:stCondLst>
                      <p:childTnLst>
                        <p:par>
                          <p:cTn id="202" fill="hold">
                            <p:stCondLst>
                              <p:cond delay="0"/>
                            </p:stCondLst>
                            <p:childTnLst>
                              <p:par>
                                <p:cTn id="203" presetID="2" presetClass="entr" presetSubtype="8" fill="hold" nodeType="clickEffect">
                                  <p:stCondLst>
                                    <p:cond delay="0"/>
                                  </p:stCondLst>
                                  <p:childTnLst>
                                    <p:set>
                                      <p:cBhvr>
                                        <p:cTn id="204" dur="1" fill="hold">
                                          <p:stCondLst>
                                            <p:cond delay="0"/>
                                          </p:stCondLst>
                                        </p:cTn>
                                        <p:tgtEl>
                                          <p:spTgt spid="45"/>
                                        </p:tgtEl>
                                        <p:attrNameLst>
                                          <p:attrName>style.visibility</p:attrName>
                                        </p:attrNameLst>
                                      </p:cBhvr>
                                      <p:to>
                                        <p:strVal val="visible"/>
                                      </p:to>
                                    </p:set>
                                    <p:anim calcmode="lin" valueType="num">
                                      <p:cBhvr additive="base">
                                        <p:cTn id="205" dur="500" fill="hold"/>
                                        <p:tgtEl>
                                          <p:spTgt spid="45"/>
                                        </p:tgtEl>
                                        <p:attrNameLst>
                                          <p:attrName>ppt_x</p:attrName>
                                        </p:attrNameLst>
                                      </p:cBhvr>
                                      <p:tavLst>
                                        <p:tav tm="0">
                                          <p:val>
                                            <p:strVal val="0-#ppt_w/2"/>
                                          </p:val>
                                        </p:tav>
                                        <p:tav tm="100000">
                                          <p:val>
                                            <p:strVal val="#ppt_x"/>
                                          </p:val>
                                        </p:tav>
                                      </p:tavLst>
                                    </p:anim>
                                    <p:anim calcmode="lin" valueType="num">
                                      <p:cBhvr additive="base">
                                        <p:cTn id="206"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207" fill="hold">
                      <p:stCondLst>
                        <p:cond delay="indefinite"/>
                      </p:stCondLst>
                      <p:childTnLst>
                        <p:par>
                          <p:cTn id="208" fill="hold">
                            <p:stCondLst>
                              <p:cond delay="0"/>
                            </p:stCondLst>
                            <p:childTnLst>
                              <p:par>
                                <p:cTn id="209" presetID="2" presetClass="entr" presetSubtype="8" fill="hold" grpId="0" nodeType="clickEffect">
                                  <p:stCondLst>
                                    <p:cond delay="0"/>
                                  </p:stCondLst>
                                  <p:childTnLst>
                                    <p:set>
                                      <p:cBhvr>
                                        <p:cTn id="210" dur="1" fill="hold">
                                          <p:stCondLst>
                                            <p:cond delay="0"/>
                                          </p:stCondLst>
                                        </p:cTn>
                                        <p:tgtEl>
                                          <p:spTgt spid="46"/>
                                        </p:tgtEl>
                                        <p:attrNameLst>
                                          <p:attrName>style.visibility</p:attrName>
                                        </p:attrNameLst>
                                      </p:cBhvr>
                                      <p:to>
                                        <p:strVal val="visible"/>
                                      </p:to>
                                    </p:set>
                                    <p:anim calcmode="lin" valueType="num">
                                      <p:cBhvr additive="base">
                                        <p:cTn id="211" dur="500" fill="hold"/>
                                        <p:tgtEl>
                                          <p:spTgt spid="46"/>
                                        </p:tgtEl>
                                        <p:attrNameLst>
                                          <p:attrName>ppt_x</p:attrName>
                                        </p:attrNameLst>
                                      </p:cBhvr>
                                      <p:tavLst>
                                        <p:tav tm="0">
                                          <p:val>
                                            <p:strVal val="0-#ppt_w/2"/>
                                          </p:val>
                                        </p:tav>
                                        <p:tav tm="100000">
                                          <p:val>
                                            <p:strVal val="#ppt_x"/>
                                          </p:val>
                                        </p:tav>
                                      </p:tavLst>
                                    </p:anim>
                                    <p:anim calcmode="lin" valueType="num">
                                      <p:cBhvr additive="base">
                                        <p:cTn id="212"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213" fill="hold">
                      <p:stCondLst>
                        <p:cond delay="indefinite"/>
                      </p:stCondLst>
                      <p:childTnLst>
                        <p:par>
                          <p:cTn id="214" fill="hold">
                            <p:stCondLst>
                              <p:cond delay="0"/>
                            </p:stCondLst>
                            <p:childTnLst>
                              <p:par>
                                <p:cTn id="215" presetID="2" presetClass="entr" presetSubtype="8" fill="hold" grpId="0" nodeType="clickEffect">
                                  <p:stCondLst>
                                    <p:cond delay="0"/>
                                  </p:stCondLst>
                                  <p:childTnLst>
                                    <p:set>
                                      <p:cBhvr>
                                        <p:cTn id="216" dur="1" fill="hold">
                                          <p:stCondLst>
                                            <p:cond delay="0"/>
                                          </p:stCondLst>
                                        </p:cTn>
                                        <p:tgtEl>
                                          <p:spTgt spid="47"/>
                                        </p:tgtEl>
                                        <p:attrNameLst>
                                          <p:attrName>style.visibility</p:attrName>
                                        </p:attrNameLst>
                                      </p:cBhvr>
                                      <p:to>
                                        <p:strVal val="visible"/>
                                      </p:to>
                                    </p:set>
                                    <p:anim calcmode="lin" valueType="num">
                                      <p:cBhvr additive="base">
                                        <p:cTn id="217" dur="500" fill="hold"/>
                                        <p:tgtEl>
                                          <p:spTgt spid="47"/>
                                        </p:tgtEl>
                                        <p:attrNameLst>
                                          <p:attrName>ppt_x</p:attrName>
                                        </p:attrNameLst>
                                      </p:cBhvr>
                                      <p:tavLst>
                                        <p:tav tm="0">
                                          <p:val>
                                            <p:strVal val="0-#ppt_w/2"/>
                                          </p:val>
                                        </p:tav>
                                        <p:tav tm="100000">
                                          <p:val>
                                            <p:strVal val="#ppt_x"/>
                                          </p:val>
                                        </p:tav>
                                      </p:tavLst>
                                    </p:anim>
                                    <p:anim calcmode="lin" valueType="num">
                                      <p:cBhvr additive="base">
                                        <p:cTn id="218"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219" fill="hold">
                      <p:stCondLst>
                        <p:cond delay="indefinite"/>
                      </p:stCondLst>
                      <p:childTnLst>
                        <p:par>
                          <p:cTn id="220" fill="hold">
                            <p:stCondLst>
                              <p:cond delay="0"/>
                            </p:stCondLst>
                            <p:childTnLst>
                              <p:par>
                                <p:cTn id="221" presetID="2" presetClass="entr" presetSubtype="8" fill="hold" grpId="0" nodeType="clickEffect">
                                  <p:stCondLst>
                                    <p:cond delay="0"/>
                                  </p:stCondLst>
                                  <p:childTnLst>
                                    <p:set>
                                      <p:cBhvr>
                                        <p:cTn id="222" dur="1" fill="hold">
                                          <p:stCondLst>
                                            <p:cond delay="0"/>
                                          </p:stCondLst>
                                        </p:cTn>
                                        <p:tgtEl>
                                          <p:spTgt spid="48"/>
                                        </p:tgtEl>
                                        <p:attrNameLst>
                                          <p:attrName>style.visibility</p:attrName>
                                        </p:attrNameLst>
                                      </p:cBhvr>
                                      <p:to>
                                        <p:strVal val="visible"/>
                                      </p:to>
                                    </p:set>
                                    <p:anim calcmode="lin" valueType="num">
                                      <p:cBhvr additive="base">
                                        <p:cTn id="223" dur="500" fill="hold"/>
                                        <p:tgtEl>
                                          <p:spTgt spid="48"/>
                                        </p:tgtEl>
                                        <p:attrNameLst>
                                          <p:attrName>ppt_x</p:attrName>
                                        </p:attrNameLst>
                                      </p:cBhvr>
                                      <p:tavLst>
                                        <p:tav tm="0">
                                          <p:val>
                                            <p:strVal val="0-#ppt_w/2"/>
                                          </p:val>
                                        </p:tav>
                                        <p:tav tm="100000">
                                          <p:val>
                                            <p:strVal val="#ppt_x"/>
                                          </p:val>
                                        </p:tav>
                                      </p:tavLst>
                                    </p:anim>
                                    <p:anim calcmode="lin" valueType="num">
                                      <p:cBhvr additive="base">
                                        <p:cTn id="224"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225" fill="hold">
                      <p:stCondLst>
                        <p:cond delay="indefinite"/>
                      </p:stCondLst>
                      <p:childTnLst>
                        <p:par>
                          <p:cTn id="226" fill="hold">
                            <p:stCondLst>
                              <p:cond delay="0"/>
                            </p:stCondLst>
                            <p:childTnLst>
                              <p:par>
                                <p:cTn id="227" presetID="2" presetClass="entr" presetSubtype="8" fill="hold" grpId="0" nodeType="clickEffect">
                                  <p:stCondLst>
                                    <p:cond delay="0"/>
                                  </p:stCondLst>
                                  <p:childTnLst>
                                    <p:set>
                                      <p:cBhvr>
                                        <p:cTn id="228" dur="1" fill="hold">
                                          <p:stCondLst>
                                            <p:cond delay="0"/>
                                          </p:stCondLst>
                                        </p:cTn>
                                        <p:tgtEl>
                                          <p:spTgt spid="49"/>
                                        </p:tgtEl>
                                        <p:attrNameLst>
                                          <p:attrName>style.visibility</p:attrName>
                                        </p:attrNameLst>
                                      </p:cBhvr>
                                      <p:to>
                                        <p:strVal val="visible"/>
                                      </p:to>
                                    </p:set>
                                    <p:anim calcmode="lin" valueType="num">
                                      <p:cBhvr additive="base">
                                        <p:cTn id="229" dur="500" fill="hold"/>
                                        <p:tgtEl>
                                          <p:spTgt spid="49"/>
                                        </p:tgtEl>
                                        <p:attrNameLst>
                                          <p:attrName>ppt_x</p:attrName>
                                        </p:attrNameLst>
                                      </p:cBhvr>
                                      <p:tavLst>
                                        <p:tav tm="0">
                                          <p:val>
                                            <p:strVal val="0-#ppt_w/2"/>
                                          </p:val>
                                        </p:tav>
                                        <p:tav tm="100000">
                                          <p:val>
                                            <p:strVal val="#ppt_x"/>
                                          </p:val>
                                        </p:tav>
                                      </p:tavLst>
                                    </p:anim>
                                    <p:anim calcmode="lin" valueType="num">
                                      <p:cBhvr additive="base">
                                        <p:cTn id="230" dur="500" fill="hold"/>
                                        <p:tgtEl>
                                          <p:spTgt spid="49"/>
                                        </p:tgtEl>
                                        <p:attrNameLst>
                                          <p:attrName>ppt_y</p:attrName>
                                        </p:attrNameLst>
                                      </p:cBhvr>
                                      <p:tavLst>
                                        <p:tav tm="0">
                                          <p:val>
                                            <p:strVal val="#ppt_y"/>
                                          </p:val>
                                        </p:tav>
                                        <p:tav tm="100000">
                                          <p:val>
                                            <p:strVal val="#ppt_y"/>
                                          </p:val>
                                        </p:tav>
                                      </p:tavLst>
                                    </p:anim>
                                  </p:childTnLst>
                                </p:cTn>
                              </p:par>
                            </p:childTnLst>
                          </p:cTn>
                        </p:par>
                      </p:childTnLst>
                    </p:cTn>
                  </p:par>
                  <p:par>
                    <p:cTn id="231" fill="hold">
                      <p:stCondLst>
                        <p:cond delay="indefinite"/>
                      </p:stCondLst>
                      <p:childTnLst>
                        <p:par>
                          <p:cTn id="232" fill="hold">
                            <p:stCondLst>
                              <p:cond delay="0"/>
                            </p:stCondLst>
                            <p:childTnLst>
                              <p:par>
                                <p:cTn id="233" presetID="2" presetClass="entr" presetSubtype="8" fill="hold" nodeType="clickEffect">
                                  <p:stCondLst>
                                    <p:cond delay="0"/>
                                  </p:stCondLst>
                                  <p:childTnLst>
                                    <p:set>
                                      <p:cBhvr>
                                        <p:cTn id="234" dur="1" fill="hold">
                                          <p:stCondLst>
                                            <p:cond delay="0"/>
                                          </p:stCondLst>
                                        </p:cTn>
                                        <p:tgtEl>
                                          <p:spTgt spid="50"/>
                                        </p:tgtEl>
                                        <p:attrNameLst>
                                          <p:attrName>style.visibility</p:attrName>
                                        </p:attrNameLst>
                                      </p:cBhvr>
                                      <p:to>
                                        <p:strVal val="visible"/>
                                      </p:to>
                                    </p:set>
                                    <p:anim calcmode="lin" valueType="num">
                                      <p:cBhvr additive="base">
                                        <p:cTn id="235" dur="500" fill="hold"/>
                                        <p:tgtEl>
                                          <p:spTgt spid="50"/>
                                        </p:tgtEl>
                                        <p:attrNameLst>
                                          <p:attrName>ppt_x</p:attrName>
                                        </p:attrNameLst>
                                      </p:cBhvr>
                                      <p:tavLst>
                                        <p:tav tm="0">
                                          <p:val>
                                            <p:strVal val="0-#ppt_w/2"/>
                                          </p:val>
                                        </p:tav>
                                        <p:tav tm="100000">
                                          <p:val>
                                            <p:strVal val="#ppt_x"/>
                                          </p:val>
                                        </p:tav>
                                      </p:tavLst>
                                    </p:anim>
                                    <p:anim calcmode="lin" valueType="num">
                                      <p:cBhvr additive="base">
                                        <p:cTn id="236" dur="500" fill="hold"/>
                                        <p:tgtEl>
                                          <p:spTgt spid="50"/>
                                        </p:tgtEl>
                                        <p:attrNameLst>
                                          <p:attrName>ppt_y</p:attrName>
                                        </p:attrNameLst>
                                      </p:cBhvr>
                                      <p:tavLst>
                                        <p:tav tm="0">
                                          <p:val>
                                            <p:strVal val="#ppt_y"/>
                                          </p:val>
                                        </p:tav>
                                        <p:tav tm="100000">
                                          <p:val>
                                            <p:strVal val="#ppt_y"/>
                                          </p:val>
                                        </p:tav>
                                      </p:tavLst>
                                    </p:anim>
                                  </p:childTnLst>
                                </p:cTn>
                              </p:par>
                            </p:childTnLst>
                          </p:cTn>
                        </p:par>
                      </p:childTnLst>
                    </p:cTn>
                  </p:par>
                  <p:par>
                    <p:cTn id="237" fill="hold">
                      <p:stCondLst>
                        <p:cond delay="indefinite"/>
                      </p:stCondLst>
                      <p:childTnLst>
                        <p:par>
                          <p:cTn id="238" fill="hold">
                            <p:stCondLst>
                              <p:cond delay="0"/>
                            </p:stCondLst>
                            <p:childTnLst>
                              <p:par>
                                <p:cTn id="239" presetID="2" presetClass="entr" presetSubtype="8" fill="hold" grpId="0" nodeType="clickEffect">
                                  <p:stCondLst>
                                    <p:cond delay="0"/>
                                  </p:stCondLst>
                                  <p:childTnLst>
                                    <p:set>
                                      <p:cBhvr>
                                        <p:cTn id="240" dur="1" fill="hold">
                                          <p:stCondLst>
                                            <p:cond delay="0"/>
                                          </p:stCondLst>
                                        </p:cTn>
                                        <p:tgtEl>
                                          <p:spTgt spid="51"/>
                                        </p:tgtEl>
                                        <p:attrNameLst>
                                          <p:attrName>style.visibility</p:attrName>
                                        </p:attrNameLst>
                                      </p:cBhvr>
                                      <p:to>
                                        <p:strVal val="visible"/>
                                      </p:to>
                                    </p:set>
                                    <p:anim calcmode="lin" valueType="num">
                                      <p:cBhvr additive="base">
                                        <p:cTn id="241" dur="500" fill="hold"/>
                                        <p:tgtEl>
                                          <p:spTgt spid="51"/>
                                        </p:tgtEl>
                                        <p:attrNameLst>
                                          <p:attrName>ppt_x</p:attrName>
                                        </p:attrNameLst>
                                      </p:cBhvr>
                                      <p:tavLst>
                                        <p:tav tm="0">
                                          <p:val>
                                            <p:strVal val="0-#ppt_w/2"/>
                                          </p:val>
                                        </p:tav>
                                        <p:tav tm="100000">
                                          <p:val>
                                            <p:strVal val="#ppt_x"/>
                                          </p:val>
                                        </p:tav>
                                      </p:tavLst>
                                    </p:anim>
                                    <p:anim calcmode="lin" valueType="num">
                                      <p:cBhvr additive="base">
                                        <p:cTn id="242" dur="500" fill="hold"/>
                                        <p:tgtEl>
                                          <p:spTgt spid="51"/>
                                        </p:tgtEl>
                                        <p:attrNameLst>
                                          <p:attrName>ppt_y</p:attrName>
                                        </p:attrNameLst>
                                      </p:cBhvr>
                                      <p:tavLst>
                                        <p:tav tm="0">
                                          <p:val>
                                            <p:strVal val="#ppt_y"/>
                                          </p:val>
                                        </p:tav>
                                        <p:tav tm="100000">
                                          <p:val>
                                            <p:strVal val="#ppt_y"/>
                                          </p:val>
                                        </p:tav>
                                      </p:tavLst>
                                    </p:anim>
                                  </p:childTnLst>
                                </p:cTn>
                              </p:par>
                            </p:childTnLst>
                          </p:cTn>
                        </p:par>
                      </p:childTnLst>
                    </p:cTn>
                  </p:par>
                  <p:par>
                    <p:cTn id="243" fill="hold">
                      <p:stCondLst>
                        <p:cond delay="indefinite"/>
                      </p:stCondLst>
                      <p:childTnLst>
                        <p:par>
                          <p:cTn id="244" fill="hold">
                            <p:stCondLst>
                              <p:cond delay="0"/>
                            </p:stCondLst>
                            <p:childTnLst>
                              <p:par>
                                <p:cTn id="245" presetID="2" presetClass="entr" presetSubtype="8" fill="hold" grpId="0" nodeType="clickEffect">
                                  <p:stCondLst>
                                    <p:cond delay="0"/>
                                  </p:stCondLst>
                                  <p:childTnLst>
                                    <p:set>
                                      <p:cBhvr>
                                        <p:cTn id="246" dur="1" fill="hold">
                                          <p:stCondLst>
                                            <p:cond delay="0"/>
                                          </p:stCondLst>
                                        </p:cTn>
                                        <p:tgtEl>
                                          <p:spTgt spid="52"/>
                                        </p:tgtEl>
                                        <p:attrNameLst>
                                          <p:attrName>style.visibility</p:attrName>
                                        </p:attrNameLst>
                                      </p:cBhvr>
                                      <p:to>
                                        <p:strVal val="visible"/>
                                      </p:to>
                                    </p:set>
                                    <p:anim calcmode="lin" valueType="num">
                                      <p:cBhvr additive="base">
                                        <p:cTn id="247" dur="500" fill="hold"/>
                                        <p:tgtEl>
                                          <p:spTgt spid="52"/>
                                        </p:tgtEl>
                                        <p:attrNameLst>
                                          <p:attrName>ppt_x</p:attrName>
                                        </p:attrNameLst>
                                      </p:cBhvr>
                                      <p:tavLst>
                                        <p:tav tm="0">
                                          <p:val>
                                            <p:strVal val="0-#ppt_w/2"/>
                                          </p:val>
                                        </p:tav>
                                        <p:tav tm="100000">
                                          <p:val>
                                            <p:strVal val="#ppt_x"/>
                                          </p:val>
                                        </p:tav>
                                      </p:tavLst>
                                    </p:anim>
                                    <p:anim calcmode="lin" valueType="num">
                                      <p:cBhvr additive="base">
                                        <p:cTn id="248" dur="500" fill="hold"/>
                                        <p:tgtEl>
                                          <p:spTgt spid="52"/>
                                        </p:tgtEl>
                                        <p:attrNameLst>
                                          <p:attrName>ppt_y</p:attrName>
                                        </p:attrNameLst>
                                      </p:cBhvr>
                                      <p:tavLst>
                                        <p:tav tm="0">
                                          <p:val>
                                            <p:strVal val="#ppt_y"/>
                                          </p:val>
                                        </p:tav>
                                        <p:tav tm="100000">
                                          <p:val>
                                            <p:strVal val="#ppt_y"/>
                                          </p:val>
                                        </p:tav>
                                      </p:tavLst>
                                    </p:anim>
                                  </p:childTnLst>
                                </p:cTn>
                              </p:par>
                            </p:childTnLst>
                          </p:cTn>
                        </p:par>
                      </p:childTnLst>
                    </p:cTn>
                  </p:par>
                  <p:par>
                    <p:cTn id="249" fill="hold">
                      <p:stCondLst>
                        <p:cond delay="indefinite"/>
                      </p:stCondLst>
                      <p:childTnLst>
                        <p:par>
                          <p:cTn id="250" fill="hold">
                            <p:stCondLst>
                              <p:cond delay="0"/>
                            </p:stCondLst>
                            <p:childTnLst>
                              <p:par>
                                <p:cTn id="251" presetID="2" presetClass="entr" presetSubtype="8" fill="hold" grpId="0" nodeType="clickEffect">
                                  <p:stCondLst>
                                    <p:cond delay="0"/>
                                  </p:stCondLst>
                                  <p:childTnLst>
                                    <p:set>
                                      <p:cBhvr>
                                        <p:cTn id="252" dur="1" fill="hold">
                                          <p:stCondLst>
                                            <p:cond delay="0"/>
                                          </p:stCondLst>
                                        </p:cTn>
                                        <p:tgtEl>
                                          <p:spTgt spid="53"/>
                                        </p:tgtEl>
                                        <p:attrNameLst>
                                          <p:attrName>style.visibility</p:attrName>
                                        </p:attrNameLst>
                                      </p:cBhvr>
                                      <p:to>
                                        <p:strVal val="visible"/>
                                      </p:to>
                                    </p:set>
                                    <p:anim calcmode="lin" valueType="num">
                                      <p:cBhvr additive="base">
                                        <p:cTn id="253" dur="500" fill="hold"/>
                                        <p:tgtEl>
                                          <p:spTgt spid="53"/>
                                        </p:tgtEl>
                                        <p:attrNameLst>
                                          <p:attrName>ppt_x</p:attrName>
                                        </p:attrNameLst>
                                      </p:cBhvr>
                                      <p:tavLst>
                                        <p:tav tm="0">
                                          <p:val>
                                            <p:strVal val="0-#ppt_w/2"/>
                                          </p:val>
                                        </p:tav>
                                        <p:tav tm="100000">
                                          <p:val>
                                            <p:strVal val="#ppt_x"/>
                                          </p:val>
                                        </p:tav>
                                      </p:tavLst>
                                    </p:anim>
                                    <p:anim calcmode="lin" valueType="num">
                                      <p:cBhvr additive="base">
                                        <p:cTn id="254" dur="500" fill="hold"/>
                                        <p:tgtEl>
                                          <p:spTgt spid="53"/>
                                        </p:tgtEl>
                                        <p:attrNameLst>
                                          <p:attrName>ppt_y</p:attrName>
                                        </p:attrNameLst>
                                      </p:cBhvr>
                                      <p:tavLst>
                                        <p:tav tm="0">
                                          <p:val>
                                            <p:strVal val="#ppt_y"/>
                                          </p:val>
                                        </p:tav>
                                        <p:tav tm="100000">
                                          <p:val>
                                            <p:strVal val="#ppt_y"/>
                                          </p:val>
                                        </p:tav>
                                      </p:tavLst>
                                    </p:anim>
                                  </p:childTnLst>
                                </p:cTn>
                              </p:par>
                            </p:childTnLst>
                          </p:cTn>
                        </p:par>
                      </p:childTnLst>
                    </p:cTn>
                  </p:par>
                  <p:par>
                    <p:cTn id="255" fill="hold">
                      <p:stCondLst>
                        <p:cond delay="indefinite"/>
                      </p:stCondLst>
                      <p:childTnLst>
                        <p:par>
                          <p:cTn id="256" fill="hold">
                            <p:stCondLst>
                              <p:cond delay="0"/>
                            </p:stCondLst>
                            <p:childTnLst>
                              <p:par>
                                <p:cTn id="257" presetID="2" presetClass="entr" presetSubtype="8" fill="hold" grpId="0" nodeType="clickEffect">
                                  <p:stCondLst>
                                    <p:cond delay="0"/>
                                  </p:stCondLst>
                                  <p:childTnLst>
                                    <p:set>
                                      <p:cBhvr>
                                        <p:cTn id="258" dur="1" fill="hold">
                                          <p:stCondLst>
                                            <p:cond delay="0"/>
                                          </p:stCondLst>
                                        </p:cTn>
                                        <p:tgtEl>
                                          <p:spTgt spid="54"/>
                                        </p:tgtEl>
                                        <p:attrNameLst>
                                          <p:attrName>style.visibility</p:attrName>
                                        </p:attrNameLst>
                                      </p:cBhvr>
                                      <p:to>
                                        <p:strVal val="visible"/>
                                      </p:to>
                                    </p:set>
                                    <p:anim calcmode="lin" valueType="num">
                                      <p:cBhvr additive="base">
                                        <p:cTn id="259" dur="500" fill="hold"/>
                                        <p:tgtEl>
                                          <p:spTgt spid="54"/>
                                        </p:tgtEl>
                                        <p:attrNameLst>
                                          <p:attrName>ppt_x</p:attrName>
                                        </p:attrNameLst>
                                      </p:cBhvr>
                                      <p:tavLst>
                                        <p:tav tm="0">
                                          <p:val>
                                            <p:strVal val="0-#ppt_w/2"/>
                                          </p:val>
                                        </p:tav>
                                        <p:tav tm="100000">
                                          <p:val>
                                            <p:strVal val="#ppt_x"/>
                                          </p:val>
                                        </p:tav>
                                      </p:tavLst>
                                    </p:anim>
                                    <p:anim calcmode="lin" valueType="num">
                                      <p:cBhvr additive="base">
                                        <p:cTn id="260" dur="500" fill="hold"/>
                                        <p:tgtEl>
                                          <p:spTgt spid="54"/>
                                        </p:tgtEl>
                                        <p:attrNameLst>
                                          <p:attrName>ppt_y</p:attrName>
                                        </p:attrNameLst>
                                      </p:cBhvr>
                                      <p:tavLst>
                                        <p:tav tm="0">
                                          <p:val>
                                            <p:strVal val="#ppt_y"/>
                                          </p:val>
                                        </p:tav>
                                        <p:tav tm="100000">
                                          <p:val>
                                            <p:strVal val="#ppt_y"/>
                                          </p:val>
                                        </p:tav>
                                      </p:tavLst>
                                    </p:anim>
                                  </p:childTnLst>
                                </p:cTn>
                              </p:par>
                            </p:childTnLst>
                          </p:cTn>
                        </p:par>
                      </p:childTnLst>
                    </p:cTn>
                  </p:par>
                  <p:par>
                    <p:cTn id="261" fill="hold">
                      <p:stCondLst>
                        <p:cond delay="indefinite"/>
                      </p:stCondLst>
                      <p:childTnLst>
                        <p:par>
                          <p:cTn id="262" fill="hold">
                            <p:stCondLst>
                              <p:cond delay="0"/>
                            </p:stCondLst>
                            <p:childTnLst>
                              <p:par>
                                <p:cTn id="263" presetID="2" presetClass="entr" presetSubtype="8" fill="hold" nodeType="clickEffect">
                                  <p:stCondLst>
                                    <p:cond delay="0"/>
                                  </p:stCondLst>
                                  <p:childTnLst>
                                    <p:set>
                                      <p:cBhvr>
                                        <p:cTn id="264" dur="1" fill="hold">
                                          <p:stCondLst>
                                            <p:cond delay="0"/>
                                          </p:stCondLst>
                                        </p:cTn>
                                        <p:tgtEl>
                                          <p:spTgt spid="55"/>
                                        </p:tgtEl>
                                        <p:attrNameLst>
                                          <p:attrName>style.visibility</p:attrName>
                                        </p:attrNameLst>
                                      </p:cBhvr>
                                      <p:to>
                                        <p:strVal val="visible"/>
                                      </p:to>
                                    </p:set>
                                    <p:anim calcmode="lin" valueType="num">
                                      <p:cBhvr additive="base">
                                        <p:cTn id="265" dur="500" fill="hold"/>
                                        <p:tgtEl>
                                          <p:spTgt spid="55"/>
                                        </p:tgtEl>
                                        <p:attrNameLst>
                                          <p:attrName>ppt_x</p:attrName>
                                        </p:attrNameLst>
                                      </p:cBhvr>
                                      <p:tavLst>
                                        <p:tav tm="0">
                                          <p:val>
                                            <p:strVal val="0-#ppt_w/2"/>
                                          </p:val>
                                        </p:tav>
                                        <p:tav tm="100000">
                                          <p:val>
                                            <p:strVal val="#ppt_x"/>
                                          </p:val>
                                        </p:tav>
                                      </p:tavLst>
                                    </p:anim>
                                    <p:anim calcmode="lin" valueType="num">
                                      <p:cBhvr additive="base">
                                        <p:cTn id="266" dur="500" fill="hold"/>
                                        <p:tgtEl>
                                          <p:spTgt spid="55"/>
                                        </p:tgtEl>
                                        <p:attrNameLst>
                                          <p:attrName>ppt_y</p:attrName>
                                        </p:attrNameLst>
                                      </p:cBhvr>
                                      <p:tavLst>
                                        <p:tav tm="0">
                                          <p:val>
                                            <p:strVal val="#ppt_y"/>
                                          </p:val>
                                        </p:tav>
                                        <p:tav tm="100000">
                                          <p:val>
                                            <p:strVal val="#ppt_y"/>
                                          </p:val>
                                        </p:tav>
                                      </p:tavLst>
                                    </p:anim>
                                  </p:childTnLst>
                                </p:cTn>
                              </p:par>
                            </p:childTnLst>
                          </p:cTn>
                        </p:par>
                      </p:childTnLst>
                    </p:cTn>
                  </p:par>
                  <p:par>
                    <p:cTn id="267" fill="hold">
                      <p:stCondLst>
                        <p:cond delay="indefinite"/>
                      </p:stCondLst>
                      <p:childTnLst>
                        <p:par>
                          <p:cTn id="268" fill="hold">
                            <p:stCondLst>
                              <p:cond delay="0"/>
                            </p:stCondLst>
                            <p:childTnLst>
                              <p:par>
                                <p:cTn id="269" presetID="2" presetClass="entr" presetSubtype="8" fill="hold" grpId="0" nodeType="clickEffect">
                                  <p:stCondLst>
                                    <p:cond delay="0"/>
                                  </p:stCondLst>
                                  <p:childTnLst>
                                    <p:set>
                                      <p:cBhvr>
                                        <p:cTn id="270" dur="1" fill="hold">
                                          <p:stCondLst>
                                            <p:cond delay="0"/>
                                          </p:stCondLst>
                                        </p:cTn>
                                        <p:tgtEl>
                                          <p:spTgt spid="56"/>
                                        </p:tgtEl>
                                        <p:attrNameLst>
                                          <p:attrName>style.visibility</p:attrName>
                                        </p:attrNameLst>
                                      </p:cBhvr>
                                      <p:to>
                                        <p:strVal val="visible"/>
                                      </p:to>
                                    </p:set>
                                    <p:anim calcmode="lin" valueType="num">
                                      <p:cBhvr additive="base">
                                        <p:cTn id="271" dur="500" fill="hold"/>
                                        <p:tgtEl>
                                          <p:spTgt spid="56"/>
                                        </p:tgtEl>
                                        <p:attrNameLst>
                                          <p:attrName>ppt_x</p:attrName>
                                        </p:attrNameLst>
                                      </p:cBhvr>
                                      <p:tavLst>
                                        <p:tav tm="0">
                                          <p:val>
                                            <p:strVal val="0-#ppt_w/2"/>
                                          </p:val>
                                        </p:tav>
                                        <p:tav tm="100000">
                                          <p:val>
                                            <p:strVal val="#ppt_x"/>
                                          </p:val>
                                        </p:tav>
                                      </p:tavLst>
                                    </p:anim>
                                    <p:anim calcmode="lin" valueType="num">
                                      <p:cBhvr additive="base">
                                        <p:cTn id="272" dur="500" fill="hold"/>
                                        <p:tgtEl>
                                          <p:spTgt spid="56"/>
                                        </p:tgtEl>
                                        <p:attrNameLst>
                                          <p:attrName>ppt_y</p:attrName>
                                        </p:attrNameLst>
                                      </p:cBhvr>
                                      <p:tavLst>
                                        <p:tav tm="0">
                                          <p:val>
                                            <p:strVal val="#ppt_y"/>
                                          </p:val>
                                        </p:tav>
                                        <p:tav tm="100000">
                                          <p:val>
                                            <p:strVal val="#ppt_y"/>
                                          </p:val>
                                        </p:tav>
                                      </p:tavLst>
                                    </p:anim>
                                  </p:childTnLst>
                                </p:cTn>
                              </p:par>
                            </p:childTnLst>
                          </p:cTn>
                        </p:par>
                      </p:childTnLst>
                    </p:cTn>
                  </p:par>
                  <p:par>
                    <p:cTn id="273" fill="hold">
                      <p:stCondLst>
                        <p:cond delay="indefinite"/>
                      </p:stCondLst>
                      <p:childTnLst>
                        <p:par>
                          <p:cTn id="274" fill="hold">
                            <p:stCondLst>
                              <p:cond delay="0"/>
                            </p:stCondLst>
                            <p:childTnLst>
                              <p:par>
                                <p:cTn id="275" presetID="2" presetClass="entr" presetSubtype="8" fill="hold" grpId="0" nodeType="clickEffect">
                                  <p:stCondLst>
                                    <p:cond delay="0"/>
                                  </p:stCondLst>
                                  <p:childTnLst>
                                    <p:set>
                                      <p:cBhvr>
                                        <p:cTn id="276" dur="1" fill="hold">
                                          <p:stCondLst>
                                            <p:cond delay="0"/>
                                          </p:stCondLst>
                                        </p:cTn>
                                        <p:tgtEl>
                                          <p:spTgt spid="57"/>
                                        </p:tgtEl>
                                        <p:attrNameLst>
                                          <p:attrName>style.visibility</p:attrName>
                                        </p:attrNameLst>
                                      </p:cBhvr>
                                      <p:to>
                                        <p:strVal val="visible"/>
                                      </p:to>
                                    </p:set>
                                    <p:anim calcmode="lin" valueType="num">
                                      <p:cBhvr additive="base">
                                        <p:cTn id="277" dur="500" fill="hold"/>
                                        <p:tgtEl>
                                          <p:spTgt spid="57"/>
                                        </p:tgtEl>
                                        <p:attrNameLst>
                                          <p:attrName>ppt_x</p:attrName>
                                        </p:attrNameLst>
                                      </p:cBhvr>
                                      <p:tavLst>
                                        <p:tav tm="0">
                                          <p:val>
                                            <p:strVal val="0-#ppt_w/2"/>
                                          </p:val>
                                        </p:tav>
                                        <p:tav tm="100000">
                                          <p:val>
                                            <p:strVal val="#ppt_x"/>
                                          </p:val>
                                        </p:tav>
                                      </p:tavLst>
                                    </p:anim>
                                    <p:anim calcmode="lin" valueType="num">
                                      <p:cBhvr additive="base">
                                        <p:cTn id="278" dur="500" fill="hold"/>
                                        <p:tgtEl>
                                          <p:spTgt spid="57"/>
                                        </p:tgtEl>
                                        <p:attrNameLst>
                                          <p:attrName>ppt_y</p:attrName>
                                        </p:attrNameLst>
                                      </p:cBhvr>
                                      <p:tavLst>
                                        <p:tav tm="0">
                                          <p:val>
                                            <p:strVal val="#ppt_y"/>
                                          </p:val>
                                        </p:tav>
                                        <p:tav tm="100000">
                                          <p:val>
                                            <p:strVal val="#ppt_y"/>
                                          </p:val>
                                        </p:tav>
                                      </p:tavLst>
                                    </p:anim>
                                  </p:childTnLst>
                                </p:cTn>
                              </p:par>
                            </p:childTnLst>
                          </p:cTn>
                        </p:par>
                      </p:childTnLst>
                    </p:cTn>
                  </p:par>
                  <p:par>
                    <p:cTn id="279" fill="hold">
                      <p:stCondLst>
                        <p:cond delay="indefinite"/>
                      </p:stCondLst>
                      <p:childTnLst>
                        <p:par>
                          <p:cTn id="280" fill="hold">
                            <p:stCondLst>
                              <p:cond delay="0"/>
                            </p:stCondLst>
                            <p:childTnLst>
                              <p:par>
                                <p:cTn id="281" presetID="2" presetClass="entr" presetSubtype="8" fill="hold" grpId="0" nodeType="clickEffect">
                                  <p:stCondLst>
                                    <p:cond delay="0"/>
                                  </p:stCondLst>
                                  <p:childTnLst>
                                    <p:set>
                                      <p:cBhvr>
                                        <p:cTn id="282" dur="1" fill="hold">
                                          <p:stCondLst>
                                            <p:cond delay="0"/>
                                          </p:stCondLst>
                                        </p:cTn>
                                        <p:tgtEl>
                                          <p:spTgt spid="58"/>
                                        </p:tgtEl>
                                        <p:attrNameLst>
                                          <p:attrName>style.visibility</p:attrName>
                                        </p:attrNameLst>
                                      </p:cBhvr>
                                      <p:to>
                                        <p:strVal val="visible"/>
                                      </p:to>
                                    </p:set>
                                    <p:anim calcmode="lin" valueType="num">
                                      <p:cBhvr additive="base">
                                        <p:cTn id="283" dur="500" fill="hold"/>
                                        <p:tgtEl>
                                          <p:spTgt spid="58"/>
                                        </p:tgtEl>
                                        <p:attrNameLst>
                                          <p:attrName>ppt_x</p:attrName>
                                        </p:attrNameLst>
                                      </p:cBhvr>
                                      <p:tavLst>
                                        <p:tav tm="0">
                                          <p:val>
                                            <p:strVal val="0-#ppt_w/2"/>
                                          </p:val>
                                        </p:tav>
                                        <p:tav tm="100000">
                                          <p:val>
                                            <p:strVal val="#ppt_x"/>
                                          </p:val>
                                        </p:tav>
                                      </p:tavLst>
                                    </p:anim>
                                    <p:anim calcmode="lin" valueType="num">
                                      <p:cBhvr additive="base">
                                        <p:cTn id="284" dur="500" fill="hold"/>
                                        <p:tgtEl>
                                          <p:spTgt spid="58"/>
                                        </p:tgtEl>
                                        <p:attrNameLst>
                                          <p:attrName>ppt_y</p:attrName>
                                        </p:attrNameLst>
                                      </p:cBhvr>
                                      <p:tavLst>
                                        <p:tav tm="0">
                                          <p:val>
                                            <p:strVal val="#ppt_y"/>
                                          </p:val>
                                        </p:tav>
                                        <p:tav tm="100000">
                                          <p:val>
                                            <p:strVal val="#ppt_y"/>
                                          </p:val>
                                        </p:tav>
                                      </p:tavLst>
                                    </p:anim>
                                  </p:childTnLst>
                                </p:cTn>
                              </p:par>
                            </p:childTnLst>
                          </p:cTn>
                        </p:par>
                      </p:childTnLst>
                    </p:cTn>
                  </p:par>
                  <p:par>
                    <p:cTn id="285" fill="hold">
                      <p:stCondLst>
                        <p:cond delay="indefinite"/>
                      </p:stCondLst>
                      <p:childTnLst>
                        <p:par>
                          <p:cTn id="286" fill="hold">
                            <p:stCondLst>
                              <p:cond delay="0"/>
                            </p:stCondLst>
                            <p:childTnLst>
                              <p:par>
                                <p:cTn id="287" presetID="2" presetClass="entr" presetSubtype="8" fill="hold" grpId="0" nodeType="clickEffect">
                                  <p:stCondLst>
                                    <p:cond delay="0"/>
                                  </p:stCondLst>
                                  <p:childTnLst>
                                    <p:set>
                                      <p:cBhvr>
                                        <p:cTn id="288" dur="1" fill="hold">
                                          <p:stCondLst>
                                            <p:cond delay="0"/>
                                          </p:stCondLst>
                                        </p:cTn>
                                        <p:tgtEl>
                                          <p:spTgt spid="59"/>
                                        </p:tgtEl>
                                        <p:attrNameLst>
                                          <p:attrName>style.visibility</p:attrName>
                                        </p:attrNameLst>
                                      </p:cBhvr>
                                      <p:to>
                                        <p:strVal val="visible"/>
                                      </p:to>
                                    </p:set>
                                    <p:anim calcmode="lin" valueType="num">
                                      <p:cBhvr additive="base">
                                        <p:cTn id="289" dur="500" fill="hold"/>
                                        <p:tgtEl>
                                          <p:spTgt spid="59"/>
                                        </p:tgtEl>
                                        <p:attrNameLst>
                                          <p:attrName>ppt_x</p:attrName>
                                        </p:attrNameLst>
                                      </p:cBhvr>
                                      <p:tavLst>
                                        <p:tav tm="0">
                                          <p:val>
                                            <p:strVal val="0-#ppt_w/2"/>
                                          </p:val>
                                        </p:tav>
                                        <p:tav tm="100000">
                                          <p:val>
                                            <p:strVal val="#ppt_x"/>
                                          </p:val>
                                        </p:tav>
                                      </p:tavLst>
                                    </p:anim>
                                    <p:anim calcmode="lin" valueType="num">
                                      <p:cBhvr additive="base">
                                        <p:cTn id="290" dur="500" fill="hold"/>
                                        <p:tgtEl>
                                          <p:spTgt spid="59"/>
                                        </p:tgtEl>
                                        <p:attrNameLst>
                                          <p:attrName>ppt_y</p:attrName>
                                        </p:attrNameLst>
                                      </p:cBhvr>
                                      <p:tavLst>
                                        <p:tav tm="0">
                                          <p:val>
                                            <p:strVal val="#ppt_y"/>
                                          </p:val>
                                        </p:tav>
                                        <p:tav tm="100000">
                                          <p:val>
                                            <p:strVal val="#ppt_y"/>
                                          </p:val>
                                        </p:tav>
                                      </p:tavLst>
                                    </p:anim>
                                  </p:childTnLst>
                                </p:cTn>
                              </p:par>
                            </p:childTnLst>
                          </p:cTn>
                        </p:par>
                      </p:childTnLst>
                    </p:cTn>
                  </p:par>
                  <p:par>
                    <p:cTn id="291" fill="hold">
                      <p:stCondLst>
                        <p:cond delay="indefinite"/>
                      </p:stCondLst>
                      <p:childTnLst>
                        <p:par>
                          <p:cTn id="292" fill="hold">
                            <p:stCondLst>
                              <p:cond delay="0"/>
                            </p:stCondLst>
                            <p:childTnLst>
                              <p:par>
                                <p:cTn id="293" presetID="2" presetClass="entr" presetSubtype="8" fill="hold" nodeType="clickEffect">
                                  <p:stCondLst>
                                    <p:cond delay="0"/>
                                  </p:stCondLst>
                                  <p:childTnLst>
                                    <p:set>
                                      <p:cBhvr>
                                        <p:cTn id="294" dur="1" fill="hold">
                                          <p:stCondLst>
                                            <p:cond delay="0"/>
                                          </p:stCondLst>
                                        </p:cTn>
                                        <p:tgtEl>
                                          <p:spTgt spid="60"/>
                                        </p:tgtEl>
                                        <p:attrNameLst>
                                          <p:attrName>style.visibility</p:attrName>
                                        </p:attrNameLst>
                                      </p:cBhvr>
                                      <p:to>
                                        <p:strVal val="visible"/>
                                      </p:to>
                                    </p:set>
                                    <p:anim calcmode="lin" valueType="num">
                                      <p:cBhvr additive="base">
                                        <p:cTn id="295" dur="500" fill="hold"/>
                                        <p:tgtEl>
                                          <p:spTgt spid="60"/>
                                        </p:tgtEl>
                                        <p:attrNameLst>
                                          <p:attrName>ppt_x</p:attrName>
                                        </p:attrNameLst>
                                      </p:cBhvr>
                                      <p:tavLst>
                                        <p:tav tm="0">
                                          <p:val>
                                            <p:strVal val="0-#ppt_w/2"/>
                                          </p:val>
                                        </p:tav>
                                        <p:tav tm="100000">
                                          <p:val>
                                            <p:strVal val="#ppt_x"/>
                                          </p:val>
                                        </p:tav>
                                      </p:tavLst>
                                    </p:anim>
                                    <p:anim calcmode="lin" valueType="num">
                                      <p:cBhvr additive="base">
                                        <p:cTn id="296" dur="500" fill="hold"/>
                                        <p:tgtEl>
                                          <p:spTgt spid="60"/>
                                        </p:tgtEl>
                                        <p:attrNameLst>
                                          <p:attrName>ppt_y</p:attrName>
                                        </p:attrNameLst>
                                      </p:cBhvr>
                                      <p:tavLst>
                                        <p:tav tm="0">
                                          <p:val>
                                            <p:strVal val="#ppt_y"/>
                                          </p:val>
                                        </p:tav>
                                        <p:tav tm="100000">
                                          <p:val>
                                            <p:strVal val="#ppt_y"/>
                                          </p:val>
                                        </p:tav>
                                      </p:tavLst>
                                    </p:anim>
                                  </p:childTnLst>
                                </p:cTn>
                              </p:par>
                            </p:childTnLst>
                          </p:cTn>
                        </p:par>
                      </p:childTnLst>
                    </p:cTn>
                  </p:par>
                  <p:par>
                    <p:cTn id="297" fill="hold">
                      <p:stCondLst>
                        <p:cond delay="indefinite"/>
                      </p:stCondLst>
                      <p:childTnLst>
                        <p:par>
                          <p:cTn id="298" fill="hold">
                            <p:stCondLst>
                              <p:cond delay="0"/>
                            </p:stCondLst>
                            <p:childTnLst>
                              <p:par>
                                <p:cTn id="299" presetID="2" presetClass="entr" presetSubtype="8" fill="hold" grpId="0" nodeType="clickEffect">
                                  <p:stCondLst>
                                    <p:cond delay="0"/>
                                  </p:stCondLst>
                                  <p:childTnLst>
                                    <p:set>
                                      <p:cBhvr>
                                        <p:cTn id="300" dur="1" fill="hold">
                                          <p:stCondLst>
                                            <p:cond delay="0"/>
                                          </p:stCondLst>
                                        </p:cTn>
                                        <p:tgtEl>
                                          <p:spTgt spid="61"/>
                                        </p:tgtEl>
                                        <p:attrNameLst>
                                          <p:attrName>style.visibility</p:attrName>
                                        </p:attrNameLst>
                                      </p:cBhvr>
                                      <p:to>
                                        <p:strVal val="visible"/>
                                      </p:to>
                                    </p:set>
                                    <p:anim calcmode="lin" valueType="num">
                                      <p:cBhvr additive="base">
                                        <p:cTn id="301" dur="500" fill="hold"/>
                                        <p:tgtEl>
                                          <p:spTgt spid="61"/>
                                        </p:tgtEl>
                                        <p:attrNameLst>
                                          <p:attrName>ppt_x</p:attrName>
                                        </p:attrNameLst>
                                      </p:cBhvr>
                                      <p:tavLst>
                                        <p:tav tm="0">
                                          <p:val>
                                            <p:strVal val="0-#ppt_w/2"/>
                                          </p:val>
                                        </p:tav>
                                        <p:tav tm="100000">
                                          <p:val>
                                            <p:strVal val="#ppt_x"/>
                                          </p:val>
                                        </p:tav>
                                      </p:tavLst>
                                    </p:anim>
                                    <p:anim calcmode="lin" valueType="num">
                                      <p:cBhvr additive="base">
                                        <p:cTn id="302" dur="500" fill="hold"/>
                                        <p:tgtEl>
                                          <p:spTgt spid="61"/>
                                        </p:tgtEl>
                                        <p:attrNameLst>
                                          <p:attrName>ppt_y</p:attrName>
                                        </p:attrNameLst>
                                      </p:cBhvr>
                                      <p:tavLst>
                                        <p:tav tm="0">
                                          <p:val>
                                            <p:strVal val="#ppt_y"/>
                                          </p:val>
                                        </p:tav>
                                        <p:tav tm="100000">
                                          <p:val>
                                            <p:strVal val="#ppt_y"/>
                                          </p:val>
                                        </p:tav>
                                      </p:tavLst>
                                    </p:anim>
                                  </p:childTnLst>
                                </p:cTn>
                              </p:par>
                            </p:childTnLst>
                          </p:cTn>
                        </p:par>
                      </p:childTnLst>
                    </p:cTn>
                  </p:par>
                  <p:par>
                    <p:cTn id="303" fill="hold">
                      <p:stCondLst>
                        <p:cond delay="indefinite"/>
                      </p:stCondLst>
                      <p:childTnLst>
                        <p:par>
                          <p:cTn id="304" fill="hold">
                            <p:stCondLst>
                              <p:cond delay="0"/>
                            </p:stCondLst>
                            <p:childTnLst>
                              <p:par>
                                <p:cTn id="305" presetID="2" presetClass="entr" presetSubtype="8" fill="hold" grpId="0" nodeType="clickEffect">
                                  <p:stCondLst>
                                    <p:cond delay="0"/>
                                  </p:stCondLst>
                                  <p:childTnLst>
                                    <p:set>
                                      <p:cBhvr>
                                        <p:cTn id="306" dur="1" fill="hold">
                                          <p:stCondLst>
                                            <p:cond delay="0"/>
                                          </p:stCondLst>
                                        </p:cTn>
                                        <p:tgtEl>
                                          <p:spTgt spid="62"/>
                                        </p:tgtEl>
                                        <p:attrNameLst>
                                          <p:attrName>style.visibility</p:attrName>
                                        </p:attrNameLst>
                                      </p:cBhvr>
                                      <p:to>
                                        <p:strVal val="visible"/>
                                      </p:to>
                                    </p:set>
                                    <p:anim calcmode="lin" valueType="num">
                                      <p:cBhvr additive="base">
                                        <p:cTn id="307" dur="500" fill="hold"/>
                                        <p:tgtEl>
                                          <p:spTgt spid="62"/>
                                        </p:tgtEl>
                                        <p:attrNameLst>
                                          <p:attrName>ppt_x</p:attrName>
                                        </p:attrNameLst>
                                      </p:cBhvr>
                                      <p:tavLst>
                                        <p:tav tm="0">
                                          <p:val>
                                            <p:strVal val="0-#ppt_w/2"/>
                                          </p:val>
                                        </p:tav>
                                        <p:tav tm="100000">
                                          <p:val>
                                            <p:strVal val="#ppt_x"/>
                                          </p:val>
                                        </p:tav>
                                      </p:tavLst>
                                    </p:anim>
                                    <p:anim calcmode="lin" valueType="num">
                                      <p:cBhvr additive="base">
                                        <p:cTn id="308" dur="500" fill="hold"/>
                                        <p:tgtEl>
                                          <p:spTgt spid="62"/>
                                        </p:tgtEl>
                                        <p:attrNameLst>
                                          <p:attrName>ppt_y</p:attrName>
                                        </p:attrNameLst>
                                      </p:cBhvr>
                                      <p:tavLst>
                                        <p:tav tm="0">
                                          <p:val>
                                            <p:strVal val="#ppt_y"/>
                                          </p:val>
                                        </p:tav>
                                        <p:tav tm="100000">
                                          <p:val>
                                            <p:strVal val="#ppt_y"/>
                                          </p:val>
                                        </p:tav>
                                      </p:tavLst>
                                    </p:anim>
                                  </p:childTnLst>
                                </p:cTn>
                              </p:par>
                            </p:childTnLst>
                          </p:cTn>
                        </p:par>
                      </p:childTnLst>
                    </p:cTn>
                  </p:par>
                  <p:par>
                    <p:cTn id="309" fill="hold">
                      <p:stCondLst>
                        <p:cond delay="indefinite"/>
                      </p:stCondLst>
                      <p:childTnLst>
                        <p:par>
                          <p:cTn id="310" fill="hold">
                            <p:stCondLst>
                              <p:cond delay="0"/>
                            </p:stCondLst>
                            <p:childTnLst>
                              <p:par>
                                <p:cTn id="311" presetID="2" presetClass="entr" presetSubtype="8" fill="hold" grpId="0" nodeType="clickEffect">
                                  <p:stCondLst>
                                    <p:cond delay="0"/>
                                  </p:stCondLst>
                                  <p:childTnLst>
                                    <p:set>
                                      <p:cBhvr>
                                        <p:cTn id="312" dur="1" fill="hold">
                                          <p:stCondLst>
                                            <p:cond delay="0"/>
                                          </p:stCondLst>
                                        </p:cTn>
                                        <p:tgtEl>
                                          <p:spTgt spid="63"/>
                                        </p:tgtEl>
                                        <p:attrNameLst>
                                          <p:attrName>style.visibility</p:attrName>
                                        </p:attrNameLst>
                                      </p:cBhvr>
                                      <p:to>
                                        <p:strVal val="visible"/>
                                      </p:to>
                                    </p:set>
                                    <p:anim calcmode="lin" valueType="num">
                                      <p:cBhvr additive="base">
                                        <p:cTn id="313" dur="500" fill="hold"/>
                                        <p:tgtEl>
                                          <p:spTgt spid="63"/>
                                        </p:tgtEl>
                                        <p:attrNameLst>
                                          <p:attrName>ppt_x</p:attrName>
                                        </p:attrNameLst>
                                      </p:cBhvr>
                                      <p:tavLst>
                                        <p:tav tm="0">
                                          <p:val>
                                            <p:strVal val="0-#ppt_w/2"/>
                                          </p:val>
                                        </p:tav>
                                        <p:tav tm="100000">
                                          <p:val>
                                            <p:strVal val="#ppt_x"/>
                                          </p:val>
                                        </p:tav>
                                      </p:tavLst>
                                    </p:anim>
                                    <p:anim calcmode="lin" valueType="num">
                                      <p:cBhvr additive="base">
                                        <p:cTn id="314" dur="500" fill="hold"/>
                                        <p:tgtEl>
                                          <p:spTgt spid="63"/>
                                        </p:tgtEl>
                                        <p:attrNameLst>
                                          <p:attrName>ppt_y</p:attrName>
                                        </p:attrNameLst>
                                      </p:cBhvr>
                                      <p:tavLst>
                                        <p:tav tm="0">
                                          <p:val>
                                            <p:strVal val="#ppt_y"/>
                                          </p:val>
                                        </p:tav>
                                        <p:tav tm="100000">
                                          <p:val>
                                            <p:strVal val="#ppt_y"/>
                                          </p:val>
                                        </p:tav>
                                      </p:tavLst>
                                    </p:anim>
                                  </p:childTnLst>
                                </p:cTn>
                              </p:par>
                            </p:childTnLst>
                          </p:cTn>
                        </p:par>
                      </p:childTnLst>
                    </p:cTn>
                  </p:par>
                  <p:par>
                    <p:cTn id="315" fill="hold">
                      <p:stCondLst>
                        <p:cond delay="indefinite"/>
                      </p:stCondLst>
                      <p:childTnLst>
                        <p:par>
                          <p:cTn id="316" fill="hold">
                            <p:stCondLst>
                              <p:cond delay="0"/>
                            </p:stCondLst>
                            <p:childTnLst>
                              <p:par>
                                <p:cTn id="317" presetID="2" presetClass="entr" presetSubtype="8" fill="hold" grpId="0" nodeType="clickEffect">
                                  <p:stCondLst>
                                    <p:cond delay="0"/>
                                  </p:stCondLst>
                                  <p:childTnLst>
                                    <p:set>
                                      <p:cBhvr>
                                        <p:cTn id="318" dur="1" fill="hold">
                                          <p:stCondLst>
                                            <p:cond delay="0"/>
                                          </p:stCondLst>
                                        </p:cTn>
                                        <p:tgtEl>
                                          <p:spTgt spid="64"/>
                                        </p:tgtEl>
                                        <p:attrNameLst>
                                          <p:attrName>style.visibility</p:attrName>
                                        </p:attrNameLst>
                                      </p:cBhvr>
                                      <p:to>
                                        <p:strVal val="visible"/>
                                      </p:to>
                                    </p:set>
                                    <p:anim calcmode="lin" valueType="num">
                                      <p:cBhvr additive="base">
                                        <p:cTn id="319" dur="500" fill="hold"/>
                                        <p:tgtEl>
                                          <p:spTgt spid="64"/>
                                        </p:tgtEl>
                                        <p:attrNameLst>
                                          <p:attrName>ppt_x</p:attrName>
                                        </p:attrNameLst>
                                      </p:cBhvr>
                                      <p:tavLst>
                                        <p:tav tm="0">
                                          <p:val>
                                            <p:strVal val="0-#ppt_w/2"/>
                                          </p:val>
                                        </p:tav>
                                        <p:tav tm="100000">
                                          <p:val>
                                            <p:strVal val="#ppt_x"/>
                                          </p:val>
                                        </p:tav>
                                      </p:tavLst>
                                    </p:anim>
                                    <p:anim calcmode="lin" valueType="num">
                                      <p:cBhvr additive="base">
                                        <p:cTn id="320" dur="500" fill="hold"/>
                                        <p:tgtEl>
                                          <p:spTgt spid="64"/>
                                        </p:tgtEl>
                                        <p:attrNameLst>
                                          <p:attrName>ppt_y</p:attrName>
                                        </p:attrNameLst>
                                      </p:cBhvr>
                                      <p:tavLst>
                                        <p:tav tm="0">
                                          <p:val>
                                            <p:strVal val="#ppt_y"/>
                                          </p:val>
                                        </p:tav>
                                        <p:tav tm="100000">
                                          <p:val>
                                            <p:strVal val="#ppt_y"/>
                                          </p:val>
                                        </p:tav>
                                      </p:tavLst>
                                    </p:anim>
                                  </p:childTnLst>
                                </p:cTn>
                              </p:par>
                            </p:childTnLst>
                          </p:cTn>
                        </p:par>
                      </p:childTnLst>
                    </p:cTn>
                  </p:par>
                  <p:par>
                    <p:cTn id="321" fill="hold">
                      <p:stCondLst>
                        <p:cond delay="indefinite"/>
                      </p:stCondLst>
                      <p:childTnLst>
                        <p:par>
                          <p:cTn id="322" fill="hold">
                            <p:stCondLst>
                              <p:cond delay="0"/>
                            </p:stCondLst>
                            <p:childTnLst>
                              <p:par>
                                <p:cTn id="323" presetID="2" presetClass="entr" presetSubtype="8" fill="hold" nodeType="clickEffect">
                                  <p:stCondLst>
                                    <p:cond delay="0"/>
                                  </p:stCondLst>
                                  <p:childTnLst>
                                    <p:set>
                                      <p:cBhvr>
                                        <p:cTn id="324" dur="1" fill="hold">
                                          <p:stCondLst>
                                            <p:cond delay="0"/>
                                          </p:stCondLst>
                                        </p:cTn>
                                        <p:tgtEl>
                                          <p:spTgt spid="65"/>
                                        </p:tgtEl>
                                        <p:attrNameLst>
                                          <p:attrName>style.visibility</p:attrName>
                                        </p:attrNameLst>
                                      </p:cBhvr>
                                      <p:to>
                                        <p:strVal val="visible"/>
                                      </p:to>
                                    </p:set>
                                    <p:anim calcmode="lin" valueType="num">
                                      <p:cBhvr additive="base">
                                        <p:cTn id="325" dur="500" fill="hold"/>
                                        <p:tgtEl>
                                          <p:spTgt spid="65"/>
                                        </p:tgtEl>
                                        <p:attrNameLst>
                                          <p:attrName>ppt_x</p:attrName>
                                        </p:attrNameLst>
                                      </p:cBhvr>
                                      <p:tavLst>
                                        <p:tav tm="0">
                                          <p:val>
                                            <p:strVal val="0-#ppt_w/2"/>
                                          </p:val>
                                        </p:tav>
                                        <p:tav tm="100000">
                                          <p:val>
                                            <p:strVal val="#ppt_x"/>
                                          </p:val>
                                        </p:tav>
                                      </p:tavLst>
                                    </p:anim>
                                    <p:anim calcmode="lin" valueType="num">
                                      <p:cBhvr additive="base">
                                        <p:cTn id="326" dur="500" fill="hold"/>
                                        <p:tgtEl>
                                          <p:spTgt spid="65"/>
                                        </p:tgtEl>
                                        <p:attrNameLst>
                                          <p:attrName>ppt_y</p:attrName>
                                        </p:attrNameLst>
                                      </p:cBhvr>
                                      <p:tavLst>
                                        <p:tav tm="0">
                                          <p:val>
                                            <p:strVal val="#ppt_y"/>
                                          </p:val>
                                        </p:tav>
                                        <p:tav tm="100000">
                                          <p:val>
                                            <p:strVal val="#ppt_y"/>
                                          </p:val>
                                        </p:tav>
                                      </p:tavLst>
                                    </p:anim>
                                  </p:childTnLst>
                                </p:cTn>
                              </p:par>
                            </p:childTnLst>
                          </p:cTn>
                        </p:par>
                      </p:childTnLst>
                    </p:cTn>
                  </p:par>
                  <p:par>
                    <p:cTn id="327" fill="hold">
                      <p:stCondLst>
                        <p:cond delay="indefinite"/>
                      </p:stCondLst>
                      <p:childTnLst>
                        <p:par>
                          <p:cTn id="328" fill="hold">
                            <p:stCondLst>
                              <p:cond delay="0"/>
                            </p:stCondLst>
                            <p:childTnLst>
                              <p:par>
                                <p:cTn id="329" presetID="2" presetClass="entr" presetSubtype="8" fill="hold" grpId="0" nodeType="clickEffect">
                                  <p:stCondLst>
                                    <p:cond delay="0"/>
                                  </p:stCondLst>
                                  <p:childTnLst>
                                    <p:set>
                                      <p:cBhvr>
                                        <p:cTn id="330" dur="1" fill="hold">
                                          <p:stCondLst>
                                            <p:cond delay="0"/>
                                          </p:stCondLst>
                                        </p:cTn>
                                        <p:tgtEl>
                                          <p:spTgt spid="66"/>
                                        </p:tgtEl>
                                        <p:attrNameLst>
                                          <p:attrName>style.visibility</p:attrName>
                                        </p:attrNameLst>
                                      </p:cBhvr>
                                      <p:to>
                                        <p:strVal val="visible"/>
                                      </p:to>
                                    </p:set>
                                    <p:anim calcmode="lin" valueType="num">
                                      <p:cBhvr additive="base">
                                        <p:cTn id="331" dur="500" fill="hold"/>
                                        <p:tgtEl>
                                          <p:spTgt spid="66"/>
                                        </p:tgtEl>
                                        <p:attrNameLst>
                                          <p:attrName>ppt_x</p:attrName>
                                        </p:attrNameLst>
                                      </p:cBhvr>
                                      <p:tavLst>
                                        <p:tav tm="0">
                                          <p:val>
                                            <p:strVal val="0-#ppt_w/2"/>
                                          </p:val>
                                        </p:tav>
                                        <p:tav tm="100000">
                                          <p:val>
                                            <p:strVal val="#ppt_x"/>
                                          </p:val>
                                        </p:tav>
                                      </p:tavLst>
                                    </p:anim>
                                    <p:anim calcmode="lin" valueType="num">
                                      <p:cBhvr additive="base">
                                        <p:cTn id="332" dur="500" fill="hold"/>
                                        <p:tgtEl>
                                          <p:spTgt spid="66"/>
                                        </p:tgtEl>
                                        <p:attrNameLst>
                                          <p:attrName>ppt_y</p:attrName>
                                        </p:attrNameLst>
                                      </p:cBhvr>
                                      <p:tavLst>
                                        <p:tav tm="0">
                                          <p:val>
                                            <p:strVal val="#ppt_y"/>
                                          </p:val>
                                        </p:tav>
                                        <p:tav tm="100000">
                                          <p:val>
                                            <p:strVal val="#ppt_y"/>
                                          </p:val>
                                        </p:tav>
                                      </p:tavLst>
                                    </p:anim>
                                  </p:childTnLst>
                                </p:cTn>
                              </p:par>
                            </p:childTnLst>
                          </p:cTn>
                        </p:par>
                      </p:childTnLst>
                    </p:cTn>
                  </p:par>
                  <p:par>
                    <p:cTn id="333" fill="hold">
                      <p:stCondLst>
                        <p:cond delay="indefinite"/>
                      </p:stCondLst>
                      <p:childTnLst>
                        <p:par>
                          <p:cTn id="334" fill="hold">
                            <p:stCondLst>
                              <p:cond delay="0"/>
                            </p:stCondLst>
                            <p:childTnLst>
                              <p:par>
                                <p:cTn id="335" presetID="2" presetClass="entr" presetSubtype="8" fill="hold" grpId="0" nodeType="clickEffect">
                                  <p:stCondLst>
                                    <p:cond delay="0"/>
                                  </p:stCondLst>
                                  <p:childTnLst>
                                    <p:set>
                                      <p:cBhvr>
                                        <p:cTn id="336" dur="1" fill="hold">
                                          <p:stCondLst>
                                            <p:cond delay="0"/>
                                          </p:stCondLst>
                                        </p:cTn>
                                        <p:tgtEl>
                                          <p:spTgt spid="67"/>
                                        </p:tgtEl>
                                        <p:attrNameLst>
                                          <p:attrName>style.visibility</p:attrName>
                                        </p:attrNameLst>
                                      </p:cBhvr>
                                      <p:to>
                                        <p:strVal val="visible"/>
                                      </p:to>
                                    </p:set>
                                    <p:anim calcmode="lin" valueType="num">
                                      <p:cBhvr additive="base">
                                        <p:cTn id="337" dur="500" fill="hold"/>
                                        <p:tgtEl>
                                          <p:spTgt spid="67"/>
                                        </p:tgtEl>
                                        <p:attrNameLst>
                                          <p:attrName>ppt_x</p:attrName>
                                        </p:attrNameLst>
                                      </p:cBhvr>
                                      <p:tavLst>
                                        <p:tav tm="0">
                                          <p:val>
                                            <p:strVal val="0-#ppt_w/2"/>
                                          </p:val>
                                        </p:tav>
                                        <p:tav tm="100000">
                                          <p:val>
                                            <p:strVal val="#ppt_x"/>
                                          </p:val>
                                        </p:tav>
                                      </p:tavLst>
                                    </p:anim>
                                    <p:anim calcmode="lin" valueType="num">
                                      <p:cBhvr additive="base">
                                        <p:cTn id="338" dur="500" fill="hold"/>
                                        <p:tgtEl>
                                          <p:spTgt spid="67"/>
                                        </p:tgtEl>
                                        <p:attrNameLst>
                                          <p:attrName>ppt_y</p:attrName>
                                        </p:attrNameLst>
                                      </p:cBhvr>
                                      <p:tavLst>
                                        <p:tav tm="0">
                                          <p:val>
                                            <p:strVal val="#ppt_y"/>
                                          </p:val>
                                        </p:tav>
                                        <p:tav tm="100000">
                                          <p:val>
                                            <p:strVal val="#ppt_y"/>
                                          </p:val>
                                        </p:tav>
                                      </p:tavLst>
                                    </p:anim>
                                  </p:childTnLst>
                                </p:cTn>
                              </p:par>
                            </p:childTnLst>
                          </p:cTn>
                        </p:par>
                      </p:childTnLst>
                    </p:cTn>
                  </p:par>
                  <p:par>
                    <p:cTn id="339" fill="hold">
                      <p:stCondLst>
                        <p:cond delay="indefinite"/>
                      </p:stCondLst>
                      <p:childTnLst>
                        <p:par>
                          <p:cTn id="340" fill="hold">
                            <p:stCondLst>
                              <p:cond delay="0"/>
                            </p:stCondLst>
                            <p:childTnLst>
                              <p:par>
                                <p:cTn id="341" presetID="2" presetClass="entr" presetSubtype="8" fill="hold" grpId="0" nodeType="clickEffect">
                                  <p:stCondLst>
                                    <p:cond delay="0"/>
                                  </p:stCondLst>
                                  <p:childTnLst>
                                    <p:set>
                                      <p:cBhvr>
                                        <p:cTn id="342" dur="1" fill="hold">
                                          <p:stCondLst>
                                            <p:cond delay="0"/>
                                          </p:stCondLst>
                                        </p:cTn>
                                        <p:tgtEl>
                                          <p:spTgt spid="68"/>
                                        </p:tgtEl>
                                        <p:attrNameLst>
                                          <p:attrName>style.visibility</p:attrName>
                                        </p:attrNameLst>
                                      </p:cBhvr>
                                      <p:to>
                                        <p:strVal val="visible"/>
                                      </p:to>
                                    </p:set>
                                    <p:anim calcmode="lin" valueType="num">
                                      <p:cBhvr additive="base">
                                        <p:cTn id="343" dur="500" fill="hold"/>
                                        <p:tgtEl>
                                          <p:spTgt spid="68"/>
                                        </p:tgtEl>
                                        <p:attrNameLst>
                                          <p:attrName>ppt_x</p:attrName>
                                        </p:attrNameLst>
                                      </p:cBhvr>
                                      <p:tavLst>
                                        <p:tav tm="0">
                                          <p:val>
                                            <p:strVal val="0-#ppt_w/2"/>
                                          </p:val>
                                        </p:tav>
                                        <p:tav tm="100000">
                                          <p:val>
                                            <p:strVal val="#ppt_x"/>
                                          </p:val>
                                        </p:tav>
                                      </p:tavLst>
                                    </p:anim>
                                    <p:anim calcmode="lin" valueType="num">
                                      <p:cBhvr additive="base">
                                        <p:cTn id="344" dur="500" fill="hold"/>
                                        <p:tgtEl>
                                          <p:spTgt spid="68"/>
                                        </p:tgtEl>
                                        <p:attrNameLst>
                                          <p:attrName>ppt_y</p:attrName>
                                        </p:attrNameLst>
                                      </p:cBhvr>
                                      <p:tavLst>
                                        <p:tav tm="0">
                                          <p:val>
                                            <p:strVal val="#ppt_y"/>
                                          </p:val>
                                        </p:tav>
                                        <p:tav tm="100000">
                                          <p:val>
                                            <p:strVal val="#ppt_y"/>
                                          </p:val>
                                        </p:tav>
                                      </p:tavLst>
                                    </p:anim>
                                  </p:childTnLst>
                                </p:cTn>
                              </p:par>
                            </p:childTnLst>
                          </p:cTn>
                        </p:par>
                      </p:childTnLst>
                    </p:cTn>
                  </p:par>
                  <p:par>
                    <p:cTn id="345" fill="hold">
                      <p:stCondLst>
                        <p:cond delay="indefinite"/>
                      </p:stCondLst>
                      <p:childTnLst>
                        <p:par>
                          <p:cTn id="346" fill="hold">
                            <p:stCondLst>
                              <p:cond delay="0"/>
                            </p:stCondLst>
                            <p:childTnLst>
                              <p:par>
                                <p:cTn id="347" presetID="2" presetClass="entr" presetSubtype="8" fill="hold" grpId="0" nodeType="clickEffect">
                                  <p:stCondLst>
                                    <p:cond delay="0"/>
                                  </p:stCondLst>
                                  <p:childTnLst>
                                    <p:set>
                                      <p:cBhvr>
                                        <p:cTn id="348" dur="1" fill="hold">
                                          <p:stCondLst>
                                            <p:cond delay="0"/>
                                          </p:stCondLst>
                                        </p:cTn>
                                        <p:tgtEl>
                                          <p:spTgt spid="69"/>
                                        </p:tgtEl>
                                        <p:attrNameLst>
                                          <p:attrName>style.visibility</p:attrName>
                                        </p:attrNameLst>
                                      </p:cBhvr>
                                      <p:to>
                                        <p:strVal val="visible"/>
                                      </p:to>
                                    </p:set>
                                    <p:anim calcmode="lin" valueType="num">
                                      <p:cBhvr additive="base">
                                        <p:cTn id="349" dur="500" fill="hold"/>
                                        <p:tgtEl>
                                          <p:spTgt spid="69"/>
                                        </p:tgtEl>
                                        <p:attrNameLst>
                                          <p:attrName>ppt_x</p:attrName>
                                        </p:attrNameLst>
                                      </p:cBhvr>
                                      <p:tavLst>
                                        <p:tav tm="0">
                                          <p:val>
                                            <p:strVal val="0-#ppt_w/2"/>
                                          </p:val>
                                        </p:tav>
                                        <p:tav tm="100000">
                                          <p:val>
                                            <p:strVal val="#ppt_x"/>
                                          </p:val>
                                        </p:tav>
                                      </p:tavLst>
                                    </p:anim>
                                    <p:anim calcmode="lin" valueType="num">
                                      <p:cBhvr additive="base">
                                        <p:cTn id="350" dur="500" fill="hold"/>
                                        <p:tgtEl>
                                          <p:spTgt spid="69"/>
                                        </p:tgtEl>
                                        <p:attrNameLst>
                                          <p:attrName>ppt_y</p:attrName>
                                        </p:attrNameLst>
                                      </p:cBhvr>
                                      <p:tavLst>
                                        <p:tav tm="0">
                                          <p:val>
                                            <p:strVal val="#ppt_y"/>
                                          </p:val>
                                        </p:tav>
                                        <p:tav tm="100000">
                                          <p:val>
                                            <p:strVal val="#ppt_y"/>
                                          </p:val>
                                        </p:tav>
                                      </p:tavLst>
                                    </p:anim>
                                  </p:childTnLst>
                                </p:cTn>
                              </p:par>
                            </p:childTnLst>
                          </p:cTn>
                        </p:par>
                      </p:childTnLst>
                    </p:cTn>
                  </p:par>
                  <p:par>
                    <p:cTn id="351" fill="hold">
                      <p:stCondLst>
                        <p:cond delay="indefinite"/>
                      </p:stCondLst>
                      <p:childTnLst>
                        <p:par>
                          <p:cTn id="352" fill="hold">
                            <p:stCondLst>
                              <p:cond delay="0"/>
                            </p:stCondLst>
                            <p:childTnLst>
                              <p:par>
                                <p:cTn id="353" presetID="2" presetClass="entr" presetSubtype="8" fill="hold" nodeType="clickEffect">
                                  <p:stCondLst>
                                    <p:cond delay="0"/>
                                  </p:stCondLst>
                                  <p:childTnLst>
                                    <p:set>
                                      <p:cBhvr>
                                        <p:cTn id="354" dur="1" fill="hold">
                                          <p:stCondLst>
                                            <p:cond delay="0"/>
                                          </p:stCondLst>
                                        </p:cTn>
                                        <p:tgtEl>
                                          <p:spTgt spid="70"/>
                                        </p:tgtEl>
                                        <p:attrNameLst>
                                          <p:attrName>style.visibility</p:attrName>
                                        </p:attrNameLst>
                                      </p:cBhvr>
                                      <p:to>
                                        <p:strVal val="visible"/>
                                      </p:to>
                                    </p:set>
                                    <p:anim calcmode="lin" valueType="num">
                                      <p:cBhvr additive="base">
                                        <p:cTn id="355" dur="500" fill="hold"/>
                                        <p:tgtEl>
                                          <p:spTgt spid="70"/>
                                        </p:tgtEl>
                                        <p:attrNameLst>
                                          <p:attrName>ppt_x</p:attrName>
                                        </p:attrNameLst>
                                      </p:cBhvr>
                                      <p:tavLst>
                                        <p:tav tm="0">
                                          <p:val>
                                            <p:strVal val="0-#ppt_w/2"/>
                                          </p:val>
                                        </p:tav>
                                        <p:tav tm="100000">
                                          <p:val>
                                            <p:strVal val="#ppt_x"/>
                                          </p:val>
                                        </p:tav>
                                      </p:tavLst>
                                    </p:anim>
                                    <p:anim calcmode="lin" valueType="num">
                                      <p:cBhvr additive="base">
                                        <p:cTn id="356" dur="500" fill="hold"/>
                                        <p:tgtEl>
                                          <p:spTgt spid="70"/>
                                        </p:tgtEl>
                                        <p:attrNameLst>
                                          <p:attrName>ppt_y</p:attrName>
                                        </p:attrNameLst>
                                      </p:cBhvr>
                                      <p:tavLst>
                                        <p:tav tm="0">
                                          <p:val>
                                            <p:strVal val="#ppt_y"/>
                                          </p:val>
                                        </p:tav>
                                        <p:tav tm="100000">
                                          <p:val>
                                            <p:strVal val="#ppt_y"/>
                                          </p:val>
                                        </p:tav>
                                      </p:tavLst>
                                    </p:anim>
                                  </p:childTnLst>
                                </p:cTn>
                              </p:par>
                            </p:childTnLst>
                          </p:cTn>
                        </p:par>
                      </p:childTnLst>
                    </p:cTn>
                  </p:par>
                  <p:par>
                    <p:cTn id="357" fill="hold">
                      <p:stCondLst>
                        <p:cond delay="indefinite"/>
                      </p:stCondLst>
                      <p:childTnLst>
                        <p:par>
                          <p:cTn id="358" fill="hold">
                            <p:stCondLst>
                              <p:cond delay="0"/>
                            </p:stCondLst>
                            <p:childTnLst>
                              <p:par>
                                <p:cTn id="359" presetID="2" presetClass="entr" presetSubtype="8" fill="hold" grpId="0" nodeType="clickEffect">
                                  <p:stCondLst>
                                    <p:cond delay="0"/>
                                  </p:stCondLst>
                                  <p:childTnLst>
                                    <p:set>
                                      <p:cBhvr>
                                        <p:cTn id="360" dur="1" fill="hold">
                                          <p:stCondLst>
                                            <p:cond delay="0"/>
                                          </p:stCondLst>
                                        </p:cTn>
                                        <p:tgtEl>
                                          <p:spTgt spid="71"/>
                                        </p:tgtEl>
                                        <p:attrNameLst>
                                          <p:attrName>style.visibility</p:attrName>
                                        </p:attrNameLst>
                                      </p:cBhvr>
                                      <p:to>
                                        <p:strVal val="visible"/>
                                      </p:to>
                                    </p:set>
                                    <p:anim calcmode="lin" valueType="num">
                                      <p:cBhvr additive="base">
                                        <p:cTn id="361" dur="500" fill="hold"/>
                                        <p:tgtEl>
                                          <p:spTgt spid="71"/>
                                        </p:tgtEl>
                                        <p:attrNameLst>
                                          <p:attrName>ppt_x</p:attrName>
                                        </p:attrNameLst>
                                      </p:cBhvr>
                                      <p:tavLst>
                                        <p:tav tm="0">
                                          <p:val>
                                            <p:strVal val="0-#ppt_w/2"/>
                                          </p:val>
                                        </p:tav>
                                        <p:tav tm="100000">
                                          <p:val>
                                            <p:strVal val="#ppt_x"/>
                                          </p:val>
                                        </p:tav>
                                      </p:tavLst>
                                    </p:anim>
                                    <p:anim calcmode="lin" valueType="num">
                                      <p:cBhvr additive="base">
                                        <p:cTn id="362" dur="500" fill="hold"/>
                                        <p:tgtEl>
                                          <p:spTgt spid="71"/>
                                        </p:tgtEl>
                                        <p:attrNameLst>
                                          <p:attrName>ppt_y</p:attrName>
                                        </p:attrNameLst>
                                      </p:cBhvr>
                                      <p:tavLst>
                                        <p:tav tm="0">
                                          <p:val>
                                            <p:strVal val="#ppt_y"/>
                                          </p:val>
                                        </p:tav>
                                        <p:tav tm="100000">
                                          <p:val>
                                            <p:strVal val="#ppt_y"/>
                                          </p:val>
                                        </p:tav>
                                      </p:tavLst>
                                    </p:anim>
                                  </p:childTnLst>
                                </p:cTn>
                              </p:par>
                            </p:childTnLst>
                          </p:cTn>
                        </p:par>
                      </p:childTnLst>
                    </p:cTn>
                  </p:par>
                  <p:par>
                    <p:cTn id="363" fill="hold">
                      <p:stCondLst>
                        <p:cond delay="indefinite"/>
                      </p:stCondLst>
                      <p:childTnLst>
                        <p:par>
                          <p:cTn id="364" fill="hold">
                            <p:stCondLst>
                              <p:cond delay="0"/>
                            </p:stCondLst>
                            <p:childTnLst>
                              <p:par>
                                <p:cTn id="365" presetID="2" presetClass="entr" presetSubtype="8" fill="hold" grpId="0" nodeType="clickEffect">
                                  <p:stCondLst>
                                    <p:cond delay="0"/>
                                  </p:stCondLst>
                                  <p:childTnLst>
                                    <p:set>
                                      <p:cBhvr>
                                        <p:cTn id="366" dur="1" fill="hold">
                                          <p:stCondLst>
                                            <p:cond delay="0"/>
                                          </p:stCondLst>
                                        </p:cTn>
                                        <p:tgtEl>
                                          <p:spTgt spid="72"/>
                                        </p:tgtEl>
                                        <p:attrNameLst>
                                          <p:attrName>style.visibility</p:attrName>
                                        </p:attrNameLst>
                                      </p:cBhvr>
                                      <p:to>
                                        <p:strVal val="visible"/>
                                      </p:to>
                                    </p:set>
                                    <p:anim calcmode="lin" valueType="num">
                                      <p:cBhvr additive="base">
                                        <p:cTn id="367" dur="500" fill="hold"/>
                                        <p:tgtEl>
                                          <p:spTgt spid="72"/>
                                        </p:tgtEl>
                                        <p:attrNameLst>
                                          <p:attrName>ppt_x</p:attrName>
                                        </p:attrNameLst>
                                      </p:cBhvr>
                                      <p:tavLst>
                                        <p:tav tm="0">
                                          <p:val>
                                            <p:strVal val="0-#ppt_w/2"/>
                                          </p:val>
                                        </p:tav>
                                        <p:tav tm="100000">
                                          <p:val>
                                            <p:strVal val="#ppt_x"/>
                                          </p:val>
                                        </p:tav>
                                      </p:tavLst>
                                    </p:anim>
                                    <p:anim calcmode="lin" valueType="num">
                                      <p:cBhvr additive="base">
                                        <p:cTn id="368" dur="500" fill="hold"/>
                                        <p:tgtEl>
                                          <p:spTgt spid="72"/>
                                        </p:tgtEl>
                                        <p:attrNameLst>
                                          <p:attrName>ppt_y</p:attrName>
                                        </p:attrNameLst>
                                      </p:cBhvr>
                                      <p:tavLst>
                                        <p:tav tm="0">
                                          <p:val>
                                            <p:strVal val="#ppt_y"/>
                                          </p:val>
                                        </p:tav>
                                        <p:tav tm="100000">
                                          <p:val>
                                            <p:strVal val="#ppt_y"/>
                                          </p:val>
                                        </p:tav>
                                      </p:tavLst>
                                    </p:anim>
                                  </p:childTnLst>
                                </p:cTn>
                              </p:par>
                            </p:childTnLst>
                          </p:cTn>
                        </p:par>
                      </p:childTnLst>
                    </p:cTn>
                  </p:par>
                  <p:par>
                    <p:cTn id="369" fill="hold">
                      <p:stCondLst>
                        <p:cond delay="indefinite"/>
                      </p:stCondLst>
                      <p:childTnLst>
                        <p:par>
                          <p:cTn id="370" fill="hold">
                            <p:stCondLst>
                              <p:cond delay="0"/>
                            </p:stCondLst>
                            <p:childTnLst>
                              <p:par>
                                <p:cTn id="371" presetID="2" presetClass="entr" presetSubtype="8" fill="hold" grpId="0" nodeType="clickEffect">
                                  <p:stCondLst>
                                    <p:cond delay="0"/>
                                  </p:stCondLst>
                                  <p:childTnLst>
                                    <p:set>
                                      <p:cBhvr>
                                        <p:cTn id="372" dur="1" fill="hold">
                                          <p:stCondLst>
                                            <p:cond delay="0"/>
                                          </p:stCondLst>
                                        </p:cTn>
                                        <p:tgtEl>
                                          <p:spTgt spid="73"/>
                                        </p:tgtEl>
                                        <p:attrNameLst>
                                          <p:attrName>style.visibility</p:attrName>
                                        </p:attrNameLst>
                                      </p:cBhvr>
                                      <p:to>
                                        <p:strVal val="visible"/>
                                      </p:to>
                                    </p:set>
                                    <p:anim calcmode="lin" valueType="num">
                                      <p:cBhvr additive="base">
                                        <p:cTn id="373" dur="500" fill="hold"/>
                                        <p:tgtEl>
                                          <p:spTgt spid="73"/>
                                        </p:tgtEl>
                                        <p:attrNameLst>
                                          <p:attrName>ppt_x</p:attrName>
                                        </p:attrNameLst>
                                      </p:cBhvr>
                                      <p:tavLst>
                                        <p:tav tm="0">
                                          <p:val>
                                            <p:strVal val="0-#ppt_w/2"/>
                                          </p:val>
                                        </p:tav>
                                        <p:tav tm="100000">
                                          <p:val>
                                            <p:strVal val="#ppt_x"/>
                                          </p:val>
                                        </p:tav>
                                      </p:tavLst>
                                    </p:anim>
                                    <p:anim calcmode="lin" valueType="num">
                                      <p:cBhvr additive="base">
                                        <p:cTn id="374" dur="500" fill="hold"/>
                                        <p:tgtEl>
                                          <p:spTgt spid="73"/>
                                        </p:tgtEl>
                                        <p:attrNameLst>
                                          <p:attrName>ppt_y</p:attrName>
                                        </p:attrNameLst>
                                      </p:cBhvr>
                                      <p:tavLst>
                                        <p:tav tm="0">
                                          <p:val>
                                            <p:strVal val="#ppt_y"/>
                                          </p:val>
                                        </p:tav>
                                        <p:tav tm="100000">
                                          <p:val>
                                            <p:strVal val="#ppt_y"/>
                                          </p:val>
                                        </p:tav>
                                      </p:tavLst>
                                    </p:anim>
                                  </p:childTnLst>
                                </p:cTn>
                              </p:par>
                            </p:childTnLst>
                          </p:cTn>
                        </p:par>
                      </p:childTnLst>
                    </p:cTn>
                  </p:par>
                  <p:par>
                    <p:cTn id="375" fill="hold">
                      <p:stCondLst>
                        <p:cond delay="indefinite"/>
                      </p:stCondLst>
                      <p:childTnLst>
                        <p:par>
                          <p:cTn id="376" fill="hold">
                            <p:stCondLst>
                              <p:cond delay="0"/>
                            </p:stCondLst>
                            <p:childTnLst>
                              <p:par>
                                <p:cTn id="377" presetID="2" presetClass="entr" presetSubtype="8" fill="hold" grpId="0" nodeType="clickEffect">
                                  <p:stCondLst>
                                    <p:cond delay="0"/>
                                  </p:stCondLst>
                                  <p:childTnLst>
                                    <p:set>
                                      <p:cBhvr>
                                        <p:cTn id="378" dur="1" fill="hold">
                                          <p:stCondLst>
                                            <p:cond delay="0"/>
                                          </p:stCondLst>
                                        </p:cTn>
                                        <p:tgtEl>
                                          <p:spTgt spid="74"/>
                                        </p:tgtEl>
                                        <p:attrNameLst>
                                          <p:attrName>style.visibility</p:attrName>
                                        </p:attrNameLst>
                                      </p:cBhvr>
                                      <p:to>
                                        <p:strVal val="visible"/>
                                      </p:to>
                                    </p:set>
                                    <p:anim calcmode="lin" valueType="num">
                                      <p:cBhvr additive="base">
                                        <p:cTn id="379" dur="500" fill="hold"/>
                                        <p:tgtEl>
                                          <p:spTgt spid="74"/>
                                        </p:tgtEl>
                                        <p:attrNameLst>
                                          <p:attrName>ppt_x</p:attrName>
                                        </p:attrNameLst>
                                      </p:cBhvr>
                                      <p:tavLst>
                                        <p:tav tm="0">
                                          <p:val>
                                            <p:strVal val="0-#ppt_w/2"/>
                                          </p:val>
                                        </p:tav>
                                        <p:tav tm="100000">
                                          <p:val>
                                            <p:strVal val="#ppt_x"/>
                                          </p:val>
                                        </p:tav>
                                      </p:tavLst>
                                    </p:anim>
                                    <p:anim calcmode="lin" valueType="num">
                                      <p:cBhvr additive="base">
                                        <p:cTn id="380" dur="500" fill="hold"/>
                                        <p:tgtEl>
                                          <p:spTgt spid="74"/>
                                        </p:tgtEl>
                                        <p:attrNameLst>
                                          <p:attrName>ppt_y</p:attrName>
                                        </p:attrNameLst>
                                      </p:cBhvr>
                                      <p:tavLst>
                                        <p:tav tm="0">
                                          <p:val>
                                            <p:strVal val="#ppt_y"/>
                                          </p:val>
                                        </p:tav>
                                        <p:tav tm="100000">
                                          <p:val>
                                            <p:strVal val="#ppt_y"/>
                                          </p:val>
                                        </p:tav>
                                      </p:tavLst>
                                    </p:anim>
                                  </p:childTnLst>
                                </p:cTn>
                              </p:par>
                            </p:childTnLst>
                          </p:cTn>
                        </p:par>
                      </p:childTnLst>
                    </p:cTn>
                  </p:par>
                  <p:par>
                    <p:cTn id="381" fill="hold">
                      <p:stCondLst>
                        <p:cond delay="indefinite"/>
                      </p:stCondLst>
                      <p:childTnLst>
                        <p:par>
                          <p:cTn id="382" fill="hold">
                            <p:stCondLst>
                              <p:cond delay="0"/>
                            </p:stCondLst>
                            <p:childTnLst>
                              <p:par>
                                <p:cTn id="383" presetID="2" presetClass="entr" presetSubtype="8" fill="hold" nodeType="clickEffect">
                                  <p:stCondLst>
                                    <p:cond delay="0"/>
                                  </p:stCondLst>
                                  <p:childTnLst>
                                    <p:set>
                                      <p:cBhvr>
                                        <p:cTn id="384" dur="1" fill="hold">
                                          <p:stCondLst>
                                            <p:cond delay="0"/>
                                          </p:stCondLst>
                                        </p:cTn>
                                        <p:tgtEl>
                                          <p:spTgt spid="75"/>
                                        </p:tgtEl>
                                        <p:attrNameLst>
                                          <p:attrName>style.visibility</p:attrName>
                                        </p:attrNameLst>
                                      </p:cBhvr>
                                      <p:to>
                                        <p:strVal val="visible"/>
                                      </p:to>
                                    </p:set>
                                    <p:anim calcmode="lin" valueType="num">
                                      <p:cBhvr additive="base">
                                        <p:cTn id="385" dur="500" fill="hold"/>
                                        <p:tgtEl>
                                          <p:spTgt spid="75"/>
                                        </p:tgtEl>
                                        <p:attrNameLst>
                                          <p:attrName>ppt_x</p:attrName>
                                        </p:attrNameLst>
                                      </p:cBhvr>
                                      <p:tavLst>
                                        <p:tav tm="0">
                                          <p:val>
                                            <p:strVal val="0-#ppt_w/2"/>
                                          </p:val>
                                        </p:tav>
                                        <p:tav tm="100000">
                                          <p:val>
                                            <p:strVal val="#ppt_x"/>
                                          </p:val>
                                        </p:tav>
                                      </p:tavLst>
                                    </p:anim>
                                    <p:anim calcmode="lin" valueType="num">
                                      <p:cBhvr additive="base">
                                        <p:cTn id="386" dur="500" fill="hold"/>
                                        <p:tgtEl>
                                          <p:spTgt spid="75"/>
                                        </p:tgtEl>
                                        <p:attrNameLst>
                                          <p:attrName>ppt_y</p:attrName>
                                        </p:attrNameLst>
                                      </p:cBhvr>
                                      <p:tavLst>
                                        <p:tav tm="0">
                                          <p:val>
                                            <p:strVal val="#ppt_y"/>
                                          </p:val>
                                        </p:tav>
                                        <p:tav tm="100000">
                                          <p:val>
                                            <p:strVal val="#ppt_y"/>
                                          </p:val>
                                        </p:tav>
                                      </p:tavLst>
                                    </p:anim>
                                  </p:childTnLst>
                                </p:cTn>
                              </p:par>
                            </p:childTnLst>
                          </p:cTn>
                        </p:par>
                      </p:childTnLst>
                    </p:cTn>
                  </p:par>
                  <p:par>
                    <p:cTn id="387" fill="hold">
                      <p:stCondLst>
                        <p:cond delay="indefinite"/>
                      </p:stCondLst>
                      <p:childTnLst>
                        <p:par>
                          <p:cTn id="388" fill="hold">
                            <p:stCondLst>
                              <p:cond delay="0"/>
                            </p:stCondLst>
                            <p:childTnLst>
                              <p:par>
                                <p:cTn id="389" presetID="2" presetClass="entr" presetSubtype="8" fill="hold" grpId="0" nodeType="clickEffect">
                                  <p:stCondLst>
                                    <p:cond delay="0"/>
                                  </p:stCondLst>
                                  <p:childTnLst>
                                    <p:set>
                                      <p:cBhvr>
                                        <p:cTn id="390" dur="1" fill="hold">
                                          <p:stCondLst>
                                            <p:cond delay="0"/>
                                          </p:stCondLst>
                                        </p:cTn>
                                        <p:tgtEl>
                                          <p:spTgt spid="76"/>
                                        </p:tgtEl>
                                        <p:attrNameLst>
                                          <p:attrName>style.visibility</p:attrName>
                                        </p:attrNameLst>
                                      </p:cBhvr>
                                      <p:to>
                                        <p:strVal val="visible"/>
                                      </p:to>
                                    </p:set>
                                    <p:anim calcmode="lin" valueType="num">
                                      <p:cBhvr additive="base">
                                        <p:cTn id="391" dur="500" fill="hold"/>
                                        <p:tgtEl>
                                          <p:spTgt spid="76"/>
                                        </p:tgtEl>
                                        <p:attrNameLst>
                                          <p:attrName>ppt_x</p:attrName>
                                        </p:attrNameLst>
                                      </p:cBhvr>
                                      <p:tavLst>
                                        <p:tav tm="0">
                                          <p:val>
                                            <p:strVal val="0-#ppt_w/2"/>
                                          </p:val>
                                        </p:tav>
                                        <p:tav tm="100000">
                                          <p:val>
                                            <p:strVal val="#ppt_x"/>
                                          </p:val>
                                        </p:tav>
                                      </p:tavLst>
                                    </p:anim>
                                    <p:anim calcmode="lin" valueType="num">
                                      <p:cBhvr additive="base">
                                        <p:cTn id="392" dur="500" fill="hold"/>
                                        <p:tgtEl>
                                          <p:spTgt spid="76"/>
                                        </p:tgtEl>
                                        <p:attrNameLst>
                                          <p:attrName>ppt_y</p:attrName>
                                        </p:attrNameLst>
                                      </p:cBhvr>
                                      <p:tavLst>
                                        <p:tav tm="0">
                                          <p:val>
                                            <p:strVal val="#ppt_y"/>
                                          </p:val>
                                        </p:tav>
                                        <p:tav tm="100000">
                                          <p:val>
                                            <p:strVal val="#ppt_y"/>
                                          </p:val>
                                        </p:tav>
                                      </p:tavLst>
                                    </p:anim>
                                  </p:childTnLst>
                                </p:cTn>
                              </p:par>
                            </p:childTnLst>
                          </p:cTn>
                        </p:par>
                      </p:childTnLst>
                    </p:cTn>
                  </p:par>
                  <p:par>
                    <p:cTn id="393" fill="hold">
                      <p:stCondLst>
                        <p:cond delay="indefinite"/>
                      </p:stCondLst>
                      <p:childTnLst>
                        <p:par>
                          <p:cTn id="394" fill="hold">
                            <p:stCondLst>
                              <p:cond delay="0"/>
                            </p:stCondLst>
                            <p:childTnLst>
                              <p:par>
                                <p:cTn id="395" presetID="2" presetClass="entr" presetSubtype="8" fill="hold" grpId="0" nodeType="clickEffect">
                                  <p:stCondLst>
                                    <p:cond delay="0"/>
                                  </p:stCondLst>
                                  <p:childTnLst>
                                    <p:set>
                                      <p:cBhvr>
                                        <p:cTn id="396" dur="1" fill="hold">
                                          <p:stCondLst>
                                            <p:cond delay="0"/>
                                          </p:stCondLst>
                                        </p:cTn>
                                        <p:tgtEl>
                                          <p:spTgt spid="77"/>
                                        </p:tgtEl>
                                        <p:attrNameLst>
                                          <p:attrName>style.visibility</p:attrName>
                                        </p:attrNameLst>
                                      </p:cBhvr>
                                      <p:to>
                                        <p:strVal val="visible"/>
                                      </p:to>
                                    </p:set>
                                    <p:anim calcmode="lin" valueType="num">
                                      <p:cBhvr additive="base">
                                        <p:cTn id="397" dur="500" fill="hold"/>
                                        <p:tgtEl>
                                          <p:spTgt spid="77"/>
                                        </p:tgtEl>
                                        <p:attrNameLst>
                                          <p:attrName>ppt_x</p:attrName>
                                        </p:attrNameLst>
                                      </p:cBhvr>
                                      <p:tavLst>
                                        <p:tav tm="0">
                                          <p:val>
                                            <p:strVal val="0-#ppt_w/2"/>
                                          </p:val>
                                        </p:tav>
                                        <p:tav tm="100000">
                                          <p:val>
                                            <p:strVal val="#ppt_x"/>
                                          </p:val>
                                        </p:tav>
                                      </p:tavLst>
                                    </p:anim>
                                    <p:anim calcmode="lin" valueType="num">
                                      <p:cBhvr additive="base">
                                        <p:cTn id="398" dur="500" fill="hold"/>
                                        <p:tgtEl>
                                          <p:spTgt spid="77"/>
                                        </p:tgtEl>
                                        <p:attrNameLst>
                                          <p:attrName>ppt_y</p:attrName>
                                        </p:attrNameLst>
                                      </p:cBhvr>
                                      <p:tavLst>
                                        <p:tav tm="0">
                                          <p:val>
                                            <p:strVal val="#ppt_y"/>
                                          </p:val>
                                        </p:tav>
                                        <p:tav tm="100000">
                                          <p:val>
                                            <p:strVal val="#ppt_y"/>
                                          </p:val>
                                        </p:tav>
                                      </p:tavLst>
                                    </p:anim>
                                  </p:childTnLst>
                                </p:cTn>
                              </p:par>
                            </p:childTnLst>
                          </p:cTn>
                        </p:par>
                      </p:childTnLst>
                    </p:cTn>
                  </p:par>
                  <p:par>
                    <p:cTn id="399" fill="hold">
                      <p:stCondLst>
                        <p:cond delay="indefinite"/>
                      </p:stCondLst>
                      <p:childTnLst>
                        <p:par>
                          <p:cTn id="400" fill="hold">
                            <p:stCondLst>
                              <p:cond delay="0"/>
                            </p:stCondLst>
                            <p:childTnLst>
                              <p:par>
                                <p:cTn id="401" presetID="2" presetClass="entr" presetSubtype="8" fill="hold" grpId="0" nodeType="clickEffect">
                                  <p:stCondLst>
                                    <p:cond delay="0"/>
                                  </p:stCondLst>
                                  <p:childTnLst>
                                    <p:set>
                                      <p:cBhvr>
                                        <p:cTn id="402" dur="1" fill="hold">
                                          <p:stCondLst>
                                            <p:cond delay="0"/>
                                          </p:stCondLst>
                                        </p:cTn>
                                        <p:tgtEl>
                                          <p:spTgt spid="78"/>
                                        </p:tgtEl>
                                        <p:attrNameLst>
                                          <p:attrName>style.visibility</p:attrName>
                                        </p:attrNameLst>
                                      </p:cBhvr>
                                      <p:to>
                                        <p:strVal val="visible"/>
                                      </p:to>
                                    </p:set>
                                    <p:anim calcmode="lin" valueType="num">
                                      <p:cBhvr additive="base">
                                        <p:cTn id="403" dur="500" fill="hold"/>
                                        <p:tgtEl>
                                          <p:spTgt spid="78"/>
                                        </p:tgtEl>
                                        <p:attrNameLst>
                                          <p:attrName>ppt_x</p:attrName>
                                        </p:attrNameLst>
                                      </p:cBhvr>
                                      <p:tavLst>
                                        <p:tav tm="0">
                                          <p:val>
                                            <p:strVal val="0-#ppt_w/2"/>
                                          </p:val>
                                        </p:tav>
                                        <p:tav tm="100000">
                                          <p:val>
                                            <p:strVal val="#ppt_x"/>
                                          </p:val>
                                        </p:tav>
                                      </p:tavLst>
                                    </p:anim>
                                    <p:anim calcmode="lin" valueType="num">
                                      <p:cBhvr additive="base">
                                        <p:cTn id="404" dur="500" fill="hold"/>
                                        <p:tgtEl>
                                          <p:spTgt spid="78"/>
                                        </p:tgtEl>
                                        <p:attrNameLst>
                                          <p:attrName>ppt_y</p:attrName>
                                        </p:attrNameLst>
                                      </p:cBhvr>
                                      <p:tavLst>
                                        <p:tav tm="0">
                                          <p:val>
                                            <p:strVal val="#ppt_y"/>
                                          </p:val>
                                        </p:tav>
                                        <p:tav tm="100000">
                                          <p:val>
                                            <p:strVal val="#ppt_y"/>
                                          </p:val>
                                        </p:tav>
                                      </p:tavLst>
                                    </p:anim>
                                  </p:childTnLst>
                                </p:cTn>
                              </p:par>
                            </p:childTnLst>
                          </p:cTn>
                        </p:par>
                      </p:childTnLst>
                    </p:cTn>
                  </p:par>
                  <p:par>
                    <p:cTn id="405" fill="hold">
                      <p:stCondLst>
                        <p:cond delay="indefinite"/>
                      </p:stCondLst>
                      <p:childTnLst>
                        <p:par>
                          <p:cTn id="406" fill="hold">
                            <p:stCondLst>
                              <p:cond delay="0"/>
                            </p:stCondLst>
                            <p:childTnLst>
                              <p:par>
                                <p:cTn id="407" presetID="2" presetClass="entr" presetSubtype="8" fill="hold" grpId="0" nodeType="clickEffect">
                                  <p:stCondLst>
                                    <p:cond delay="0"/>
                                  </p:stCondLst>
                                  <p:childTnLst>
                                    <p:set>
                                      <p:cBhvr>
                                        <p:cTn id="408" dur="1" fill="hold">
                                          <p:stCondLst>
                                            <p:cond delay="0"/>
                                          </p:stCondLst>
                                        </p:cTn>
                                        <p:tgtEl>
                                          <p:spTgt spid="79"/>
                                        </p:tgtEl>
                                        <p:attrNameLst>
                                          <p:attrName>style.visibility</p:attrName>
                                        </p:attrNameLst>
                                      </p:cBhvr>
                                      <p:to>
                                        <p:strVal val="visible"/>
                                      </p:to>
                                    </p:set>
                                    <p:anim calcmode="lin" valueType="num">
                                      <p:cBhvr additive="base">
                                        <p:cTn id="409" dur="500" fill="hold"/>
                                        <p:tgtEl>
                                          <p:spTgt spid="79"/>
                                        </p:tgtEl>
                                        <p:attrNameLst>
                                          <p:attrName>ppt_x</p:attrName>
                                        </p:attrNameLst>
                                      </p:cBhvr>
                                      <p:tavLst>
                                        <p:tav tm="0">
                                          <p:val>
                                            <p:strVal val="0-#ppt_w/2"/>
                                          </p:val>
                                        </p:tav>
                                        <p:tav tm="100000">
                                          <p:val>
                                            <p:strVal val="#ppt_x"/>
                                          </p:val>
                                        </p:tav>
                                      </p:tavLst>
                                    </p:anim>
                                    <p:anim calcmode="lin" valueType="num">
                                      <p:cBhvr additive="base">
                                        <p:cTn id="410" dur="500" fill="hold"/>
                                        <p:tgtEl>
                                          <p:spTgt spid="79"/>
                                        </p:tgtEl>
                                        <p:attrNameLst>
                                          <p:attrName>ppt_y</p:attrName>
                                        </p:attrNameLst>
                                      </p:cBhvr>
                                      <p:tavLst>
                                        <p:tav tm="0">
                                          <p:val>
                                            <p:strVal val="#ppt_y"/>
                                          </p:val>
                                        </p:tav>
                                        <p:tav tm="100000">
                                          <p:val>
                                            <p:strVal val="#ppt_y"/>
                                          </p:val>
                                        </p:tav>
                                      </p:tavLst>
                                    </p:anim>
                                  </p:childTnLst>
                                </p:cTn>
                              </p:par>
                            </p:childTnLst>
                          </p:cTn>
                        </p:par>
                      </p:childTnLst>
                    </p:cTn>
                  </p:par>
                  <p:par>
                    <p:cTn id="411" fill="hold">
                      <p:stCondLst>
                        <p:cond delay="indefinite"/>
                      </p:stCondLst>
                      <p:childTnLst>
                        <p:par>
                          <p:cTn id="412" fill="hold">
                            <p:stCondLst>
                              <p:cond delay="0"/>
                            </p:stCondLst>
                            <p:childTnLst>
                              <p:par>
                                <p:cTn id="413" presetID="2" presetClass="entr" presetSubtype="8" fill="hold" nodeType="clickEffect">
                                  <p:stCondLst>
                                    <p:cond delay="0"/>
                                  </p:stCondLst>
                                  <p:childTnLst>
                                    <p:set>
                                      <p:cBhvr>
                                        <p:cTn id="414" dur="1" fill="hold">
                                          <p:stCondLst>
                                            <p:cond delay="0"/>
                                          </p:stCondLst>
                                        </p:cTn>
                                        <p:tgtEl>
                                          <p:spTgt spid="80"/>
                                        </p:tgtEl>
                                        <p:attrNameLst>
                                          <p:attrName>style.visibility</p:attrName>
                                        </p:attrNameLst>
                                      </p:cBhvr>
                                      <p:to>
                                        <p:strVal val="visible"/>
                                      </p:to>
                                    </p:set>
                                    <p:anim calcmode="lin" valueType="num">
                                      <p:cBhvr additive="base">
                                        <p:cTn id="415" dur="500" fill="hold"/>
                                        <p:tgtEl>
                                          <p:spTgt spid="80"/>
                                        </p:tgtEl>
                                        <p:attrNameLst>
                                          <p:attrName>ppt_x</p:attrName>
                                        </p:attrNameLst>
                                      </p:cBhvr>
                                      <p:tavLst>
                                        <p:tav tm="0">
                                          <p:val>
                                            <p:strVal val="0-#ppt_w/2"/>
                                          </p:val>
                                        </p:tav>
                                        <p:tav tm="100000">
                                          <p:val>
                                            <p:strVal val="#ppt_x"/>
                                          </p:val>
                                        </p:tav>
                                      </p:tavLst>
                                    </p:anim>
                                    <p:anim calcmode="lin" valueType="num">
                                      <p:cBhvr additive="base">
                                        <p:cTn id="416" dur="500" fill="hold"/>
                                        <p:tgtEl>
                                          <p:spTgt spid="80"/>
                                        </p:tgtEl>
                                        <p:attrNameLst>
                                          <p:attrName>ppt_y</p:attrName>
                                        </p:attrNameLst>
                                      </p:cBhvr>
                                      <p:tavLst>
                                        <p:tav tm="0">
                                          <p:val>
                                            <p:strVal val="#ppt_y"/>
                                          </p:val>
                                        </p:tav>
                                        <p:tav tm="100000">
                                          <p:val>
                                            <p:strVal val="#ppt_y"/>
                                          </p:val>
                                        </p:tav>
                                      </p:tavLst>
                                    </p:anim>
                                  </p:childTnLst>
                                </p:cTn>
                              </p:par>
                            </p:childTnLst>
                          </p:cTn>
                        </p:par>
                      </p:childTnLst>
                    </p:cTn>
                  </p:par>
                  <p:par>
                    <p:cTn id="417" fill="hold">
                      <p:stCondLst>
                        <p:cond delay="indefinite"/>
                      </p:stCondLst>
                      <p:childTnLst>
                        <p:par>
                          <p:cTn id="418" fill="hold">
                            <p:stCondLst>
                              <p:cond delay="0"/>
                            </p:stCondLst>
                            <p:childTnLst>
                              <p:par>
                                <p:cTn id="419" presetID="2" presetClass="entr" presetSubtype="8" fill="hold" grpId="0" nodeType="clickEffect">
                                  <p:stCondLst>
                                    <p:cond delay="0"/>
                                  </p:stCondLst>
                                  <p:childTnLst>
                                    <p:set>
                                      <p:cBhvr>
                                        <p:cTn id="420" dur="1" fill="hold">
                                          <p:stCondLst>
                                            <p:cond delay="0"/>
                                          </p:stCondLst>
                                        </p:cTn>
                                        <p:tgtEl>
                                          <p:spTgt spid="81"/>
                                        </p:tgtEl>
                                        <p:attrNameLst>
                                          <p:attrName>style.visibility</p:attrName>
                                        </p:attrNameLst>
                                      </p:cBhvr>
                                      <p:to>
                                        <p:strVal val="visible"/>
                                      </p:to>
                                    </p:set>
                                    <p:anim calcmode="lin" valueType="num">
                                      <p:cBhvr additive="base">
                                        <p:cTn id="421" dur="500" fill="hold"/>
                                        <p:tgtEl>
                                          <p:spTgt spid="81"/>
                                        </p:tgtEl>
                                        <p:attrNameLst>
                                          <p:attrName>ppt_x</p:attrName>
                                        </p:attrNameLst>
                                      </p:cBhvr>
                                      <p:tavLst>
                                        <p:tav tm="0">
                                          <p:val>
                                            <p:strVal val="0-#ppt_w/2"/>
                                          </p:val>
                                        </p:tav>
                                        <p:tav tm="100000">
                                          <p:val>
                                            <p:strVal val="#ppt_x"/>
                                          </p:val>
                                        </p:tav>
                                      </p:tavLst>
                                    </p:anim>
                                    <p:anim calcmode="lin" valueType="num">
                                      <p:cBhvr additive="base">
                                        <p:cTn id="422" dur="500" fill="hold"/>
                                        <p:tgtEl>
                                          <p:spTgt spid="81"/>
                                        </p:tgtEl>
                                        <p:attrNameLst>
                                          <p:attrName>ppt_y</p:attrName>
                                        </p:attrNameLst>
                                      </p:cBhvr>
                                      <p:tavLst>
                                        <p:tav tm="0">
                                          <p:val>
                                            <p:strVal val="#ppt_y"/>
                                          </p:val>
                                        </p:tav>
                                        <p:tav tm="100000">
                                          <p:val>
                                            <p:strVal val="#ppt_y"/>
                                          </p:val>
                                        </p:tav>
                                      </p:tavLst>
                                    </p:anim>
                                  </p:childTnLst>
                                </p:cTn>
                              </p:par>
                            </p:childTnLst>
                          </p:cTn>
                        </p:par>
                      </p:childTnLst>
                    </p:cTn>
                  </p:par>
                  <p:par>
                    <p:cTn id="423" fill="hold">
                      <p:stCondLst>
                        <p:cond delay="indefinite"/>
                      </p:stCondLst>
                      <p:childTnLst>
                        <p:par>
                          <p:cTn id="424" fill="hold">
                            <p:stCondLst>
                              <p:cond delay="0"/>
                            </p:stCondLst>
                            <p:childTnLst>
                              <p:par>
                                <p:cTn id="425" presetID="2" presetClass="entr" presetSubtype="8" fill="hold" grpId="0" nodeType="clickEffect">
                                  <p:stCondLst>
                                    <p:cond delay="0"/>
                                  </p:stCondLst>
                                  <p:childTnLst>
                                    <p:set>
                                      <p:cBhvr>
                                        <p:cTn id="426" dur="1" fill="hold">
                                          <p:stCondLst>
                                            <p:cond delay="0"/>
                                          </p:stCondLst>
                                        </p:cTn>
                                        <p:tgtEl>
                                          <p:spTgt spid="82"/>
                                        </p:tgtEl>
                                        <p:attrNameLst>
                                          <p:attrName>style.visibility</p:attrName>
                                        </p:attrNameLst>
                                      </p:cBhvr>
                                      <p:to>
                                        <p:strVal val="visible"/>
                                      </p:to>
                                    </p:set>
                                    <p:anim calcmode="lin" valueType="num">
                                      <p:cBhvr additive="base">
                                        <p:cTn id="427" dur="500" fill="hold"/>
                                        <p:tgtEl>
                                          <p:spTgt spid="82"/>
                                        </p:tgtEl>
                                        <p:attrNameLst>
                                          <p:attrName>ppt_x</p:attrName>
                                        </p:attrNameLst>
                                      </p:cBhvr>
                                      <p:tavLst>
                                        <p:tav tm="0">
                                          <p:val>
                                            <p:strVal val="0-#ppt_w/2"/>
                                          </p:val>
                                        </p:tav>
                                        <p:tav tm="100000">
                                          <p:val>
                                            <p:strVal val="#ppt_x"/>
                                          </p:val>
                                        </p:tav>
                                      </p:tavLst>
                                    </p:anim>
                                    <p:anim calcmode="lin" valueType="num">
                                      <p:cBhvr additive="base">
                                        <p:cTn id="428" dur="500" fill="hold"/>
                                        <p:tgtEl>
                                          <p:spTgt spid="82"/>
                                        </p:tgtEl>
                                        <p:attrNameLst>
                                          <p:attrName>ppt_y</p:attrName>
                                        </p:attrNameLst>
                                      </p:cBhvr>
                                      <p:tavLst>
                                        <p:tav tm="0">
                                          <p:val>
                                            <p:strVal val="#ppt_y"/>
                                          </p:val>
                                        </p:tav>
                                        <p:tav tm="100000">
                                          <p:val>
                                            <p:strVal val="#ppt_y"/>
                                          </p:val>
                                        </p:tav>
                                      </p:tavLst>
                                    </p:anim>
                                  </p:childTnLst>
                                </p:cTn>
                              </p:par>
                            </p:childTnLst>
                          </p:cTn>
                        </p:par>
                      </p:childTnLst>
                    </p:cTn>
                  </p:par>
                  <p:par>
                    <p:cTn id="429" fill="hold">
                      <p:stCondLst>
                        <p:cond delay="indefinite"/>
                      </p:stCondLst>
                      <p:childTnLst>
                        <p:par>
                          <p:cTn id="430" fill="hold">
                            <p:stCondLst>
                              <p:cond delay="0"/>
                            </p:stCondLst>
                            <p:childTnLst>
                              <p:par>
                                <p:cTn id="431" presetID="2" presetClass="entr" presetSubtype="8" fill="hold" grpId="0" nodeType="clickEffect">
                                  <p:stCondLst>
                                    <p:cond delay="0"/>
                                  </p:stCondLst>
                                  <p:childTnLst>
                                    <p:set>
                                      <p:cBhvr>
                                        <p:cTn id="432" dur="1" fill="hold">
                                          <p:stCondLst>
                                            <p:cond delay="0"/>
                                          </p:stCondLst>
                                        </p:cTn>
                                        <p:tgtEl>
                                          <p:spTgt spid="83"/>
                                        </p:tgtEl>
                                        <p:attrNameLst>
                                          <p:attrName>style.visibility</p:attrName>
                                        </p:attrNameLst>
                                      </p:cBhvr>
                                      <p:to>
                                        <p:strVal val="visible"/>
                                      </p:to>
                                    </p:set>
                                    <p:anim calcmode="lin" valueType="num">
                                      <p:cBhvr additive="base">
                                        <p:cTn id="433" dur="500" fill="hold"/>
                                        <p:tgtEl>
                                          <p:spTgt spid="83"/>
                                        </p:tgtEl>
                                        <p:attrNameLst>
                                          <p:attrName>ppt_x</p:attrName>
                                        </p:attrNameLst>
                                      </p:cBhvr>
                                      <p:tavLst>
                                        <p:tav tm="0">
                                          <p:val>
                                            <p:strVal val="0-#ppt_w/2"/>
                                          </p:val>
                                        </p:tav>
                                        <p:tav tm="100000">
                                          <p:val>
                                            <p:strVal val="#ppt_x"/>
                                          </p:val>
                                        </p:tav>
                                      </p:tavLst>
                                    </p:anim>
                                    <p:anim calcmode="lin" valueType="num">
                                      <p:cBhvr additive="base">
                                        <p:cTn id="434" dur="500" fill="hold"/>
                                        <p:tgtEl>
                                          <p:spTgt spid="83"/>
                                        </p:tgtEl>
                                        <p:attrNameLst>
                                          <p:attrName>ppt_y</p:attrName>
                                        </p:attrNameLst>
                                      </p:cBhvr>
                                      <p:tavLst>
                                        <p:tav tm="0">
                                          <p:val>
                                            <p:strVal val="#ppt_y"/>
                                          </p:val>
                                        </p:tav>
                                        <p:tav tm="100000">
                                          <p:val>
                                            <p:strVal val="#ppt_y"/>
                                          </p:val>
                                        </p:tav>
                                      </p:tavLst>
                                    </p:anim>
                                  </p:childTnLst>
                                </p:cTn>
                              </p:par>
                            </p:childTnLst>
                          </p:cTn>
                        </p:par>
                      </p:childTnLst>
                    </p:cTn>
                  </p:par>
                  <p:par>
                    <p:cTn id="435" fill="hold">
                      <p:stCondLst>
                        <p:cond delay="indefinite"/>
                      </p:stCondLst>
                      <p:childTnLst>
                        <p:par>
                          <p:cTn id="436" fill="hold">
                            <p:stCondLst>
                              <p:cond delay="0"/>
                            </p:stCondLst>
                            <p:childTnLst>
                              <p:par>
                                <p:cTn id="437" presetID="2" presetClass="entr" presetSubtype="8" fill="hold" grpId="0" nodeType="clickEffect">
                                  <p:stCondLst>
                                    <p:cond delay="0"/>
                                  </p:stCondLst>
                                  <p:childTnLst>
                                    <p:set>
                                      <p:cBhvr>
                                        <p:cTn id="438" dur="1" fill="hold">
                                          <p:stCondLst>
                                            <p:cond delay="0"/>
                                          </p:stCondLst>
                                        </p:cTn>
                                        <p:tgtEl>
                                          <p:spTgt spid="84"/>
                                        </p:tgtEl>
                                        <p:attrNameLst>
                                          <p:attrName>style.visibility</p:attrName>
                                        </p:attrNameLst>
                                      </p:cBhvr>
                                      <p:to>
                                        <p:strVal val="visible"/>
                                      </p:to>
                                    </p:set>
                                    <p:anim calcmode="lin" valueType="num">
                                      <p:cBhvr additive="base">
                                        <p:cTn id="439" dur="500" fill="hold"/>
                                        <p:tgtEl>
                                          <p:spTgt spid="84"/>
                                        </p:tgtEl>
                                        <p:attrNameLst>
                                          <p:attrName>ppt_x</p:attrName>
                                        </p:attrNameLst>
                                      </p:cBhvr>
                                      <p:tavLst>
                                        <p:tav tm="0">
                                          <p:val>
                                            <p:strVal val="0-#ppt_w/2"/>
                                          </p:val>
                                        </p:tav>
                                        <p:tav tm="100000">
                                          <p:val>
                                            <p:strVal val="#ppt_x"/>
                                          </p:val>
                                        </p:tav>
                                      </p:tavLst>
                                    </p:anim>
                                    <p:anim calcmode="lin" valueType="num">
                                      <p:cBhvr additive="base">
                                        <p:cTn id="440" dur="500" fill="hold"/>
                                        <p:tgtEl>
                                          <p:spTgt spid="84"/>
                                        </p:tgtEl>
                                        <p:attrNameLst>
                                          <p:attrName>ppt_y</p:attrName>
                                        </p:attrNameLst>
                                      </p:cBhvr>
                                      <p:tavLst>
                                        <p:tav tm="0">
                                          <p:val>
                                            <p:strVal val="#ppt_y"/>
                                          </p:val>
                                        </p:tav>
                                        <p:tav tm="100000">
                                          <p:val>
                                            <p:strVal val="#ppt_y"/>
                                          </p:val>
                                        </p:tav>
                                      </p:tavLst>
                                    </p:anim>
                                  </p:childTnLst>
                                </p:cTn>
                              </p:par>
                            </p:childTnLst>
                          </p:cTn>
                        </p:par>
                      </p:childTnLst>
                    </p:cTn>
                  </p:par>
                  <p:par>
                    <p:cTn id="441" fill="hold">
                      <p:stCondLst>
                        <p:cond delay="indefinite"/>
                      </p:stCondLst>
                      <p:childTnLst>
                        <p:par>
                          <p:cTn id="442" fill="hold">
                            <p:stCondLst>
                              <p:cond delay="0"/>
                            </p:stCondLst>
                            <p:childTnLst>
                              <p:par>
                                <p:cTn id="443" presetID="2" presetClass="entr" presetSubtype="8" fill="hold" nodeType="clickEffect">
                                  <p:stCondLst>
                                    <p:cond delay="0"/>
                                  </p:stCondLst>
                                  <p:childTnLst>
                                    <p:set>
                                      <p:cBhvr>
                                        <p:cTn id="444" dur="1" fill="hold">
                                          <p:stCondLst>
                                            <p:cond delay="0"/>
                                          </p:stCondLst>
                                        </p:cTn>
                                        <p:tgtEl>
                                          <p:spTgt spid="85"/>
                                        </p:tgtEl>
                                        <p:attrNameLst>
                                          <p:attrName>style.visibility</p:attrName>
                                        </p:attrNameLst>
                                      </p:cBhvr>
                                      <p:to>
                                        <p:strVal val="visible"/>
                                      </p:to>
                                    </p:set>
                                    <p:anim calcmode="lin" valueType="num">
                                      <p:cBhvr additive="base">
                                        <p:cTn id="445" dur="500" fill="hold"/>
                                        <p:tgtEl>
                                          <p:spTgt spid="85"/>
                                        </p:tgtEl>
                                        <p:attrNameLst>
                                          <p:attrName>ppt_x</p:attrName>
                                        </p:attrNameLst>
                                      </p:cBhvr>
                                      <p:tavLst>
                                        <p:tav tm="0">
                                          <p:val>
                                            <p:strVal val="0-#ppt_w/2"/>
                                          </p:val>
                                        </p:tav>
                                        <p:tav tm="100000">
                                          <p:val>
                                            <p:strVal val="#ppt_x"/>
                                          </p:val>
                                        </p:tav>
                                      </p:tavLst>
                                    </p:anim>
                                    <p:anim calcmode="lin" valueType="num">
                                      <p:cBhvr additive="base">
                                        <p:cTn id="446" dur="500" fill="hold"/>
                                        <p:tgtEl>
                                          <p:spTgt spid="85"/>
                                        </p:tgtEl>
                                        <p:attrNameLst>
                                          <p:attrName>ppt_y</p:attrName>
                                        </p:attrNameLst>
                                      </p:cBhvr>
                                      <p:tavLst>
                                        <p:tav tm="0">
                                          <p:val>
                                            <p:strVal val="#ppt_y"/>
                                          </p:val>
                                        </p:tav>
                                        <p:tav tm="100000">
                                          <p:val>
                                            <p:strVal val="#ppt_y"/>
                                          </p:val>
                                        </p:tav>
                                      </p:tavLst>
                                    </p:anim>
                                  </p:childTnLst>
                                </p:cTn>
                              </p:par>
                            </p:childTnLst>
                          </p:cTn>
                        </p:par>
                      </p:childTnLst>
                    </p:cTn>
                  </p:par>
                  <p:par>
                    <p:cTn id="447" fill="hold">
                      <p:stCondLst>
                        <p:cond delay="indefinite"/>
                      </p:stCondLst>
                      <p:childTnLst>
                        <p:par>
                          <p:cTn id="448" fill="hold">
                            <p:stCondLst>
                              <p:cond delay="0"/>
                            </p:stCondLst>
                            <p:childTnLst>
                              <p:par>
                                <p:cTn id="449" presetID="2" presetClass="entr" presetSubtype="8" fill="hold" grpId="0" nodeType="clickEffect">
                                  <p:stCondLst>
                                    <p:cond delay="0"/>
                                  </p:stCondLst>
                                  <p:childTnLst>
                                    <p:set>
                                      <p:cBhvr>
                                        <p:cTn id="450" dur="1" fill="hold">
                                          <p:stCondLst>
                                            <p:cond delay="0"/>
                                          </p:stCondLst>
                                        </p:cTn>
                                        <p:tgtEl>
                                          <p:spTgt spid="86"/>
                                        </p:tgtEl>
                                        <p:attrNameLst>
                                          <p:attrName>style.visibility</p:attrName>
                                        </p:attrNameLst>
                                      </p:cBhvr>
                                      <p:to>
                                        <p:strVal val="visible"/>
                                      </p:to>
                                    </p:set>
                                    <p:anim calcmode="lin" valueType="num">
                                      <p:cBhvr additive="base">
                                        <p:cTn id="451" dur="500" fill="hold"/>
                                        <p:tgtEl>
                                          <p:spTgt spid="86"/>
                                        </p:tgtEl>
                                        <p:attrNameLst>
                                          <p:attrName>ppt_x</p:attrName>
                                        </p:attrNameLst>
                                      </p:cBhvr>
                                      <p:tavLst>
                                        <p:tav tm="0">
                                          <p:val>
                                            <p:strVal val="0-#ppt_w/2"/>
                                          </p:val>
                                        </p:tav>
                                        <p:tav tm="100000">
                                          <p:val>
                                            <p:strVal val="#ppt_x"/>
                                          </p:val>
                                        </p:tav>
                                      </p:tavLst>
                                    </p:anim>
                                    <p:anim calcmode="lin" valueType="num">
                                      <p:cBhvr additive="base">
                                        <p:cTn id="452" dur="500" fill="hold"/>
                                        <p:tgtEl>
                                          <p:spTgt spid="86"/>
                                        </p:tgtEl>
                                        <p:attrNameLst>
                                          <p:attrName>ppt_y</p:attrName>
                                        </p:attrNameLst>
                                      </p:cBhvr>
                                      <p:tavLst>
                                        <p:tav tm="0">
                                          <p:val>
                                            <p:strVal val="#ppt_y"/>
                                          </p:val>
                                        </p:tav>
                                        <p:tav tm="100000">
                                          <p:val>
                                            <p:strVal val="#ppt_y"/>
                                          </p:val>
                                        </p:tav>
                                      </p:tavLst>
                                    </p:anim>
                                  </p:childTnLst>
                                </p:cTn>
                              </p:par>
                            </p:childTnLst>
                          </p:cTn>
                        </p:par>
                      </p:childTnLst>
                    </p:cTn>
                  </p:par>
                  <p:par>
                    <p:cTn id="453" fill="hold">
                      <p:stCondLst>
                        <p:cond delay="indefinite"/>
                      </p:stCondLst>
                      <p:childTnLst>
                        <p:par>
                          <p:cTn id="454" fill="hold">
                            <p:stCondLst>
                              <p:cond delay="0"/>
                            </p:stCondLst>
                            <p:childTnLst>
                              <p:par>
                                <p:cTn id="455" presetID="2" presetClass="entr" presetSubtype="8" fill="hold" grpId="0" nodeType="clickEffect">
                                  <p:stCondLst>
                                    <p:cond delay="0"/>
                                  </p:stCondLst>
                                  <p:childTnLst>
                                    <p:set>
                                      <p:cBhvr>
                                        <p:cTn id="456" dur="1" fill="hold">
                                          <p:stCondLst>
                                            <p:cond delay="0"/>
                                          </p:stCondLst>
                                        </p:cTn>
                                        <p:tgtEl>
                                          <p:spTgt spid="87"/>
                                        </p:tgtEl>
                                        <p:attrNameLst>
                                          <p:attrName>style.visibility</p:attrName>
                                        </p:attrNameLst>
                                      </p:cBhvr>
                                      <p:to>
                                        <p:strVal val="visible"/>
                                      </p:to>
                                    </p:set>
                                    <p:anim calcmode="lin" valueType="num">
                                      <p:cBhvr additive="base">
                                        <p:cTn id="457" dur="500" fill="hold"/>
                                        <p:tgtEl>
                                          <p:spTgt spid="87"/>
                                        </p:tgtEl>
                                        <p:attrNameLst>
                                          <p:attrName>ppt_x</p:attrName>
                                        </p:attrNameLst>
                                      </p:cBhvr>
                                      <p:tavLst>
                                        <p:tav tm="0">
                                          <p:val>
                                            <p:strVal val="0-#ppt_w/2"/>
                                          </p:val>
                                        </p:tav>
                                        <p:tav tm="100000">
                                          <p:val>
                                            <p:strVal val="#ppt_x"/>
                                          </p:val>
                                        </p:tav>
                                      </p:tavLst>
                                    </p:anim>
                                    <p:anim calcmode="lin" valueType="num">
                                      <p:cBhvr additive="base">
                                        <p:cTn id="458" dur="500" fill="hold"/>
                                        <p:tgtEl>
                                          <p:spTgt spid="87"/>
                                        </p:tgtEl>
                                        <p:attrNameLst>
                                          <p:attrName>ppt_y</p:attrName>
                                        </p:attrNameLst>
                                      </p:cBhvr>
                                      <p:tavLst>
                                        <p:tav tm="0">
                                          <p:val>
                                            <p:strVal val="#ppt_y"/>
                                          </p:val>
                                        </p:tav>
                                        <p:tav tm="100000">
                                          <p:val>
                                            <p:strVal val="#ppt_y"/>
                                          </p:val>
                                        </p:tav>
                                      </p:tavLst>
                                    </p:anim>
                                  </p:childTnLst>
                                </p:cTn>
                              </p:par>
                            </p:childTnLst>
                          </p:cTn>
                        </p:par>
                      </p:childTnLst>
                    </p:cTn>
                  </p:par>
                  <p:par>
                    <p:cTn id="459" fill="hold">
                      <p:stCondLst>
                        <p:cond delay="indefinite"/>
                      </p:stCondLst>
                      <p:childTnLst>
                        <p:par>
                          <p:cTn id="460" fill="hold">
                            <p:stCondLst>
                              <p:cond delay="0"/>
                            </p:stCondLst>
                            <p:childTnLst>
                              <p:par>
                                <p:cTn id="461" presetID="2" presetClass="entr" presetSubtype="8" fill="hold" grpId="0" nodeType="clickEffect">
                                  <p:stCondLst>
                                    <p:cond delay="0"/>
                                  </p:stCondLst>
                                  <p:childTnLst>
                                    <p:set>
                                      <p:cBhvr>
                                        <p:cTn id="462" dur="1" fill="hold">
                                          <p:stCondLst>
                                            <p:cond delay="0"/>
                                          </p:stCondLst>
                                        </p:cTn>
                                        <p:tgtEl>
                                          <p:spTgt spid="88"/>
                                        </p:tgtEl>
                                        <p:attrNameLst>
                                          <p:attrName>style.visibility</p:attrName>
                                        </p:attrNameLst>
                                      </p:cBhvr>
                                      <p:to>
                                        <p:strVal val="visible"/>
                                      </p:to>
                                    </p:set>
                                    <p:anim calcmode="lin" valueType="num">
                                      <p:cBhvr additive="base">
                                        <p:cTn id="463" dur="500" fill="hold"/>
                                        <p:tgtEl>
                                          <p:spTgt spid="88"/>
                                        </p:tgtEl>
                                        <p:attrNameLst>
                                          <p:attrName>ppt_x</p:attrName>
                                        </p:attrNameLst>
                                      </p:cBhvr>
                                      <p:tavLst>
                                        <p:tav tm="0">
                                          <p:val>
                                            <p:strVal val="0-#ppt_w/2"/>
                                          </p:val>
                                        </p:tav>
                                        <p:tav tm="100000">
                                          <p:val>
                                            <p:strVal val="#ppt_x"/>
                                          </p:val>
                                        </p:tav>
                                      </p:tavLst>
                                    </p:anim>
                                    <p:anim calcmode="lin" valueType="num">
                                      <p:cBhvr additive="base">
                                        <p:cTn id="464" dur="500" fill="hold"/>
                                        <p:tgtEl>
                                          <p:spTgt spid="88"/>
                                        </p:tgtEl>
                                        <p:attrNameLst>
                                          <p:attrName>ppt_y</p:attrName>
                                        </p:attrNameLst>
                                      </p:cBhvr>
                                      <p:tavLst>
                                        <p:tav tm="0">
                                          <p:val>
                                            <p:strVal val="#ppt_y"/>
                                          </p:val>
                                        </p:tav>
                                        <p:tav tm="100000">
                                          <p:val>
                                            <p:strVal val="#ppt_y"/>
                                          </p:val>
                                        </p:tav>
                                      </p:tavLst>
                                    </p:anim>
                                  </p:childTnLst>
                                </p:cTn>
                              </p:par>
                            </p:childTnLst>
                          </p:cTn>
                        </p:par>
                      </p:childTnLst>
                    </p:cTn>
                  </p:par>
                  <p:par>
                    <p:cTn id="465" fill="hold">
                      <p:stCondLst>
                        <p:cond delay="indefinite"/>
                      </p:stCondLst>
                      <p:childTnLst>
                        <p:par>
                          <p:cTn id="466" fill="hold">
                            <p:stCondLst>
                              <p:cond delay="0"/>
                            </p:stCondLst>
                            <p:childTnLst>
                              <p:par>
                                <p:cTn id="467" presetID="2" presetClass="entr" presetSubtype="8" fill="hold" grpId="0" nodeType="clickEffect">
                                  <p:stCondLst>
                                    <p:cond delay="0"/>
                                  </p:stCondLst>
                                  <p:childTnLst>
                                    <p:set>
                                      <p:cBhvr>
                                        <p:cTn id="468" dur="1" fill="hold">
                                          <p:stCondLst>
                                            <p:cond delay="0"/>
                                          </p:stCondLst>
                                        </p:cTn>
                                        <p:tgtEl>
                                          <p:spTgt spid="89"/>
                                        </p:tgtEl>
                                        <p:attrNameLst>
                                          <p:attrName>style.visibility</p:attrName>
                                        </p:attrNameLst>
                                      </p:cBhvr>
                                      <p:to>
                                        <p:strVal val="visible"/>
                                      </p:to>
                                    </p:set>
                                    <p:anim calcmode="lin" valueType="num">
                                      <p:cBhvr additive="base">
                                        <p:cTn id="469" dur="500" fill="hold"/>
                                        <p:tgtEl>
                                          <p:spTgt spid="89"/>
                                        </p:tgtEl>
                                        <p:attrNameLst>
                                          <p:attrName>ppt_x</p:attrName>
                                        </p:attrNameLst>
                                      </p:cBhvr>
                                      <p:tavLst>
                                        <p:tav tm="0">
                                          <p:val>
                                            <p:strVal val="0-#ppt_w/2"/>
                                          </p:val>
                                        </p:tav>
                                        <p:tav tm="100000">
                                          <p:val>
                                            <p:strVal val="#ppt_x"/>
                                          </p:val>
                                        </p:tav>
                                      </p:tavLst>
                                    </p:anim>
                                    <p:anim calcmode="lin" valueType="num">
                                      <p:cBhvr additive="base">
                                        <p:cTn id="470" dur="500" fill="hold"/>
                                        <p:tgtEl>
                                          <p:spTgt spid="89"/>
                                        </p:tgtEl>
                                        <p:attrNameLst>
                                          <p:attrName>ppt_y</p:attrName>
                                        </p:attrNameLst>
                                      </p:cBhvr>
                                      <p:tavLst>
                                        <p:tav tm="0">
                                          <p:val>
                                            <p:strVal val="#ppt_y"/>
                                          </p:val>
                                        </p:tav>
                                        <p:tav tm="100000">
                                          <p:val>
                                            <p:strVal val="#ppt_y"/>
                                          </p:val>
                                        </p:tav>
                                      </p:tavLst>
                                    </p:anim>
                                  </p:childTnLst>
                                </p:cTn>
                              </p:par>
                            </p:childTnLst>
                          </p:cTn>
                        </p:par>
                      </p:childTnLst>
                    </p:cTn>
                  </p:par>
                  <p:par>
                    <p:cTn id="471" fill="hold">
                      <p:stCondLst>
                        <p:cond delay="indefinite"/>
                      </p:stCondLst>
                      <p:childTnLst>
                        <p:par>
                          <p:cTn id="472" fill="hold">
                            <p:stCondLst>
                              <p:cond delay="0"/>
                            </p:stCondLst>
                            <p:childTnLst>
                              <p:par>
                                <p:cTn id="473" presetID="2" presetClass="entr" presetSubtype="8" fill="hold" nodeType="clickEffect">
                                  <p:stCondLst>
                                    <p:cond delay="0"/>
                                  </p:stCondLst>
                                  <p:childTnLst>
                                    <p:set>
                                      <p:cBhvr>
                                        <p:cTn id="474" dur="1" fill="hold">
                                          <p:stCondLst>
                                            <p:cond delay="0"/>
                                          </p:stCondLst>
                                        </p:cTn>
                                        <p:tgtEl>
                                          <p:spTgt spid="90"/>
                                        </p:tgtEl>
                                        <p:attrNameLst>
                                          <p:attrName>style.visibility</p:attrName>
                                        </p:attrNameLst>
                                      </p:cBhvr>
                                      <p:to>
                                        <p:strVal val="visible"/>
                                      </p:to>
                                    </p:set>
                                    <p:anim calcmode="lin" valueType="num">
                                      <p:cBhvr additive="base">
                                        <p:cTn id="475" dur="500" fill="hold"/>
                                        <p:tgtEl>
                                          <p:spTgt spid="90"/>
                                        </p:tgtEl>
                                        <p:attrNameLst>
                                          <p:attrName>ppt_x</p:attrName>
                                        </p:attrNameLst>
                                      </p:cBhvr>
                                      <p:tavLst>
                                        <p:tav tm="0">
                                          <p:val>
                                            <p:strVal val="0-#ppt_w/2"/>
                                          </p:val>
                                        </p:tav>
                                        <p:tav tm="100000">
                                          <p:val>
                                            <p:strVal val="#ppt_x"/>
                                          </p:val>
                                        </p:tav>
                                      </p:tavLst>
                                    </p:anim>
                                    <p:anim calcmode="lin" valueType="num">
                                      <p:cBhvr additive="base">
                                        <p:cTn id="476" dur="500" fill="hold"/>
                                        <p:tgtEl>
                                          <p:spTgt spid="90"/>
                                        </p:tgtEl>
                                        <p:attrNameLst>
                                          <p:attrName>ppt_y</p:attrName>
                                        </p:attrNameLst>
                                      </p:cBhvr>
                                      <p:tavLst>
                                        <p:tav tm="0">
                                          <p:val>
                                            <p:strVal val="#ppt_y"/>
                                          </p:val>
                                        </p:tav>
                                        <p:tav tm="100000">
                                          <p:val>
                                            <p:strVal val="#ppt_y"/>
                                          </p:val>
                                        </p:tav>
                                      </p:tavLst>
                                    </p:anim>
                                  </p:childTnLst>
                                </p:cTn>
                              </p:par>
                            </p:childTnLst>
                          </p:cTn>
                        </p:par>
                      </p:childTnLst>
                    </p:cTn>
                  </p:par>
                  <p:par>
                    <p:cTn id="477" fill="hold">
                      <p:stCondLst>
                        <p:cond delay="indefinite"/>
                      </p:stCondLst>
                      <p:childTnLst>
                        <p:par>
                          <p:cTn id="478" fill="hold">
                            <p:stCondLst>
                              <p:cond delay="0"/>
                            </p:stCondLst>
                            <p:childTnLst>
                              <p:par>
                                <p:cTn id="479" presetID="2" presetClass="entr" presetSubtype="8" fill="hold" grpId="0" nodeType="clickEffect">
                                  <p:stCondLst>
                                    <p:cond delay="0"/>
                                  </p:stCondLst>
                                  <p:childTnLst>
                                    <p:set>
                                      <p:cBhvr>
                                        <p:cTn id="480" dur="1" fill="hold">
                                          <p:stCondLst>
                                            <p:cond delay="0"/>
                                          </p:stCondLst>
                                        </p:cTn>
                                        <p:tgtEl>
                                          <p:spTgt spid="91"/>
                                        </p:tgtEl>
                                        <p:attrNameLst>
                                          <p:attrName>style.visibility</p:attrName>
                                        </p:attrNameLst>
                                      </p:cBhvr>
                                      <p:to>
                                        <p:strVal val="visible"/>
                                      </p:to>
                                    </p:set>
                                    <p:anim calcmode="lin" valueType="num">
                                      <p:cBhvr additive="base">
                                        <p:cTn id="481" dur="500" fill="hold"/>
                                        <p:tgtEl>
                                          <p:spTgt spid="91"/>
                                        </p:tgtEl>
                                        <p:attrNameLst>
                                          <p:attrName>ppt_x</p:attrName>
                                        </p:attrNameLst>
                                      </p:cBhvr>
                                      <p:tavLst>
                                        <p:tav tm="0">
                                          <p:val>
                                            <p:strVal val="0-#ppt_w/2"/>
                                          </p:val>
                                        </p:tav>
                                        <p:tav tm="100000">
                                          <p:val>
                                            <p:strVal val="#ppt_x"/>
                                          </p:val>
                                        </p:tav>
                                      </p:tavLst>
                                    </p:anim>
                                    <p:anim calcmode="lin" valueType="num">
                                      <p:cBhvr additive="base">
                                        <p:cTn id="482" dur="500" fill="hold"/>
                                        <p:tgtEl>
                                          <p:spTgt spid="91"/>
                                        </p:tgtEl>
                                        <p:attrNameLst>
                                          <p:attrName>ppt_y</p:attrName>
                                        </p:attrNameLst>
                                      </p:cBhvr>
                                      <p:tavLst>
                                        <p:tav tm="0">
                                          <p:val>
                                            <p:strVal val="#ppt_y"/>
                                          </p:val>
                                        </p:tav>
                                        <p:tav tm="100000">
                                          <p:val>
                                            <p:strVal val="#ppt_y"/>
                                          </p:val>
                                        </p:tav>
                                      </p:tavLst>
                                    </p:anim>
                                  </p:childTnLst>
                                </p:cTn>
                              </p:par>
                            </p:childTnLst>
                          </p:cTn>
                        </p:par>
                      </p:childTnLst>
                    </p:cTn>
                  </p:par>
                  <p:par>
                    <p:cTn id="483" fill="hold">
                      <p:stCondLst>
                        <p:cond delay="indefinite"/>
                      </p:stCondLst>
                      <p:childTnLst>
                        <p:par>
                          <p:cTn id="484" fill="hold">
                            <p:stCondLst>
                              <p:cond delay="0"/>
                            </p:stCondLst>
                            <p:childTnLst>
                              <p:par>
                                <p:cTn id="485" presetID="2" presetClass="entr" presetSubtype="8" fill="hold" grpId="0" nodeType="clickEffect">
                                  <p:stCondLst>
                                    <p:cond delay="0"/>
                                  </p:stCondLst>
                                  <p:childTnLst>
                                    <p:set>
                                      <p:cBhvr>
                                        <p:cTn id="486" dur="1" fill="hold">
                                          <p:stCondLst>
                                            <p:cond delay="0"/>
                                          </p:stCondLst>
                                        </p:cTn>
                                        <p:tgtEl>
                                          <p:spTgt spid="92"/>
                                        </p:tgtEl>
                                        <p:attrNameLst>
                                          <p:attrName>style.visibility</p:attrName>
                                        </p:attrNameLst>
                                      </p:cBhvr>
                                      <p:to>
                                        <p:strVal val="visible"/>
                                      </p:to>
                                    </p:set>
                                    <p:anim calcmode="lin" valueType="num">
                                      <p:cBhvr additive="base">
                                        <p:cTn id="487" dur="500" fill="hold"/>
                                        <p:tgtEl>
                                          <p:spTgt spid="92"/>
                                        </p:tgtEl>
                                        <p:attrNameLst>
                                          <p:attrName>ppt_x</p:attrName>
                                        </p:attrNameLst>
                                      </p:cBhvr>
                                      <p:tavLst>
                                        <p:tav tm="0">
                                          <p:val>
                                            <p:strVal val="0-#ppt_w/2"/>
                                          </p:val>
                                        </p:tav>
                                        <p:tav tm="100000">
                                          <p:val>
                                            <p:strVal val="#ppt_x"/>
                                          </p:val>
                                        </p:tav>
                                      </p:tavLst>
                                    </p:anim>
                                    <p:anim calcmode="lin" valueType="num">
                                      <p:cBhvr additive="base">
                                        <p:cTn id="488" dur="500" fill="hold"/>
                                        <p:tgtEl>
                                          <p:spTgt spid="92"/>
                                        </p:tgtEl>
                                        <p:attrNameLst>
                                          <p:attrName>ppt_y</p:attrName>
                                        </p:attrNameLst>
                                      </p:cBhvr>
                                      <p:tavLst>
                                        <p:tav tm="0">
                                          <p:val>
                                            <p:strVal val="#ppt_y"/>
                                          </p:val>
                                        </p:tav>
                                        <p:tav tm="100000">
                                          <p:val>
                                            <p:strVal val="#ppt_y"/>
                                          </p:val>
                                        </p:tav>
                                      </p:tavLst>
                                    </p:anim>
                                  </p:childTnLst>
                                </p:cTn>
                              </p:par>
                            </p:childTnLst>
                          </p:cTn>
                        </p:par>
                      </p:childTnLst>
                    </p:cTn>
                  </p:par>
                  <p:par>
                    <p:cTn id="489" fill="hold">
                      <p:stCondLst>
                        <p:cond delay="indefinite"/>
                      </p:stCondLst>
                      <p:childTnLst>
                        <p:par>
                          <p:cTn id="490" fill="hold">
                            <p:stCondLst>
                              <p:cond delay="0"/>
                            </p:stCondLst>
                            <p:childTnLst>
                              <p:par>
                                <p:cTn id="491" presetID="2" presetClass="entr" presetSubtype="8" fill="hold" grpId="0" nodeType="clickEffect">
                                  <p:stCondLst>
                                    <p:cond delay="0"/>
                                  </p:stCondLst>
                                  <p:childTnLst>
                                    <p:set>
                                      <p:cBhvr>
                                        <p:cTn id="492" dur="1" fill="hold">
                                          <p:stCondLst>
                                            <p:cond delay="0"/>
                                          </p:stCondLst>
                                        </p:cTn>
                                        <p:tgtEl>
                                          <p:spTgt spid="93"/>
                                        </p:tgtEl>
                                        <p:attrNameLst>
                                          <p:attrName>style.visibility</p:attrName>
                                        </p:attrNameLst>
                                      </p:cBhvr>
                                      <p:to>
                                        <p:strVal val="visible"/>
                                      </p:to>
                                    </p:set>
                                    <p:anim calcmode="lin" valueType="num">
                                      <p:cBhvr additive="base">
                                        <p:cTn id="493" dur="500" fill="hold"/>
                                        <p:tgtEl>
                                          <p:spTgt spid="93"/>
                                        </p:tgtEl>
                                        <p:attrNameLst>
                                          <p:attrName>ppt_x</p:attrName>
                                        </p:attrNameLst>
                                      </p:cBhvr>
                                      <p:tavLst>
                                        <p:tav tm="0">
                                          <p:val>
                                            <p:strVal val="0-#ppt_w/2"/>
                                          </p:val>
                                        </p:tav>
                                        <p:tav tm="100000">
                                          <p:val>
                                            <p:strVal val="#ppt_x"/>
                                          </p:val>
                                        </p:tav>
                                      </p:tavLst>
                                    </p:anim>
                                    <p:anim calcmode="lin" valueType="num">
                                      <p:cBhvr additive="base">
                                        <p:cTn id="494" dur="500" fill="hold"/>
                                        <p:tgtEl>
                                          <p:spTgt spid="93"/>
                                        </p:tgtEl>
                                        <p:attrNameLst>
                                          <p:attrName>ppt_y</p:attrName>
                                        </p:attrNameLst>
                                      </p:cBhvr>
                                      <p:tavLst>
                                        <p:tav tm="0">
                                          <p:val>
                                            <p:strVal val="#ppt_y"/>
                                          </p:val>
                                        </p:tav>
                                        <p:tav tm="100000">
                                          <p:val>
                                            <p:strVal val="#ppt_y"/>
                                          </p:val>
                                        </p:tav>
                                      </p:tavLst>
                                    </p:anim>
                                  </p:childTnLst>
                                </p:cTn>
                              </p:par>
                            </p:childTnLst>
                          </p:cTn>
                        </p:par>
                      </p:childTnLst>
                    </p:cTn>
                  </p:par>
                  <p:par>
                    <p:cTn id="495" fill="hold">
                      <p:stCondLst>
                        <p:cond delay="indefinite"/>
                      </p:stCondLst>
                      <p:childTnLst>
                        <p:par>
                          <p:cTn id="496" fill="hold">
                            <p:stCondLst>
                              <p:cond delay="0"/>
                            </p:stCondLst>
                            <p:childTnLst>
                              <p:par>
                                <p:cTn id="497" presetID="2" presetClass="entr" presetSubtype="8" fill="hold" grpId="0" nodeType="clickEffect">
                                  <p:stCondLst>
                                    <p:cond delay="0"/>
                                  </p:stCondLst>
                                  <p:childTnLst>
                                    <p:set>
                                      <p:cBhvr>
                                        <p:cTn id="498" dur="1" fill="hold">
                                          <p:stCondLst>
                                            <p:cond delay="0"/>
                                          </p:stCondLst>
                                        </p:cTn>
                                        <p:tgtEl>
                                          <p:spTgt spid="98"/>
                                        </p:tgtEl>
                                        <p:attrNameLst>
                                          <p:attrName>style.visibility</p:attrName>
                                        </p:attrNameLst>
                                      </p:cBhvr>
                                      <p:to>
                                        <p:strVal val="visible"/>
                                      </p:to>
                                    </p:set>
                                    <p:anim calcmode="lin" valueType="num">
                                      <p:cBhvr additive="base">
                                        <p:cTn id="499" dur="500" fill="hold"/>
                                        <p:tgtEl>
                                          <p:spTgt spid="98"/>
                                        </p:tgtEl>
                                        <p:attrNameLst>
                                          <p:attrName>ppt_x</p:attrName>
                                        </p:attrNameLst>
                                      </p:cBhvr>
                                      <p:tavLst>
                                        <p:tav tm="0">
                                          <p:val>
                                            <p:strVal val="0-#ppt_w/2"/>
                                          </p:val>
                                        </p:tav>
                                        <p:tav tm="100000">
                                          <p:val>
                                            <p:strVal val="#ppt_x"/>
                                          </p:val>
                                        </p:tav>
                                      </p:tavLst>
                                    </p:anim>
                                    <p:anim calcmode="lin" valueType="num">
                                      <p:cBhvr additive="base">
                                        <p:cTn id="500" dur="500" fill="hold"/>
                                        <p:tgtEl>
                                          <p:spTgt spid="98"/>
                                        </p:tgtEl>
                                        <p:attrNameLst>
                                          <p:attrName>ppt_y</p:attrName>
                                        </p:attrNameLst>
                                      </p:cBhvr>
                                      <p:tavLst>
                                        <p:tav tm="0">
                                          <p:val>
                                            <p:strVal val="#ppt_y"/>
                                          </p:val>
                                        </p:tav>
                                        <p:tav tm="100000">
                                          <p:val>
                                            <p:strVal val="#ppt_y"/>
                                          </p:val>
                                        </p:tav>
                                      </p:tavLst>
                                    </p:anim>
                                  </p:childTnLst>
                                </p:cTn>
                              </p:par>
                            </p:childTnLst>
                          </p:cTn>
                        </p:par>
                      </p:childTnLst>
                    </p:cTn>
                  </p:par>
                  <p:par>
                    <p:cTn id="501" fill="hold">
                      <p:stCondLst>
                        <p:cond delay="indefinite"/>
                      </p:stCondLst>
                      <p:childTnLst>
                        <p:par>
                          <p:cTn id="502" fill="hold">
                            <p:stCondLst>
                              <p:cond delay="0"/>
                            </p:stCondLst>
                            <p:childTnLst>
                              <p:par>
                                <p:cTn id="503" presetID="2" presetClass="entr" presetSubtype="8" fill="hold" nodeType="clickEffect">
                                  <p:stCondLst>
                                    <p:cond delay="0"/>
                                  </p:stCondLst>
                                  <p:childTnLst>
                                    <p:set>
                                      <p:cBhvr>
                                        <p:cTn id="504" dur="1" fill="hold">
                                          <p:stCondLst>
                                            <p:cond delay="0"/>
                                          </p:stCondLst>
                                        </p:cTn>
                                        <p:tgtEl>
                                          <p:spTgt spid="94"/>
                                        </p:tgtEl>
                                        <p:attrNameLst>
                                          <p:attrName>style.visibility</p:attrName>
                                        </p:attrNameLst>
                                      </p:cBhvr>
                                      <p:to>
                                        <p:strVal val="visible"/>
                                      </p:to>
                                    </p:set>
                                    <p:anim calcmode="lin" valueType="num">
                                      <p:cBhvr additive="base">
                                        <p:cTn id="505" dur="500" fill="hold"/>
                                        <p:tgtEl>
                                          <p:spTgt spid="94"/>
                                        </p:tgtEl>
                                        <p:attrNameLst>
                                          <p:attrName>ppt_x</p:attrName>
                                        </p:attrNameLst>
                                      </p:cBhvr>
                                      <p:tavLst>
                                        <p:tav tm="0">
                                          <p:val>
                                            <p:strVal val="0-#ppt_w/2"/>
                                          </p:val>
                                        </p:tav>
                                        <p:tav tm="100000">
                                          <p:val>
                                            <p:strVal val="#ppt_x"/>
                                          </p:val>
                                        </p:tav>
                                      </p:tavLst>
                                    </p:anim>
                                    <p:anim calcmode="lin" valueType="num">
                                      <p:cBhvr additive="base">
                                        <p:cTn id="506" dur="500" fill="hold"/>
                                        <p:tgtEl>
                                          <p:spTgt spid="94"/>
                                        </p:tgtEl>
                                        <p:attrNameLst>
                                          <p:attrName>ppt_y</p:attrName>
                                        </p:attrNameLst>
                                      </p:cBhvr>
                                      <p:tavLst>
                                        <p:tav tm="0">
                                          <p:val>
                                            <p:strVal val="#ppt_y"/>
                                          </p:val>
                                        </p:tav>
                                        <p:tav tm="100000">
                                          <p:val>
                                            <p:strVal val="#ppt_y"/>
                                          </p:val>
                                        </p:tav>
                                      </p:tavLst>
                                    </p:anim>
                                  </p:childTnLst>
                                </p:cTn>
                              </p:par>
                            </p:childTnLst>
                          </p:cTn>
                        </p:par>
                      </p:childTnLst>
                    </p:cTn>
                  </p:par>
                  <p:par>
                    <p:cTn id="507" fill="hold">
                      <p:stCondLst>
                        <p:cond delay="indefinite"/>
                      </p:stCondLst>
                      <p:childTnLst>
                        <p:par>
                          <p:cTn id="508" fill="hold">
                            <p:stCondLst>
                              <p:cond delay="0"/>
                            </p:stCondLst>
                            <p:childTnLst>
                              <p:par>
                                <p:cTn id="509" presetID="2" presetClass="entr" presetSubtype="8" fill="hold" grpId="0" nodeType="clickEffect">
                                  <p:stCondLst>
                                    <p:cond delay="0"/>
                                  </p:stCondLst>
                                  <p:childTnLst>
                                    <p:set>
                                      <p:cBhvr>
                                        <p:cTn id="510" dur="1" fill="hold">
                                          <p:stCondLst>
                                            <p:cond delay="0"/>
                                          </p:stCondLst>
                                        </p:cTn>
                                        <p:tgtEl>
                                          <p:spTgt spid="95"/>
                                        </p:tgtEl>
                                        <p:attrNameLst>
                                          <p:attrName>style.visibility</p:attrName>
                                        </p:attrNameLst>
                                      </p:cBhvr>
                                      <p:to>
                                        <p:strVal val="visible"/>
                                      </p:to>
                                    </p:set>
                                    <p:anim calcmode="lin" valueType="num">
                                      <p:cBhvr additive="base">
                                        <p:cTn id="511" dur="500" fill="hold"/>
                                        <p:tgtEl>
                                          <p:spTgt spid="95"/>
                                        </p:tgtEl>
                                        <p:attrNameLst>
                                          <p:attrName>ppt_x</p:attrName>
                                        </p:attrNameLst>
                                      </p:cBhvr>
                                      <p:tavLst>
                                        <p:tav tm="0">
                                          <p:val>
                                            <p:strVal val="0-#ppt_w/2"/>
                                          </p:val>
                                        </p:tav>
                                        <p:tav tm="100000">
                                          <p:val>
                                            <p:strVal val="#ppt_x"/>
                                          </p:val>
                                        </p:tav>
                                      </p:tavLst>
                                    </p:anim>
                                    <p:anim calcmode="lin" valueType="num">
                                      <p:cBhvr additive="base">
                                        <p:cTn id="512" dur="500" fill="hold"/>
                                        <p:tgtEl>
                                          <p:spTgt spid="95"/>
                                        </p:tgtEl>
                                        <p:attrNameLst>
                                          <p:attrName>ppt_y</p:attrName>
                                        </p:attrNameLst>
                                      </p:cBhvr>
                                      <p:tavLst>
                                        <p:tav tm="0">
                                          <p:val>
                                            <p:strVal val="#ppt_y"/>
                                          </p:val>
                                        </p:tav>
                                        <p:tav tm="100000">
                                          <p:val>
                                            <p:strVal val="#ppt_y"/>
                                          </p:val>
                                        </p:tav>
                                      </p:tavLst>
                                    </p:anim>
                                  </p:childTnLst>
                                </p:cTn>
                              </p:par>
                            </p:childTnLst>
                          </p:cTn>
                        </p:par>
                      </p:childTnLst>
                    </p:cTn>
                  </p:par>
                  <p:par>
                    <p:cTn id="513" fill="hold">
                      <p:stCondLst>
                        <p:cond delay="indefinite"/>
                      </p:stCondLst>
                      <p:childTnLst>
                        <p:par>
                          <p:cTn id="514" fill="hold">
                            <p:stCondLst>
                              <p:cond delay="0"/>
                            </p:stCondLst>
                            <p:childTnLst>
                              <p:par>
                                <p:cTn id="515" presetID="2" presetClass="entr" presetSubtype="8" fill="hold" grpId="0" nodeType="clickEffect">
                                  <p:stCondLst>
                                    <p:cond delay="0"/>
                                  </p:stCondLst>
                                  <p:childTnLst>
                                    <p:set>
                                      <p:cBhvr>
                                        <p:cTn id="516" dur="1" fill="hold">
                                          <p:stCondLst>
                                            <p:cond delay="0"/>
                                          </p:stCondLst>
                                        </p:cTn>
                                        <p:tgtEl>
                                          <p:spTgt spid="96"/>
                                        </p:tgtEl>
                                        <p:attrNameLst>
                                          <p:attrName>style.visibility</p:attrName>
                                        </p:attrNameLst>
                                      </p:cBhvr>
                                      <p:to>
                                        <p:strVal val="visible"/>
                                      </p:to>
                                    </p:set>
                                    <p:anim calcmode="lin" valueType="num">
                                      <p:cBhvr additive="base">
                                        <p:cTn id="517" dur="500" fill="hold"/>
                                        <p:tgtEl>
                                          <p:spTgt spid="96"/>
                                        </p:tgtEl>
                                        <p:attrNameLst>
                                          <p:attrName>ppt_x</p:attrName>
                                        </p:attrNameLst>
                                      </p:cBhvr>
                                      <p:tavLst>
                                        <p:tav tm="0">
                                          <p:val>
                                            <p:strVal val="0-#ppt_w/2"/>
                                          </p:val>
                                        </p:tav>
                                        <p:tav tm="100000">
                                          <p:val>
                                            <p:strVal val="#ppt_x"/>
                                          </p:val>
                                        </p:tav>
                                      </p:tavLst>
                                    </p:anim>
                                    <p:anim calcmode="lin" valueType="num">
                                      <p:cBhvr additive="base">
                                        <p:cTn id="518" dur="500" fill="hold"/>
                                        <p:tgtEl>
                                          <p:spTgt spid="96"/>
                                        </p:tgtEl>
                                        <p:attrNameLst>
                                          <p:attrName>ppt_y</p:attrName>
                                        </p:attrNameLst>
                                      </p:cBhvr>
                                      <p:tavLst>
                                        <p:tav tm="0">
                                          <p:val>
                                            <p:strVal val="#ppt_y"/>
                                          </p:val>
                                        </p:tav>
                                        <p:tav tm="100000">
                                          <p:val>
                                            <p:strVal val="#ppt_y"/>
                                          </p:val>
                                        </p:tav>
                                      </p:tavLst>
                                    </p:anim>
                                  </p:childTnLst>
                                </p:cTn>
                              </p:par>
                            </p:childTnLst>
                          </p:cTn>
                        </p:par>
                      </p:childTnLst>
                    </p:cTn>
                  </p:par>
                  <p:par>
                    <p:cTn id="519" fill="hold">
                      <p:stCondLst>
                        <p:cond delay="indefinite"/>
                      </p:stCondLst>
                      <p:childTnLst>
                        <p:par>
                          <p:cTn id="520" fill="hold">
                            <p:stCondLst>
                              <p:cond delay="0"/>
                            </p:stCondLst>
                            <p:childTnLst>
                              <p:par>
                                <p:cTn id="521" presetID="2" presetClass="entr" presetSubtype="8" fill="hold" grpId="0" nodeType="clickEffect">
                                  <p:stCondLst>
                                    <p:cond delay="0"/>
                                  </p:stCondLst>
                                  <p:childTnLst>
                                    <p:set>
                                      <p:cBhvr>
                                        <p:cTn id="522" dur="1" fill="hold">
                                          <p:stCondLst>
                                            <p:cond delay="0"/>
                                          </p:stCondLst>
                                        </p:cTn>
                                        <p:tgtEl>
                                          <p:spTgt spid="97"/>
                                        </p:tgtEl>
                                        <p:attrNameLst>
                                          <p:attrName>style.visibility</p:attrName>
                                        </p:attrNameLst>
                                      </p:cBhvr>
                                      <p:to>
                                        <p:strVal val="visible"/>
                                      </p:to>
                                    </p:set>
                                    <p:anim calcmode="lin" valueType="num">
                                      <p:cBhvr additive="base">
                                        <p:cTn id="523" dur="500" fill="hold"/>
                                        <p:tgtEl>
                                          <p:spTgt spid="97"/>
                                        </p:tgtEl>
                                        <p:attrNameLst>
                                          <p:attrName>ppt_x</p:attrName>
                                        </p:attrNameLst>
                                      </p:cBhvr>
                                      <p:tavLst>
                                        <p:tav tm="0">
                                          <p:val>
                                            <p:strVal val="0-#ppt_w/2"/>
                                          </p:val>
                                        </p:tav>
                                        <p:tav tm="100000">
                                          <p:val>
                                            <p:strVal val="#ppt_x"/>
                                          </p:val>
                                        </p:tav>
                                      </p:tavLst>
                                    </p:anim>
                                    <p:anim calcmode="lin" valueType="num">
                                      <p:cBhvr additive="base">
                                        <p:cTn id="524" dur="500" fill="hold"/>
                                        <p:tgtEl>
                                          <p:spTgt spid="97"/>
                                        </p:tgtEl>
                                        <p:attrNameLst>
                                          <p:attrName>ppt_y</p:attrName>
                                        </p:attrNameLst>
                                      </p:cBhvr>
                                      <p:tavLst>
                                        <p:tav tm="0">
                                          <p:val>
                                            <p:strVal val="#ppt_y"/>
                                          </p:val>
                                        </p:tav>
                                        <p:tav tm="100000">
                                          <p:val>
                                            <p:strVal val="#ppt_y"/>
                                          </p:val>
                                        </p:tav>
                                      </p:tavLst>
                                    </p:anim>
                                  </p:childTnLst>
                                </p:cTn>
                              </p:par>
                            </p:childTnLst>
                          </p:cTn>
                        </p:par>
                      </p:childTnLst>
                    </p:cTn>
                  </p:par>
                  <p:par>
                    <p:cTn id="525" fill="hold">
                      <p:stCondLst>
                        <p:cond delay="indefinite"/>
                      </p:stCondLst>
                      <p:childTnLst>
                        <p:par>
                          <p:cTn id="526" fill="hold">
                            <p:stCondLst>
                              <p:cond delay="0"/>
                            </p:stCondLst>
                            <p:childTnLst>
                              <p:par>
                                <p:cTn id="527" presetID="2" presetClass="entr" presetSubtype="8" fill="hold" grpId="0" nodeType="clickEffect">
                                  <p:stCondLst>
                                    <p:cond delay="0"/>
                                  </p:stCondLst>
                                  <p:childTnLst>
                                    <p:set>
                                      <p:cBhvr>
                                        <p:cTn id="528" dur="1" fill="hold">
                                          <p:stCondLst>
                                            <p:cond delay="0"/>
                                          </p:stCondLst>
                                        </p:cTn>
                                        <p:tgtEl>
                                          <p:spTgt spid="99"/>
                                        </p:tgtEl>
                                        <p:attrNameLst>
                                          <p:attrName>style.visibility</p:attrName>
                                        </p:attrNameLst>
                                      </p:cBhvr>
                                      <p:to>
                                        <p:strVal val="visible"/>
                                      </p:to>
                                    </p:set>
                                    <p:anim calcmode="lin" valueType="num">
                                      <p:cBhvr additive="base">
                                        <p:cTn id="529" dur="500" fill="hold"/>
                                        <p:tgtEl>
                                          <p:spTgt spid="99"/>
                                        </p:tgtEl>
                                        <p:attrNameLst>
                                          <p:attrName>ppt_x</p:attrName>
                                        </p:attrNameLst>
                                      </p:cBhvr>
                                      <p:tavLst>
                                        <p:tav tm="0">
                                          <p:val>
                                            <p:strVal val="0-#ppt_w/2"/>
                                          </p:val>
                                        </p:tav>
                                        <p:tav tm="100000">
                                          <p:val>
                                            <p:strVal val="#ppt_x"/>
                                          </p:val>
                                        </p:tav>
                                      </p:tavLst>
                                    </p:anim>
                                    <p:anim calcmode="lin" valueType="num">
                                      <p:cBhvr additive="base">
                                        <p:cTn id="530" dur="500" fill="hold"/>
                                        <p:tgtEl>
                                          <p:spTgt spid="99"/>
                                        </p:tgtEl>
                                        <p:attrNameLst>
                                          <p:attrName>ppt_y</p:attrName>
                                        </p:attrNameLst>
                                      </p:cBhvr>
                                      <p:tavLst>
                                        <p:tav tm="0">
                                          <p:val>
                                            <p:strVal val="#ppt_y"/>
                                          </p:val>
                                        </p:tav>
                                        <p:tav tm="100000">
                                          <p:val>
                                            <p:strVal val="#ppt_y"/>
                                          </p:val>
                                        </p:tav>
                                      </p:tavLst>
                                    </p:anim>
                                  </p:childTnLst>
                                </p:cTn>
                              </p:par>
                            </p:childTnLst>
                          </p:cTn>
                        </p:par>
                      </p:childTnLst>
                    </p:cTn>
                  </p:par>
                  <p:par>
                    <p:cTn id="531" fill="hold">
                      <p:stCondLst>
                        <p:cond delay="indefinite"/>
                      </p:stCondLst>
                      <p:childTnLst>
                        <p:par>
                          <p:cTn id="532" fill="hold">
                            <p:stCondLst>
                              <p:cond delay="0"/>
                            </p:stCondLst>
                            <p:childTnLst>
                              <p:par>
                                <p:cTn id="533" presetID="2" presetClass="entr" presetSubtype="8" fill="hold" nodeType="clickEffect">
                                  <p:stCondLst>
                                    <p:cond delay="0"/>
                                  </p:stCondLst>
                                  <p:childTnLst>
                                    <p:set>
                                      <p:cBhvr>
                                        <p:cTn id="534" dur="1" fill="hold">
                                          <p:stCondLst>
                                            <p:cond delay="0"/>
                                          </p:stCondLst>
                                        </p:cTn>
                                        <p:tgtEl>
                                          <p:spTgt spid="100"/>
                                        </p:tgtEl>
                                        <p:attrNameLst>
                                          <p:attrName>style.visibility</p:attrName>
                                        </p:attrNameLst>
                                      </p:cBhvr>
                                      <p:to>
                                        <p:strVal val="visible"/>
                                      </p:to>
                                    </p:set>
                                    <p:anim calcmode="lin" valueType="num">
                                      <p:cBhvr additive="base">
                                        <p:cTn id="535" dur="500" fill="hold"/>
                                        <p:tgtEl>
                                          <p:spTgt spid="100"/>
                                        </p:tgtEl>
                                        <p:attrNameLst>
                                          <p:attrName>ppt_x</p:attrName>
                                        </p:attrNameLst>
                                      </p:cBhvr>
                                      <p:tavLst>
                                        <p:tav tm="0">
                                          <p:val>
                                            <p:strVal val="0-#ppt_w/2"/>
                                          </p:val>
                                        </p:tav>
                                        <p:tav tm="100000">
                                          <p:val>
                                            <p:strVal val="#ppt_x"/>
                                          </p:val>
                                        </p:tav>
                                      </p:tavLst>
                                    </p:anim>
                                    <p:anim calcmode="lin" valueType="num">
                                      <p:cBhvr additive="base">
                                        <p:cTn id="536" dur="500" fill="hold"/>
                                        <p:tgtEl>
                                          <p:spTgt spid="100"/>
                                        </p:tgtEl>
                                        <p:attrNameLst>
                                          <p:attrName>ppt_y</p:attrName>
                                        </p:attrNameLst>
                                      </p:cBhvr>
                                      <p:tavLst>
                                        <p:tav tm="0">
                                          <p:val>
                                            <p:strVal val="#ppt_y"/>
                                          </p:val>
                                        </p:tav>
                                        <p:tav tm="100000">
                                          <p:val>
                                            <p:strVal val="#ppt_y"/>
                                          </p:val>
                                        </p:tav>
                                      </p:tavLst>
                                    </p:anim>
                                  </p:childTnLst>
                                </p:cTn>
                              </p:par>
                            </p:childTnLst>
                          </p:cTn>
                        </p:par>
                      </p:childTnLst>
                    </p:cTn>
                  </p:par>
                  <p:par>
                    <p:cTn id="537" fill="hold">
                      <p:stCondLst>
                        <p:cond delay="indefinite"/>
                      </p:stCondLst>
                      <p:childTnLst>
                        <p:par>
                          <p:cTn id="538" fill="hold">
                            <p:stCondLst>
                              <p:cond delay="0"/>
                            </p:stCondLst>
                            <p:childTnLst>
                              <p:par>
                                <p:cTn id="539" presetID="2" presetClass="entr" presetSubtype="8" fill="hold" grpId="0" nodeType="clickEffect">
                                  <p:stCondLst>
                                    <p:cond delay="0"/>
                                  </p:stCondLst>
                                  <p:childTnLst>
                                    <p:set>
                                      <p:cBhvr>
                                        <p:cTn id="540" dur="1" fill="hold">
                                          <p:stCondLst>
                                            <p:cond delay="0"/>
                                          </p:stCondLst>
                                        </p:cTn>
                                        <p:tgtEl>
                                          <p:spTgt spid="102"/>
                                        </p:tgtEl>
                                        <p:attrNameLst>
                                          <p:attrName>style.visibility</p:attrName>
                                        </p:attrNameLst>
                                      </p:cBhvr>
                                      <p:to>
                                        <p:strVal val="visible"/>
                                      </p:to>
                                    </p:set>
                                    <p:anim calcmode="lin" valueType="num">
                                      <p:cBhvr additive="base">
                                        <p:cTn id="541" dur="500" fill="hold"/>
                                        <p:tgtEl>
                                          <p:spTgt spid="102"/>
                                        </p:tgtEl>
                                        <p:attrNameLst>
                                          <p:attrName>ppt_x</p:attrName>
                                        </p:attrNameLst>
                                      </p:cBhvr>
                                      <p:tavLst>
                                        <p:tav tm="0">
                                          <p:val>
                                            <p:strVal val="0-#ppt_w/2"/>
                                          </p:val>
                                        </p:tav>
                                        <p:tav tm="100000">
                                          <p:val>
                                            <p:strVal val="#ppt_x"/>
                                          </p:val>
                                        </p:tav>
                                      </p:tavLst>
                                    </p:anim>
                                    <p:anim calcmode="lin" valueType="num">
                                      <p:cBhvr additive="base">
                                        <p:cTn id="542" dur="500" fill="hold"/>
                                        <p:tgtEl>
                                          <p:spTgt spid="102"/>
                                        </p:tgtEl>
                                        <p:attrNameLst>
                                          <p:attrName>ppt_y</p:attrName>
                                        </p:attrNameLst>
                                      </p:cBhvr>
                                      <p:tavLst>
                                        <p:tav tm="0">
                                          <p:val>
                                            <p:strVal val="#ppt_y"/>
                                          </p:val>
                                        </p:tav>
                                        <p:tav tm="100000">
                                          <p:val>
                                            <p:strVal val="#ppt_y"/>
                                          </p:val>
                                        </p:tav>
                                      </p:tavLst>
                                    </p:anim>
                                  </p:childTnLst>
                                </p:cTn>
                              </p:par>
                            </p:childTnLst>
                          </p:cTn>
                        </p:par>
                      </p:childTnLst>
                    </p:cTn>
                  </p:par>
                  <p:par>
                    <p:cTn id="543" fill="hold">
                      <p:stCondLst>
                        <p:cond delay="indefinite"/>
                      </p:stCondLst>
                      <p:childTnLst>
                        <p:par>
                          <p:cTn id="544" fill="hold">
                            <p:stCondLst>
                              <p:cond delay="0"/>
                            </p:stCondLst>
                            <p:childTnLst>
                              <p:par>
                                <p:cTn id="545" presetID="2" presetClass="entr" presetSubtype="8" fill="hold" grpId="0" nodeType="clickEffect">
                                  <p:stCondLst>
                                    <p:cond delay="0"/>
                                  </p:stCondLst>
                                  <p:childTnLst>
                                    <p:set>
                                      <p:cBhvr>
                                        <p:cTn id="546" dur="1" fill="hold">
                                          <p:stCondLst>
                                            <p:cond delay="0"/>
                                          </p:stCondLst>
                                        </p:cTn>
                                        <p:tgtEl>
                                          <p:spTgt spid="103"/>
                                        </p:tgtEl>
                                        <p:attrNameLst>
                                          <p:attrName>style.visibility</p:attrName>
                                        </p:attrNameLst>
                                      </p:cBhvr>
                                      <p:to>
                                        <p:strVal val="visible"/>
                                      </p:to>
                                    </p:set>
                                    <p:anim calcmode="lin" valueType="num">
                                      <p:cBhvr additive="base">
                                        <p:cTn id="547" dur="500" fill="hold"/>
                                        <p:tgtEl>
                                          <p:spTgt spid="103"/>
                                        </p:tgtEl>
                                        <p:attrNameLst>
                                          <p:attrName>ppt_x</p:attrName>
                                        </p:attrNameLst>
                                      </p:cBhvr>
                                      <p:tavLst>
                                        <p:tav tm="0">
                                          <p:val>
                                            <p:strVal val="0-#ppt_w/2"/>
                                          </p:val>
                                        </p:tav>
                                        <p:tav tm="100000">
                                          <p:val>
                                            <p:strVal val="#ppt_x"/>
                                          </p:val>
                                        </p:tav>
                                      </p:tavLst>
                                    </p:anim>
                                    <p:anim calcmode="lin" valueType="num">
                                      <p:cBhvr additive="base">
                                        <p:cTn id="548" dur="500" fill="hold"/>
                                        <p:tgtEl>
                                          <p:spTgt spid="103"/>
                                        </p:tgtEl>
                                        <p:attrNameLst>
                                          <p:attrName>ppt_y</p:attrName>
                                        </p:attrNameLst>
                                      </p:cBhvr>
                                      <p:tavLst>
                                        <p:tav tm="0">
                                          <p:val>
                                            <p:strVal val="#ppt_y"/>
                                          </p:val>
                                        </p:tav>
                                        <p:tav tm="100000">
                                          <p:val>
                                            <p:strVal val="#ppt_y"/>
                                          </p:val>
                                        </p:tav>
                                      </p:tavLst>
                                    </p:anim>
                                  </p:childTnLst>
                                </p:cTn>
                              </p:par>
                            </p:childTnLst>
                          </p:cTn>
                        </p:par>
                      </p:childTnLst>
                    </p:cTn>
                  </p:par>
                  <p:par>
                    <p:cTn id="549" fill="hold">
                      <p:stCondLst>
                        <p:cond delay="indefinite"/>
                      </p:stCondLst>
                      <p:childTnLst>
                        <p:par>
                          <p:cTn id="550" fill="hold">
                            <p:stCondLst>
                              <p:cond delay="0"/>
                            </p:stCondLst>
                            <p:childTnLst>
                              <p:par>
                                <p:cTn id="551" presetID="2" presetClass="entr" presetSubtype="8" fill="hold" grpId="0" nodeType="clickEffect">
                                  <p:stCondLst>
                                    <p:cond delay="0"/>
                                  </p:stCondLst>
                                  <p:childTnLst>
                                    <p:set>
                                      <p:cBhvr>
                                        <p:cTn id="552" dur="1" fill="hold">
                                          <p:stCondLst>
                                            <p:cond delay="0"/>
                                          </p:stCondLst>
                                        </p:cTn>
                                        <p:tgtEl>
                                          <p:spTgt spid="104"/>
                                        </p:tgtEl>
                                        <p:attrNameLst>
                                          <p:attrName>style.visibility</p:attrName>
                                        </p:attrNameLst>
                                      </p:cBhvr>
                                      <p:to>
                                        <p:strVal val="visible"/>
                                      </p:to>
                                    </p:set>
                                    <p:anim calcmode="lin" valueType="num">
                                      <p:cBhvr additive="base">
                                        <p:cTn id="553" dur="500" fill="hold"/>
                                        <p:tgtEl>
                                          <p:spTgt spid="104"/>
                                        </p:tgtEl>
                                        <p:attrNameLst>
                                          <p:attrName>ppt_x</p:attrName>
                                        </p:attrNameLst>
                                      </p:cBhvr>
                                      <p:tavLst>
                                        <p:tav tm="0">
                                          <p:val>
                                            <p:strVal val="0-#ppt_w/2"/>
                                          </p:val>
                                        </p:tav>
                                        <p:tav tm="100000">
                                          <p:val>
                                            <p:strVal val="#ppt_x"/>
                                          </p:val>
                                        </p:tav>
                                      </p:tavLst>
                                    </p:anim>
                                    <p:anim calcmode="lin" valueType="num">
                                      <p:cBhvr additive="base">
                                        <p:cTn id="554" dur="500" fill="hold"/>
                                        <p:tgtEl>
                                          <p:spTgt spid="104"/>
                                        </p:tgtEl>
                                        <p:attrNameLst>
                                          <p:attrName>ppt_y</p:attrName>
                                        </p:attrNameLst>
                                      </p:cBhvr>
                                      <p:tavLst>
                                        <p:tav tm="0">
                                          <p:val>
                                            <p:strVal val="#ppt_y"/>
                                          </p:val>
                                        </p:tav>
                                        <p:tav tm="100000">
                                          <p:val>
                                            <p:strVal val="#ppt_y"/>
                                          </p:val>
                                        </p:tav>
                                      </p:tavLst>
                                    </p:anim>
                                  </p:childTnLst>
                                </p:cTn>
                              </p:par>
                            </p:childTnLst>
                          </p:cTn>
                        </p:par>
                      </p:childTnLst>
                    </p:cTn>
                  </p:par>
                  <p:par>
                    <p:cTn id="555" fill="hold">
                      <p:stCondLst>
                        <p:cond delay="indefinite"/>
                      </p:stCondLst>
                      <p:childTnLst>
                        <p:par>
                          <p:cTn id="556" fill="hold">
                            <p:stCondLst>
                              <p:cond delay="0"/>
                            </p:stCondLst>
                            <p:childTnLst>
                              <p:par>
                                <p:cTn id="557" presetID="2" presetClass="entr" presetSubtype="8" fill="hold" grpId="0" nodeType="clickEffect">
                                  <p:stCondLst>
                                    <p:cond delay="0"/>
                                  </p:stCondLst>
                                  <p:childTnLst>
                                    <p:set>
                                      <p:cBhvr>
                                        <p:cTn id="558" dur="1" fill="hold">
                                          <p:stCondLst>
                                            <p:cond delay="0"/>
                                          </p:stCondLst>
                                        </p:cTn>
                                        <p:tgtEl>
                                          <p:spTgt spid="105"/>
                                        </p:tgtEl>
                                        <p:attrNameLst>
                                          <p:attrName>style.visibility</p:attrName>
                                        </p:attrNameLst>
                                      </p:cBhvr>
                                      <p:to>
                                        <p:strVal val="visible"/>
                                      </p:to>
                                    </p:set>
                                    <p:anim calcmode="lin" valueType="num">
                                      <p:cBhvr additive="base">
                                        <p:cTn id="559" dur="500" fill="hold"/>
                                        <p:tgtEl>
                                          <p:spTgt spid="105"/>
                                        </p:tgtEl>
                                        <p:attrNameLst>
                                          <p:attrName>ppt_x</p:attrName>
                                        </p:attrNameLst>
                                      </p:cBhvr>
                                      <p:tavLst>
                                        <p:tav tm="0">
                                          <p:val>
                                            <p:strVal val="0-#ppt_w/2"/>
                                          </p:val>
                                        </p:tav>
                                        <p:tav tm="100000">
                                          <p:val>
                                            <p:strVal val="#ppt_x"/>
                                          </p:val>
                                        </p:tav>
                                      </p:tavLst>
                                    </p:anim>
                                    <p:anim calcmode="lin" valueType="num">
                                      <p:cBhvr additive="base">
                                        <p:cTn id="560" dur="500" fill="hold"/>
                                        <p:tgtEl>
                                          <p:spTgt spid="105"/>
                                        </p:tgtEl>
                                        <p:attrNameLst>
                                          <p:attrName>ppt_y</p:attrName>
                                        </p:attrNameLst>
                                      </p:cBhvr>
                                      <p:tavLst>
                                        <p:tav tm="0">
                                          <p:val>
                                            <p:strVal val="#ppt_y"/>
                                          </p:val>
                                        </p:tav>
                                        <p:tav tm="100000">
                                          <p:val>
                                            <p:strVal val="#ppt_y"/>
                                          </p:val>
                                        </p:tav>
                                      </p:tavLst>
                                    </p:anim>
                                  </p:childTnLst>
                                </p:cTn>
                              </p:par>
                            </p:childTnLst>
                          </p:cTn>
                        </p:par>
                      </p:childTnLst>
                    </p:cTn>
                  </p:par>
                  <p:par>
                    <p:cTn id="561" fill="hold">
                      <p:stCondLst>
                        <p:cond delay="indefinite"/>
                      </p:stCondLst>
                      <p:childTnLst>
                        <p:par>
                          <p:cTn id="562" fill="hold">
                            <p:stCondLst>
                              <p:cond delay="0"/>
                            </p:stCondLst>
                            <p:childTnLst>
                              <p:par>
                                <p:cTn id="563" presetID="2" presetClass="entr" presetSubtype="8" fill="hold" nodeType="clickEffect">
                                  <p:stCondLst>
                                    <p:cond delay="0"/>
                                  </p:stCondLst>
                                  <p:childTnLst>
                                    <p:set>
                                      <p:cBhvr>
                                        <p:cTn id="564" dur="1" fill="hold">
                                          <p:stCondLst>
                                            <p:cond delay="0"/>
                                          </p:stCondLst>
                                        </p:cTn>
                                        <p:tgtEl>
                                          <p:spTgt spid="101"/>
                                        </p:tgtEl>
                                        <p:attrNameLst>
                                          <p:attrName>style.visibility</p:attrName>
                                        </p:attrNameLst>
                                      </p:cBhvr>
                                      <p:to>
                                        <p:strVal val="visible"/>
                                      </p:to>
                                    </p:set>
                                    <p:anim calcmode="lin" valueType="num">
                                      <p:cBhvr additive="base">
                                        <p:cTn id="565" dur="500" fill="hold"/>
                                        <p:tgtEl>
                                          <p:spTgt spid="101"/>
                                        </p:tgtEl>
                                        <p:attrNameLst>
                                          <p:attrName>ppt_x</p:attrName>
                                        </p:attrNameLst>
                                      </p:cBhvr>
                                      <p:tavLst>
                                        <p:tav tm="0">
                                          <p:val>
                                            <p:strVal val="0-#ppt_w/2"/>
                                          </p:val>
                                        </p:tav>
                                        <p:tav tm="100000">
                                          <p:val>
                                            <p:strVal val="#ppt_x"/>
                                          </p:val>
                                        </p:tav>
                                      </p:tavLst>
                                    </p:anim>
                                    <p:anim calcmode="lin" valueType="num">
                                      <p:cBhvr additive="base">
                                        <p:cTn id="566" dur="500" fill="hold"/>
                                        <p:tgtEl>
                                          <p:spTgt spid="101"/>
                                        </p:tgtEl>
                                        <p:attrNameLst>
                                          <p:attrName>ppt_y</p:attrName>
                                        </p:attrNameLst>
                                      </p:cBhvr>
                                      <p:tavLst>
                                        <p:tav tm="0">
                                          <p:val>
                                            <p:strVal val="#ppt_y"/>
                                          </p:val>
                                        </p:tav>
                                        <p:tav tm="100000">
                                          <p:val>
                                            <p:strVal val="#ppt_y"/>
                                          </p:val>
                                        </p:tav>
                                      </p:tavLst>
                                    </p:anim>
                                  </p:childTnLst>
                                </p:cTn>
                              </p:par>
                            </p:childTnLst>
                          </p:cTn>
                        </p:par>
                      </p:childTnLst>
                    </p:cTn>
                  </p:par>
                  <p:par>
                    <p:cTn id="567" fill="hold">
                      <p:stCondLst>
                        <p:cond delay="indefinite"/>
                      </p:stCondLst>
                      <p:childTnLst>
                        <p:par>
                          <p:cTn id="568" fill="hold">
                            <p:stCondLst>
                              <p:cond delay="0"/>
                            </p:stCondLst>
                            <p:childTnLst>
                              <p:par>
                                <p:cTn id="569" presetID="2" presetClass="entr" presetSubtype="8" fill="hold" grpId="0" nodeType="clickEffect">
                                  <p:stCondLst>
                                    <p:cond delay="0"/>
                                  </p:stCondLst>
                                  <p:childTnLst>
                                    <p:set>
                                      <p:cBhvr>
                                        <p:cTn id="570" dur="1" fill="hold">
                                          <p:stCondLst>
                                            <p:cond delay="0"/>
                                          </p:stCondLst>
                                        </p:cTn>
                                        <p:tgtEl>
                                          <p:spTgt spid="106"/>
                                        </p:tgtEl>
                                        <p:attrNameLst>
                                          <p:attrName>style.visibility</p:attrName>
                                        </p:attrNameLst>
                                      </p:cBhvr>
                                      <p:to>
                                        <p:strVal val="visible"/>
                                      </p:to>
                                    </p:set>
                                    <p:anim calcmode="lin" valueType="num">
                                      <p:cBhvr additive="base">
                                        <p:cTn id="571" dur="500" fill="hold"/>
                                        <p:tgtEl>
                                          <p:spTgt spid="106"/>
                                        </p:tgtEl>
                                        <p:attrNameLst>
                                          <p:attrName>ppt_x</p:attrName>
                                        </p:attrNameLst>
                                      </p:cBhvr>
                                      <p:tavLst>
                                        <p:tav tm="0">
                                          <p:val>
                                            <p:strVal val="0-#ppt_w/2"/>
                                          </p:val>
                                        </p:tav>
                                        <p:tav tm="100000">
                                          <p:val>
                                            <p:strVal val="#ppt_x"/>
                                          </p:val>
                                        </p:tav>
                                      </p:tavLst>
                                    </p:anim>
                                    <p:anim calcmode="lin" valueType="num">
                                      <p:cBhvr additive="base">
                                        <p:cTn id="572" dur="500" fill="hold"/>
                                        <p:tgtEl>
                                          <p:spTgt spid="106"/>
                                        </p:tgtEl>
                                        <p:attrNameLst>
                                          <p:attrName>ppt_y</p:attrName>
                                        </p:attrNameLst>
                                      </p:cBhvr>
                                      <p:tavLst>
                                        <p:tav tm="0">
                                          <p:val>
                                            <p:strVal val="#ppt_y"/>
                                          </p:val>
                                        </p:tav>
                                        <p:tav tm="100000">
                                          <p:val>
                                            <p:strVal val="#ppt_y"/>
                                          </p:val>
                                        </p:tav>
                                      </p:tavLst>
                                    </p:anim>
                                  </p:childTnLst>
                                </p:cTn>
                              </p:par>
                            </p:childTnLst>
                          </p:cTn>
                        </p:par>
                      </p:childTnLst>
                    </p:cTn>
                  </p:par>
                  <p:par>
                    <p:cTn id="573" fill="hold">
                      <p:stCondLst>
                        <p:cond delay="indefinite"/>
                      </p:stCondLst>
                      <p:childTnLst>
                        <p:par>
                          <p:cTn id="574" fill="hold">
                            <p:stCondLst>
                              <p:cond delay="0"/>
                            </p:stCondLst>
                            <p:childTnLst>
                              <p:par>
                                <p:cTn id="575" presetID="2" presetClass="entr" presetSubtype="8" fill="hold" grpId="0" nodeType="clickEffect">
                                  <p:stCondLst>
                                    <p:cond delay="0"/>
                                  </p:stCondLst>
                                  <p:childTnLst>
                                    <p:set>
                                      <p:cBhvr>
                                        <p:cTn id="576" dur="1" fill="hold">
                                          <p:stCondLst>
                                            <p:cond delay="0"/>
                                          </p:stCondLst>
                                        </p:cTn>
                                        <p:tgtEl>
                                          <p:spTgt spid="107"/>
                                        </p:tgtEl>
                                        <p:attrNameLst>
                                          <p:attrName>style.visibility</p:attrName>
                                        </p:attrNameLst>
                                      </p:cBhvr>
                                      <p:to>
                                        <p:strVal val="visible"/>
                                      </p:to>
                                    </p:set>
                                    <p:anim calcmode="lin" valueType="num">
                                      <p:cBhvr additive="base">
                                        <p:cTn id="577" dur="500" fill="hold"/>
                                        <p:tgtEl>
                                          <p:spTgt spid="107"/>
                                        </p:tgtEl>
                                        <p:attrNameLst>
                                          <p:attrName>ppt_x</p:attrName>
                                        </p:attrNameLst>
                                      </p:cBhvr>
                                      <p:tavLst>
                                        <p:tav tm="0">
                                          <p:val>
                                            <p:strVal val="0-#ppt_w/2"/>
                                          </p:val>
                                        </p:tav>
                                        <p:tav tm="100000">
                                          <p:val>
                                            <p:strVal val="#ppt_x"/>
                                          </p:val>
                                        </p:tav>
                                      </p:tavLst>
                                    </p:anim>
                                    <p:anim calcmode="lin" valueType="num">
                                      <p:cBhvr additive="base">
                                        <p:cTn id="578" dur="500" fill="hold"/>
                                        <p:tgtEl>
                                          <p:spTgt spid="107"/>
                                        </p:tgtEl>
                                        <p:attrNameLst>
                                          <p:attrName>ppt_y</p:attrName>
                                        </p:attrNameLst>
                                      </p:cBhvr>
                                      <p:tavLst>
                                        <p:tav tm="0">
                                          <p:val>
                                            <p:strVal val="#ppt_y"/>
                                          </p:val>
                                        </p:tav>
                                        <p:tav tm="100000">
                                          <p:val>
                                            <p:strVal val="#ppt_y"/>
                                          </p:val>
                                        </p:tav>
                                      </p:tavLst>
                                    </p:anim>
                                  </p:childTnLst>
                                </p:cTn>
                              </p:par>
                            </p:childTnLst>
                          </p:cTn>
                        </p:par>
                      </p:childTnLst>
                    </p:cTn>
                  </p:par>
                  <p:par>
                    <p:cTn id="579" fill="hold">
                      <p:stCondLst>
                        <p:cond delay="indefinite"/>
                      </p:stCondLst>
                      <p:childTnLst>
                        <p:par>
                          <p:cTn id="580" fill="hold">
                            <p:stCondLst>
                              <p:cond delay="0"/>
                            </p:stCondLst>
                            <p:childTnLst>
                              <p:par>
                                <p:cTn id="581" presetID="2" presetClass="entr" presetSubtype="8" fill="hold" grpId="0" nodeType="clickEffect">
                                  <p:stCondLst>
                                    <p:cond delay="0"/>
                                  </p:stCondLst>
                                  <p:childTnLst>
                                    <p:set>
                                      <p:cBhvr>
                                        <p:cTn id="582" dur="1" fill="hold">
                                          <p:stCondLst>
                                            <p:cond delay="0"/>
                                          </p:stCondLst>
                                        </p:cTn>
                                        <p:tgtEl>
                                          <p:spTgt spid="108"/>
                                        </p:tgtEl>
                                        <p:attrNameLst>
                                          <p:attrName>style.visibility</p:attrName>
                                        </p:attrNameLst>
                                      </p:cBhvr>
                                      <p:to>
                                        <p:strVal val="visible"/>
                                      </p:to>
                                    </p:set>
                                    <p:anim calcmode="lin" valueType="num">
                                      <p:cBhvr additive="base">
                                        <p:cTn id="583" dur="500" fill="hold"/>
                                        <p:tgtEl>
                                          <p:spTgt spid="108"/>
                                        </p:tgtEl>
                                        <p:attrNameLst>
                                          <p:attrName>ppt_x</p:attrName>
                                        </p:attrNameLst>
                                      </p:cBhvr>
                                      <p:tavLst>
                                        <p:tav tm="0">
                                          <p:val>
                                            <p:strVal val="0-#ppt_w/2"/>
                                          </p:val>
                                        </p:tav>
                                        <p:tav tm="100000">
                                          <p:val>
                                            <p:strVal val="#ppt_x"/>
                                          </p:val>
                                        </p:tav>
                                      </p:tavLst>
                                    </p:anim>
                                    <p:anim calcmode="lin" valueType="num">
                                      <p:cBhvr additive="base">
                                        <p:cTn id="584" dur="500" fill="hold"/>
                                        <p:tgtEl>
                                          <p:spTgt spid="108"/>
                                        </p:tgtEl>
                                        <p:attrNameLst>
                                          <p:attrName>ppt_y</p:attrName>
                                        </p:attrNameLst>
                                      </p:cBhvr>
                                      <p:tavLst>
                                        <p:tav tm="0">
                                          <p:val>
                                            <p:strVal val="#ppt_y"/>
                                          </p:val>
                                        </p:tav>
                                        <p:tav tm="100000">
                                          <p:val>
                                            <p:strVal val="#ppt_y"/>
                                          </p:val>
                                        </p:tav>
                                      </p:tavLst>
                                    </p:anim>
                                  </p:childTnLst>
                                </p:cTn>
                              </p:par>
                            </p:childTnLst>
                          </p:cTn>
                        </p:par>
                      </p:childTnLst>
                    </p:cTn>
                  </p:par>
                  <p:par>
                    <p:cTn id="585" fill="hold">
                      <p:stCondLst>
                        <p:cond delay="indefinite"/>
                      </p:stCondLst>
                      <p:childTnLst>
                        <p:par>
                          <p:cTn id="586" fill="hold">
                            <p:stCondLst>
                              <p:cond delay="0"/>
                            </p:stCondLst>
                            <p:childTnLst>
                              <p:par>
                                <p:cTn id="587" presetID="2" presetClass="entr" presetSubtype="8" fill="hold" grpId="0" nodeType="clickEffect">
                                  <p:stCondLst>
                                    <p:cond delay="0"/>
                                  </p:stCondLst>
                                  <p:childTnLst>
                                    <p:set>
                                      <p:cBhvr>
                                        <p:cTn id="588" dur="1" fill="hold">
                                          <p:stCondLst>
                                            <p:cond delay="0"/>
                                          </p:stCondLst>
                                        </p:cTn>
                                        <p:tgtEl>
                                          <p:spTgt spid="109"/>
                                        </p:tgtEl>
                                        <p:attrNameLst>
                                          <p:attrName>style.visibility</p:attrName>
                                        </p:attrNameLst>
                                      </p:cBhvr>
                                      <p:to>
                                        <p:strVal val="visible"/>
                                      </p:to>
                                    </p:set>
                                    <p:anim calcmode="lin" valueType="num">
                                      <p:cBhvr additive="base">
                                        <p:cTn id="589" dur="500" fill="hold"/>
                                        <p:tgtEl>
                                          <p:spTgt spid="109"/>
                                        </p:tgtEl>
                                        <p:attrNameLst>
                                          <p:attrName>ppt_x</p:attrName>
                                        </p:attrNameLst>
                                      </p:cBhvr>
                                      <p:tavLst>
                                        <p:tav tm="0">
                                          <p:val>
                                            <p:strVal val="0-#ppt_w/2"/>
                                          </p:val>
                                        </p:tav>
                                        <p:tav tm="100000">
                                          <p:val>
                                            <p:strVal val="#ppt_x"/>
                                          </p:val>
                                        </p:tav>
                                      </p:tavLst>
                                    </p:anim>
                                    <p:anim calcmode="lin" valueType="num">
                                      <p:cBhvr additive="base">
                                        <p:cTn id="590" dur="500" fill="hold"/>
                                        <p:tgtEl>
                                          <p:spTgt spid="1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p:bldP spid="16" grpId="0"/>
      <p:bldP spid="17" grpId="0"/>
      <p:bldP spid="19" grpId="0"/>
      <p:bldP spid="20" grpId="0"/>
      <p:bldP spid="21" grpId="0"/>
      <p:bldP spid="23" grpId="0"/>
      <p:bldP spid="24" grpId="0"/>
      <p:bldP spid="26" grpId="0"/>
      <p:bldP spid="27" grpId="0"/>
      <p:bldP spid="28" grpId="0"/>
      <p:bldP spid="29" grpId="0"/>
      <p:bldP spid="31" grpId="0"/>
      <p:bldP spid="32" grpId="0"/>
      <p:bldP spid="33" grpId="0"/>
      <p:bldP spid="34" grpId="0"/>
      <p:bldP spid="36" grpId="0"/>
      <p:bldP spid="37" grpId="0"/>
      <p:bldP spid="38" grpId="0"/>
      <p:bldP spid="39" grpId="0"/>
      <p:bldP spid="41" grpId="0"/>
      <p:bldP spid="42" grpId="0"/>
      <p:bldP spid="43" grpId="0"/>
      <p:bldP spid="44" grpId="0"/>
      <p:bldP spid="46" grpId="0"/>
      <p:bldP spid="47" grpId="0"/>
      <p:bldP spid="48" grpId="0"/>
      <p:bldP spid="49" grpId="0"/>
      <p:bldP spid="51" grpId="0"/>
      <p:bldP spid="52" grpId="0"/>
      <p:bldP spid="53" grpId="0"/>
      <p:bldP spid="54" grpId="0"/>
      <p:bldP spid="56" grpId="0"/>
      <p:bldP spid="57" grpId="0"/>
      <p:bldP spid="58" grpId="0"/>
      <p:bldP spid="59" grpId="0"/>
      <p:bldP spid="61" grpId="0"/>
      <p:bldP spid="62" grpId="0"/>
      <p:bldP spid="63" grpId="0"/>
      <p:bldP spid="64" grpId="0"/>
      <p:bldP spid="66" grpId="0"/>
      <p:bldP spid="67" grpId="0"/>
      <p:bldP spid="68" grpId="0"/>
      <p:bldP spid="69" grpId="0"/>
      <p:bldP spid="71" grpId="0"/>
      <p:bldP spid="72" grpId="0"/>
      <p:bldP spid="73" grpId="0"/>
      <p:bldP spid="74" grpId="0"/>
      <p:bldP spid="76" grpId="0"/>
      <p:bldP spid="77" grpId="0"/>
      <p:bldP spid="78" grpId="0"/>
      <p:bldP spid="79" grpId="0"/>
      <p:bldP spid="81" grpId="0"/>
      <p:bldP spid="82" grpId="0"/>
      <p:bldP spid="83" grpId="0"/>
      <p:bldP spid="84" grpId="0"/>
      <p:bldP spid="86" grpId="0"/>
      <p:bldP spid="87" grpId="0"/>
      <p:bldP spid="88" grpId="0"/>
      <p:bldP spid="89" grpId="0"/>
      <p:bldP spid="91" grpId="0"/>
      <p:bldP spid="92" grpId="0"/>
      <p:bldP spid="93" grpId="0"/>
      <p:bldP spid="95" grpId="0"/>
      <p:bldP spid="96" grpId="0"/>
      <p:bldP spid="97" grpId="0"/>
      <p:bldP spid="98" grpId="0"/>
      <p:bldP spid="99" grpId="0"/>
      <p:bldP spid="102" grpId="0"/>
      <p:bldP spid="103" grpId="0"/>
      <p:bldP spid="104" grpId="0"/>
      <p:bldP spid="105" grpId="0"/>
      <p:bldP spid="106" grpId="0"/>
      <p:bldP spid="107" grpId="0"/>
      <p:bldP spid="108" grpId="0"/>
      <p:bldP spid="109"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463E3-35C6-AFD7-4F1C-715A0190504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9A32207-B94E-F2A9-7703-FD031F349A1E}"/>
              </a:ext>
            </a:extLst>
          </p:cNvPr>
          <p:cNvSpPr>
            <a:spLocks noGrp="1"/>
          </p:cNvSpPr>
          <p:nvPr>
            <p:ph type="dt" sz="half" idx="10"/>
          </p:nvPr>
        </p:nvSpPr>
        <p:spPr/>
        <p:txBody>
          <a:bodyPr/>
          <a:lstStyle/>
          <a:p>
            <a:fld id="{53C6B126-13C5-412B-BBB6-6270EFD2A004}" type="datetime2">
              <a:rPr lang="en-US" smtClean="0"/>
              <a:t>Monday, September 1, 2025</a:t>
            </a:fld>
            <a:endParaRPr lang="en-US"/>
          </a:p>
        </p:txBody>
      </p:sp>
      <p:sp>
        <p:nvSpPr>
          <p:cNvPr id="5" name="Footer Placeholder 4">
            <a:extLst>
              <a:ext uri="{FF2B5EF4-FFF2-40B4-BE49-F238E27FC236}">
                <a16:creationId xmlns:a16="http://schemas.microsoft.com/office/drawing/2014/main" id="{6AA4DD0B-AA34-DCD5-3760-4A3E9792AEA5}"/>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2186F0FC-5508-D851-AFA0-225E1111285B}"/>
              </a:ext>
            </a:extLst>
          </p:cNvPr>
          <p:cNvSpPr>
            <a:spLocks noGrp="1"/>
          </p:cNvSpPr>
          <p:nvPr>
            <p:ph type="sldNum" sz="quarter" idx="12"/>
          </p:nvPr>
        </p:nvSpPr>
        <p:spPr/>
        <p:txBody>
          <a:bodyPr/>
          <a:lstStyle/>
          <a:p>
            <a:fld id="{B6F15528-21DE-4FAA-801E-634DDDAF4B2B}" type="slidenum">
              <a:rPr lang="en-US" smtClean="0"/>
              <a:pPr/>
              <a:t>83</a:t>
            </a:fld>
            <a:endParaRPr lang="en-US" dirty="0"/>
          </a:p>
        </p:txBody>
      </p:sp>
      <p:sp>
        <p:nvSpPr>
          <p:cNvPr id="7" name="Title 1">
            <a:extLst>
              <a:ext uri="{FF2B5EF4-FFF2-40B4-BE49-F238E27FC236}">
                <a16:creationId xmlns:a16="http://schemas.microsoft.com/office/drawing/2014/main" id="{BE7F455F-6D04-03EB-544E-AF5186161F09}"/>
              </a:ext>
            </a:extLst>
          </p:cNvPr>
          <p:cNvSpPr txBox="1">
            <a:spLocks/>
          </p:cNvSpPr>
          <p:nvPr/>
        </p:nvSpPr>
        <p:spPr>
          <a:xfrm>
            <a:off x="1981200" y="3"/>
            <a:ext cx="102108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200" dirty="0">
                <a:solidFill>
                  <a:schemeClr val="dk1"/>
                </a:solidFill>
              </a:rPr>
              <a:t>No. of Faults using LRU</a:t>
            </a:r>
          </a:p>
        </p:txBody>
      </p:sp>
      <p:pic>
        <p:nvPicPr>
          <p:cNvPr id="2" name="Picture 1" descr="A black and red logo&#10;&#10;Description automatically generated">
            <a:extLst>
              <a:ext uri="{FF2B5EF4-FFF2-40B4-BE49-F238E27FC236}">
                <a16:creationId xmlns:a16="http://schemas.microsoft.com/office/drawing/2014/main" id="{8FE40C72-50F5-8B77-466B-9151D27254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1" name="TextBox 110">
            <a:extLst>
              <a:ext uri="{FF2B5EF4-FFF2-40B4-BE49-F238E27FC236}">
                <a16:creationId xmlns:a16="http://schemas.microsoft.com/office/drawing/2014/main" id="{0819BCED-CD03-6215-B247-D23908137747}"/>
              </a:ext>
            </a:extLst>
          </p:cNvPr>
          <p:cNvSpPr txBox="1"/>
          <p:nvPr/>
        </p:nvSpPr>
        <p:spPr>
          <a:xfrm>
            <a:off x="3913928" y="2228671"/>
            <a:ext cx="4364143" cy="2400657"/>
          </a:xfrm>
          <a:prstGeom prst="rect">
            <a:avLst/>
          </a:prstGeom>
          <a:noFill/>
        </p:spPr>
        <p:txBody>
          <a:bodyPr wrap="none" rtlCol="0">
            <a:spAutoFit/>
          </a:bodyPr>
          <a:lstStyle/>
          <a:p>
            <a:pPr marL="0" indent="0" algn="ctr">
              <a:lnSpc>
                <a:spcPct val="150000"/>
              </a:lnSpc>
              <a:buNone/>
            </a:pPr>
            <a:r>
              <a:rPr lang="en-US" sz="2200" dirty="0"/>
              <a:t> Total no. of page fault or misses =12</a:t>
            </a:r>
          </a:p>
          <a:p>
            <a:pPr marL="0" indent="0" algn="ctr">
              <a:lnSpc>
                <a:spcPct val="150000"/>
              </a:lnSpc>
              <a:buNone/>
            </a:pPr>
            <a:r>
              <a:rPr lang="en-US" sz="2200" dirty="0"/>
              <a:t>Total no. of Hits = 8</a:t>
            </a:r>
          </a:p>
          <a:p>
            <a:pPr marL="0" indent="0" algn="ctr">
              <a:lnSpc>
                <a:spcPct val="150000"/>
              </a:lnSpc>
              <a:buNone/>
            </a:pPr>
            <a:r>
              <a:rPr lang="en-US" sz="2200" dirty="0"/>
              <a:t>Hit ratio= 8/20=0.40</a:t>
            </a:r>
          </a:p>
          <a:p>
            <a:pPr marL="0" indent="0" algn="ctr">
              <a:lnSpc>
                <a:spcPct val="150000"/>
              </a:lnSpc>
              <a:buNone/>
            </a:pPr>
            <a:r>
              <a:rPr lang="en-US" sz="2200" dirty="0"/>
              <a:t>Page fault % = (12/20)*100=60%</a:t>
            </a:r>
          </a:p>
          <a:p>
            <a:endParaRPr lang="en-US" dirty="0"/>
          </a:p>
        </p:txBody>
      </p:sp>
    </p:spTree>
    <p:extLst>
      <p:ext uri="{BB962C8B-B14F-4D97-AF65-F5344CB8AC3E}">
        <p14:creationId xmlns:p14="http://schemas.microsoft.com/office/powerpoint/2010/main" val="32248788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D49A9-09FE-5DD3-F42A-319F7FB4298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530A81F-72EA-0956-3DA0-A0802D5F0CD7}"/>
              </a:ext>
            </a:extLst>
          </p:cNvPr>
          <p:cNvSpPr>
            <a:spLocks noGrp="1"/>
          </p:cNvSpPr>
          <p:nvPr>
            <p:ph type="dt" sz="half" idx="10"/>
          </p:nvPr>
        </p:nvSpPr>
        <p:spPr/>
        <p:txBody>
          <a:bodyPr/>
          <a:lstStyle/>
          <a:p>
            <a:fld id="{1E41171B-C04A-4CE5-BD06-1FEAD3E701D6}" type="datetime2">
              <a:rPr lang="en-US" smtClean="0"/>
              <a:t>Monday, September 1, 2025</a:t>
            </a:fld>
            <a:endParaRPr lang="en-US"/>
          </a:p>
        </p:txBody>
      </p:sp>
      <p:sp>
        <p:nvSpPr>
          <p:cNvPr id="5" name="Footer Placeholder 4">
            <a:extLst>
              <a:ext uri="{FF2B5EF4-FFF2-40B4-BE49-F238E27FC236}">
                <a16:creationId xmlns:a16="http://schemas.microsoft.com/office/drawing/2014/main" id="{5ADE971F-12B1-5F10-A31E-01930C4E466A}"/>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29E2D039-7167-6D00-8955-E34E811572F2}"/>
              </a:ext>
            </a:extLst>
          </p:cNvPr>
          <p:cNvSpPr>
            <a:spLocks noGrp="1"/>
          </p:cNvSpPr>
          <p:nvPr>
            <p:ph type="sldNum" sz="quarter" idx="12"/>
          </p:nvPr>
        </p:nvSpPr>
        <p:spPr/>
        <p:txBody>
          <a:bodyPr/>
          <a:lstStyle/>
          <a:p>
            <a:fld id="{B6F15528-21DE-4FAA-801E-634DDDAF4B2B}" type="slidenum">
              <a:rPr lang="en-US" smtClean="0"/>
              <a:pPr/>
              <a:t>84</a:t>
            </a:fld>
            <a:endParaRPr lang="en-US" dirty="0"/>
          </a:p>
        </p:txBody>
      </p:sp>
      <p:sp>
        <p:nvSpPr>
          <p:cNvPr id="7" name="Title 1">
            <a:extLst>
              <a:ext uri="{FF2B5EF4-FFF2-40B4-BE49-F238E27FC236}">
                <a16:creationId xmlns:a16="http://schemas.microsoft.com/office/drawing/2014/main" id="{CE5EC204-6585-DC22-1C41-61F59673C6AD}"/>
              </a:ext>
            </a:extLst>
          </p:cNvPr>
          <p:cNvSpPr txBox="1">
            <a:spLocks/>
          </p:cNvSpPr>
          <p:nvPr/>
        </p:nvSpPr>
        <p:spPr>
          <a:xfrm>
            <a:off x="1981200" y="3"/>
            <a:ext cx="102108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200" dirty="0">
                <a:solidFill>
                  <a:schemeClr val="dk1"/>
                </a:solidFill>
              </a:rPr>
              <a:t>Optimal Page Replacement Algorithm</a:t>
            </a:r>
          </a:p>
        </p:txBody>
      </p:sp>
      <p:pic>
        <p:nvPicPr>
          <p:cNvPr id="2" name="Picture 1" descr="A black and red logo&#10;&#10;Description automatically generated">
            <a:extLst>
              <a:ext uri="{FF2B5EF4-FFF2-40B4-BE49-F238E27FC236}">
                <a16:creationId xmlns:a16="http://schemas.microsoft.com/office/drawing/2014/main" id="{2AAED915-937F-FD26-E1B6-2429C85F48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1" name="TextBox 110">
            <a:extLst>
              <a:ext uri="{FF2B5EF4-FFF2-40B4-BE49-F238E27FC236}">
                <a16:creationId xmlns:a16="http://schemas.microsoft.com/office/drawing/2014/main" id="{13EDA126-CAB5-9C79-EC20-37A595863C82}"/>
              </a:ext>
            </a:extLst>
          </p:cNvPr>
          <p:cNvSpPr txBox="1"/>
          <p:nvPr/>
        </p:nvSpPr>
        <p:spPr>
          <a:xfrm>
            <a:off x="1219200" y="2228671"/>
            <a:ext cx="10363200" cy="2908489"/>
          </a:xfrm>
          <a:prstGeom prst="rect">
            <a:avLst/>
          </a:prstGeom>
          <a:noFill/>
        </p:spPr>
        <p:txBody>
          <a:bodyPr wrap="square" rtlCol="0">
            <a:spAutoFit/>
          </a:bodyPr>
          <a:lstStyle/>
          <a:p>
            <a:pPr marL="0" indent="0" algn="just">
              <a:lnSpc>
                <a:spcPct val="150000"/>
              </a:lnSpc>
              <a:spcBef>
                <a:spcPts val="0"/>
              </a:spcBef>
              <a:buNone/>
            </a:pPr>
            <a:r>
              <a:rPr lang="en-US" sz="2200" dirty="0"/>
              <a:t>Topic Objective: To implement the Optimal Page Replacement Algorithm.</a:t>
            </a:r>
          </a:p>
          <a:p>
            <a:pPr marL="0" indent="0" algn="just">
              <a:lnSpc>
                <a:spcPct val="150000"/>
              </a:lnSpc>
              <a:spcBef>
                <a:spcPts val="0"/>
              </a:spcBef>
              <a:buNone/>
            </a:pPr>
            <a:r>
              <a:rPr lang="en-US" sz="2200" dirty="0"/>
              <a:t>In its ideal form, this algorithm should replace a page, which is to be referenced in the most distant future. Since, it requires knowledge of future, its ideal form is not implementable. The significance of this algorithm is only theoretical. It is used to compare performance of an implementable algorithm with that of the optimal.</a:t>
            </a:r>
          </a:p>
          <a:p>
            <a:endParaRPr lang="en-US" dirty="0"/>
          </a:p>
        </p:txBody>
      </p:sp>
    </p:spTree>
    <p:extLst>
      <p:ext uri="{BB962C8B-B14F-4D97-AF65-F5344CB8AC3E}">
        <p14:creationId xmlns:p14="http://schemas.microsoft.com/office/powerpoint/2010/main" val="372085244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1652A-43D4-886B-2728-0F9CE457BAF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E24B419-7792-2C97-05A6-6C670F61010F}"/>
              </a:ext>
            </a:extLst>
          </p:cNvPr>
          <p:cNvSpPr>
            <a:spLocks noGrp="1"/>
          </p:cNvSpPr>
          <p:nvPr>
            <p:ph type="dt" sz="half" idx="10"/>
          </p:nvPr>
        </p:nvSpPr>
        <p:spPr/>
        <p:txBody>
          <a:bodyPr/>
          <a:lstStyle/>
          <a:p>
            <a:fld id="{194AA534-E56B-4489-9BFE-11A0B6E3FEB0}" type="datetime2">
              <a:rPr lang="en-US" smtClean="0"/>
              <a:t>Monday, September 1, 2025</a:t>
            </a:fld>
            <a:endParaRPr lang="en-US"/>
          </a:p>
        </p:txBody>
      </p:sp>
      <p:sp>
        <p:nvSpPr>
          <p:cNvPr id="5" name="Footer Placeholder 4">
            <a:extLst>
              <a:ext uri="{FF2B5EF4-FFF2-40B4-BE49-F238E27FC236}">
                <a16:creationId xmlns:a16="http://schemas.microsoft.com/office/drawing/2014/main" id="{10D4D495-191A-A47F-84E1-A5AEC0D7C132}"/>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D3EAA1CF-F54F-7F16-1AFB-0BE2FD73EC99}"/>
              </a:ext>
            </a:extLst>
          </p:cNvPr>
          <p:cNvSpPr>
            <a:spLocks noGrp="1"/>
          </p:cNvSpPr>
          <p:nvPr>
            <p:ph type="sldNum" sz="quarter" idx="12"/>
          </p:nvPr>
        </p:nvSpPr>
        <p:spPr/>
        <p:txBody>
          <a:bodyPr/>
          <a:lstStyle/>
          <a:p>
            <a:fld id="{B6F15528-21DE-4FAA-801E-634DDDAF4B2B}" type="slidenum">
              <a:rPr lang="en-US" smtClean="0"/>
              <a:pPr/>
              <a:t>85</a:t>
            </a:fld>
            <a:endParaRPr lang="en-US" dirty="0"/>
          </a:p>
        </p:txBody>
      </p:sp>
      <p:sp>
        <p:nvSpPr>
          <p:cNvPr id="7" name="Title 1">
            <a:extLst>
              <a:ext uri="{FF2B5EF4-FFF2-40B4-BE49-F238E27FC236}">
                <a16:creationId xmlns:a16="http://schemas.microsoft.com/office/drawing/2014/main" id="{7640B614-C6CA-2008-7AA6-A64610755C4D}"/>
              </a:ext>
            </a:extLst>
          </p:cNvPr>
          <p:cNvSpPr txBox="1">
            <a:spLocks/>
          </p:cNvSpPr>
          <p:nvPr/>
        </p:nvSpPr>
        <p:spPr>
          <a:xfrm>
            <a:off x="1981200" y="3"/>
            <a:ext cx="102108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200" dirty="0">
                <a:solidFill>
                  <a:schemeClr val="dk1"/>
                </a:solidFill>
              </a:rPr>
              <a:t>Optimal Page Replacement Algorithm</a:t>
            </a:r>
          </a:p>
        </p:txBody>
      </p:sp>
      <p:pic>
        <p:nvPicPr>
          <p:cNvPr id="2" name="Picture 1" descr="A black and red logo&#10;&#10;Description automatically generated">
            <a:extLst>
              <a:ext uri="{FF2B5EF4-FFF2-40B4-BE49-F238E27FC236}">
                <a16:creationId xmlns:a16="http://schemas.microsoft.com/office/drawing/2014/main" id="{14BFBB7C-5875-E824-CA6D-8D9323E14D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1" name="TextBox 110">
            <a:extLst>
              <a:ext uri="{FF2B5EF4-FFF2-40B4-BE49-F238E27FC236}">
                <a16:creationId xmlns:a16="http://schemas.microsoft.com/office/drawing/2014/main" id="{5AF5C9E7-8074-FE82-C6C9-66FD9D55E008}"/>
              </a:ext>
            </a:extLst>
          </p:cNvPr>
          <p:cNvSpPr txBox="1"/>
          <p:nvPr/>
        </p:nvSpPr>
        <p:spPr>
          <a:xfrm>
            <a:off x="1219200" y="2228671"/>
            <a:ext cx="10363200" cy="3416320"/>
          </a:xfrm>
          <a:prstGeom prst="rect">
            <a:avLst/>
          </a:prstGeom>
          <a:noFill/>
        </p:spPr>
        <p:txBody>
          <a:bodyPr wrap="square" rtlCol="0">
            <a:spAutoFit/>
          </a:bodyPr>
          <a:lstStyle/>
          <a:p>
            <a:pPr marL="0" indent="0" algn="just">
              <a:lnSpc>
                <a:spcPct val="150000"/>
              </a:lnSpc>
              <a:spcBef>
                <a:spcPts val="0"/>
              </a:spcBef>
              <a:buNone/>
            </a:pPr>
            <a:r>
              <a:rPr lang="en-US" sz="2200" dirty="0"/>
              <a:t>Topic Objective: To compare Optimal Page Replacement Algorithm with FIFO and LRU.</a:t>
            </a:r>
          </a:p>
          <a:p>
            <a:pPr marL="0" indent="0" algn="just">
              <a:lnSpc>
                <a:spcPct val="150000"/>
              </a:lnSpc>
              <a:spcBef>
                <a:spcPts val="0"/>
              </a:spcBef>
              <a:buNone/>
            </a:pPr>
            <a:r>
              <a:rPr lang="en-US" sz="2200" dirty="0"/>
              <a:t>Optimal algorithm appears to be best in term of number of page faults, but it is not feasible to implement this algorithm since the algorithm requires the knowledge of future. Out of FIFO and LRU, the LRU is better, since it takes into consideration the current usage of a page whenever a resident page is considered for replacement. The page, which has been least recently used is chosen for replacement.</a:t>
            </a:r>
          </a:p>
          <a:p>
            <a:endParaRPr lang="en-US" dirty="0"/>
          </a:p>
        </p:txBody>
      </p:sp>
    </p:spTree>
    <p:extLst>
      <p:ext uri="{BB962C8B-B14F-4D97-AF65-F5344CB8AC3E}">
        <p14:creationId xmlns:p14="http://schemas.microsoft.com/office/powerpoint/2010/main" val="391400480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36568-246D-9296-82C8-BDFFECCABD0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9058D18-F75F-29D5-294A-601E4D1864CB}"/>
              </a:ext>
            </a:extLst>
          </p:cNvPr>
          <p:cNvSpPr>
            <a:spLocks noGrp="1"/>
          </p:cNvSpPr>
          <p:nvPr>
            <p:ph type="dt" sz="half" idx="10"/>
          </p:nvPr>
        </p:nvSpPr>
        <p:spPr/>
        <p:txBody>
          <a:bodyPr/>
          <a:lstStyle/>
          <a:p>
            <a:fld id="{E670172B-CD94-490E-AE56-176EEDC30132}" type="datetime2">
              <a:rPr lang="en-US" smtClean="0"/>
              <a:t>Monday, September 1, 2025</a:t>
            </a:fld>
            <a:endParaRPr lang="en-US"/>
          </a:p>
        </p:txBody>
      </p:sp>
      <p:sp>
        <p:nvSpPr>
          <p:cNvPr id="5" name="Footer Placeholder 4">
            <a:extLst>
              <a:ext uri="{FF2B5EF4-FFF2-40B4-BE49-F238E27FC236}">
                <a16:creationId xmlns:a16="http://schemas.microsoft.com/office/drawing/2014/main" id="{C6503B99-A6D4-67E7-5ECE-D8AB001085BB}"/>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C7A4E3D4-EEB5-7A84-B933-855F8B45E8F0}"/>
              </a:ext>
            </a:extLst>
          </p:cNvPr>
          <p:cNvSpPr>
            <a:spLocks noGrp="1"/>
          </p:cNvSpPr>
          <p:nvPr>
            <p:ph type="sldNum" sz="quarter" idx="12"/>
          </p:nvPr>
        </p:nvSpPr>
        <p:spPr/>
        <p:txBody>
          <a:bodyPr/>
          <a:lstStyle/>
          <a:p>
            <a:fld id="{B6F15528-21DE-4FAA-801E-634DDDAF4B2B}" type="slidenum">
              <a:rPr lang="en-US" smtClean="0"/>
              <a:pPr/>
              <a:t>86</a:t>
            </a:fld>
            <a:endParaRPr lang="en-US" dirty="0"/>
          </a:p>
        </p:txBody>
      </p:sp>
      <p:sp>
        <p:nvSpPr>
          <p:cNvPr id="7" name="Title 1">
            <a:extLst>
              <a:ext uri="{FF2B5EF4-FFF2-40B4-BE49-F238E27FC236}">
                <a16:creationId xmlns:a16="http://schemas.microsoft.com/office/drawing/2014/main" id="{D74F2056-87D2-E571-4D04-EBFB27D2D5B8}"/>
              </a:ext>
            </a:extLst>
          </p:cNvPr>
          <p:cNvSpPr txBox="1">
            <a:spLocks/>
          </p:cNvSpPr>
          <p:nvPr/>
        </p:nvSpPr>
        <p:spPr>
          <a:xfrm>
            <a:off x="1981200" y="3"/>
            <a:ext cx="102108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200" dirty="0">
                <a:solidFill>
                  <a:schemeClr val="dk1"/>
                </a:solidFill>
              </a:rPr>
              <a:t>No. of Faults using Optimal Page Replacement</a:t>
            </a:r>
          </a:p>
        </p:txBody>
      </p:sp>
      <p:pic>
        <p:nvPicPr>
          <p:cNvPr id="2" name="Picture 1" descr="A black and red logo&#10;&#10;Description automatically generated">
            <a:extLst>
              <a:ext uri="{FF2B5EF4-FFF2-40B4-BE49-F238E27FC236}">
                <a16:creationId xmlns:a16="http://schemas.microsoft.com/office/drawing/2014/main" id="{FA88D969-9431-2BE4-F8A1-79D991F7666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3" name="Content Placeholder 5">
            <a:extLst>
              <a:ext uri="{FF2B5EF4-FFF2-40B4-BE49-F238E27FC236}">
                <a16:creationId xmlns:a16="http://schemas.microsoft.com/office/drawing/2014/main" id="{9FFFA96D-D551-B749-61AD-3739E73F2C3F}"/>
              </a:ext>
            </a:extLst>
          </p:cNvPr>
          <p:cNvPicPr>
            <a:picLocks noChangeAspect="1"/>
          </p:cNvPicPr>
          <p:nvPr/>
        </p:nvPicPr>
        <p:blipFill>
          <a:blip r:embed="rId3" cstate="print"/>
          <a:stretch>
            <a:fillRect/>
          </a:stretch>
        </p:blipFill>
        <p:spPr>
          <a:xfrm>
            <a:off x="2174331" y="2196067"/>
            <a:ext cx="8126672" cy="499915"/>
          </a:xfrm>
          <a:prstGeom prst="rect">
            <a:avLst/>
          </a:prstGeom>
        </p:spPr>
      </p:pic>
      <p:pic>
        <p:nvPicPr>
          <p:cNvPr id="8" name="Picture 7">
            <a:extLst>
              <a:ext uri="{FF2B5EF4-FFF2-40B4-BE49-F238E27FC236}">
                <a16:creationId xmlns:a16="http://schemas.microsoft.com/office/drawing/2014/main" id="{6065018B-DE99-22B2-AEE1-8C3051A3B4D6}"/>
              </a:ext>
            </a:extLst>
          </p:cNvPr>
          <p:cNvPicPr>
            <a:picLocks noChangeAspect="1"/>
          </p:cNvPicPr>
          <p:nvPr/>
        </p:nvPicPr>
        <p:blipFill>
          <a:blip r:embed="rId4" cstate="print"/>
          <a:stretch>
            <a:fillRect/>
          </a:stretch>
        </p:blipFill>
        <p:spPr>
          <a:xfrm>
            <a:off x="155059" y="2170775"/>
            <a:ext cx="1822862" cy="499915"/>
          </a:xfrm>
          <a:prstGeom prst="rect">
            <a:avLst/>
          </a:prstGeom>
        </p:spPr>
      </p:pic>
      <p:graphicFrame>
        <p:nvGraphicFramePr>
          <p:cNvPr id="9" name="Table 8">
            <a:extLst>
              <a:ext uri="{FF2B5EF4-FFF2-40B4-BE49-F238E27FC236}">
                <a16:creationId xmlns:a16="http://schemas.microsoft.com/office/drawing/2014/main" id="{BF8BACF1-19BA-6815-F16F-A5E9897EC652}"/>
              </a:ext>
            </a:extLst>
          </p:cNvPr>
          <p:cNvGraphicFramePr>
            <a:graphicFrameLocks noGrp="1"/>
          </p:cNvGraphicFramePr>
          <p:nvPr/>
        </p:nvGraphicFramePr>
        <p:xfrm>
          <a:off x="2174331" y="3123028"/>
          <a:ext cx="8126680" cy="1491174"/>
        </p:xfrm>
        <a:graphic>
          <a:graphicData uri="http://schemas.openxmlformats.org/drawingml/2006/table">
            <a:tbl>
              <a:tblPr firstRow="1" bandRow="1">
                <a:tableStyleId>{5C22544A-7EE6-4342-B048-85BDC9FD1C3A}</a:tableStyleId>
              </a:tblPr>
              <a:tblGrid>
                <a:gridCol w="406334">
                  <a:extLst>
                    <a:ext uri="{9D8B030D-6E8A-4147-A177-3AD203B41FA5}">
                      <a16:colId xmlns:a16="http://schemas.microsoft.com/office/drawing/2014/main" val="20000"/>
                    </a:ext>
                  </a:extLst>
                </a:gridCol>
                <a:gridCol w="406334">
                  <a:extLst>
                    <a:ext uri="{9D8B030D-6E8A-4147-A177-3AD203B41FA5}">
                      <a16:colId xmlns:a16="http://schemas.microsoft.com/office/drawing/2014/main" val="20001"/>
                    </a:ext>
                  </a:extLst>
                </a:gridCol>
                <a:gridCol w="406334">
                  <a:extLst>
                    <a:ext uri="{9D8B030D-6E8A-4147-A177-3AD203B41FA5}">
                      <a16:colId xmlns:a16="http://schemas.microsoft.com/office/drawing/2014/main" val="20002"/>
                    </a:ext>
                  </a:extLst>
                </a:gridCol>
                <a:gridCol w="406334">
                  <a:extLst>
                    <a:ext uri="{9D8B030D-6E8A-4147-A177-3AD203B41FA5}">
                      <a16:colId xmlns:a16="http://schemas.microsoft.com/office/drawing/2014/main" val="20003"/>
                    </a:ext>
                  </a:extLst>
                </a:gridCol>
                <a:gridCol w="406334">
                  <a:extLst>
                    <a:ext uri="{9D8B030D-6E8A-4147-A177-3AD203B41FA5}">
                      <a16:colId xmlns:a16="http://schemas.microsoft.com/office/drawing/2014/main" val="20004"/>
                    </a:ext>
                  </a:extLst>
                </a:gridCol>
                <a:gridCol w="406334">
                  <a:extLst>
                    <a:ext uri="{9D8B030D-6E8A-4147-A177-3AD203B41FA5}">
                      <a16:colId xmlns:a16="http://schemas.microsoft.com/office/drawing/2014/main" val="20005"/>
                    </a:ext>
                  </a:extLst>
                </a:gridCol>
                <a:gridCol w="406334">
                  <a:extLst>
                    <a:ext uri="{9D8B030D-6E8A-4147-A177-3AD203B41FA5}">
                      <a16:colId xmlns:a16="http://schemas.microsoft.com/office/drawing/2014/main" val="20006"/>
                    </a:ext>
                  </a:extLst>
                </a:gridCol>
                <a:gridCol w="406334">
                  <a:extLst>
                    <a:ext uri="{9D8B030D-6E8A-4147-A177-3AD203B41FA5}">
                      <a16:colId xmlns:a16="http://schemas.microsoft.com/office/drawing/2014/main" val="20007"/>
                    </a:ext>
                  </a:extLst>
                </a:gridCol>
                <a:gridCol w="406334">
                  <a:extLst>
                    <a:ext uri="{9D8B030D-6E8A-4147-A177-3AD203B41FA5}">
                      <a16:colId xmlns:a16="http://schemas.microsoft.com/office/drawing/2014/main" val="20008"/>
                    </a:ext>
                  </a:extLst>
                </a:gridCol>
                <a:gridCol w="406334">
                  <a:extLst>
                    <a:ext uri="{9D8B030D-6E8A-4147-A177-3AD203B41FA5}">
                      <a16:colId xmlns:a16="http://schemas.microsoft.com/office/drawing/2014/main" val="20009"/>
                    </a:ext>
                  </a:extLst>
                </a:gridCol>
                <a:gridCol w="406334">
                  <a:extLst>
                    <a:ext uri="{9D8B030D-6E8A-4147-A177-3AD203B41FA5}">
                      <a16:colId xmlns:a16="http://schemas.microsoft.com/office/drawing/2014/main" val="20010"/>
                    </a:ext>
                  </a:extLst>
                </a:gridCol>
                <a:gridCol w="406334">
                  <a:extLst>
                    <a:ext uri="{9D8B030D-6E8A-4147-A177-3AD203B41FA5}">
                      <a16:colId xmlns:a16="http://schemas.microsoft.com/office/drawing/2014/main" val="20011"/>
                    </a:ext>
                  </a:extLst>
                </a:gridCol>
                <a:gridCol w="406334">
                  <a:extLst>
                    <a:ext uri="{9D8B030D-6E8A-4147-A177-3AD203B41FA5}">
                      <a16:colId xmlns:a16="http://schemas.microsoft.com/office/drawing/2014/main" val="20012"/>
                    </a:ext>
                  </a:extLst>
                </a:gridCol>
                <a:gridCol w="406334">
                  <a:extLst>
                    <a:ext uri="{9D8B030D-6E8A-4147-A177-3AD203B41FA5}">
                      <a16:colId xmlns:a16="http://schemas.microsoft.com/office/drawing/2014/main" val="20013"/>
                    </a:ext>
                  </a:extLst>
                </a:gridCol>
                <a:gridCol w="406334">
                  <a:extLst>
                    <a:ext uri="{9D8B030D-6E8A-4147-A177-3AD203B41FA5}">
                      <a16:colId xmlns:a16="http://schemas.microsoft.com/office/drawing/2014/main" val="20014"/>
                    </a:ext>
                  </a:extLst>
                </a:gridCol>
                <a:gridCol w="406334">
                  <a:extLst>
                    <a:ext uri="{9D8B030D-6E8A-4147-A177-3AD203B41FA5}">
                      <a16:colId xmlns:a16="http://schemas.microsoft.com/office/drawing/2014/main" val="20015"/>
                    </a:ext>
                  </a:extLst>
                </a:gridCol>
                <a:gridCol w="406334">
                  <a:extLst>
                    <a:ext uri="{9D8B030D-6E8A-4147-A177-3AD203B41FA5}">
                      <a16:colId xmlns:a16="http://schemas.microsoft.com/office/drawing/2014/main" val="20016"/>
                    </a:ext>
                  </a:extLst>
                </a:gridCol>
                <a:gridCol w="406334">
                  <a:extLst>
                    <a:ext uri="{9D8B030D-6E8A-4147-A177-3AD203B41FA5}">
                      <a16:colId xmlns:a16="http://schemas.microsoft.com/office/drawing/2014/main" val="20017"/>
                    </a:ext>
                  </a:extLst>
                </a:gridCol>
                <a:gridCol w="406334">
                  <a:extLst>
                    <a:ext uri="{9D8B030D-6E8A-4147-A177-3AD203B41FA5}">
                      <a16:colId xmlns:a16="http://schemas.microsoft.com/office/drawing/2014/main" val="20018"/>
                    </a:ext>
                  </a:extLst>
                </a:gridCol>
                <a:gridCol w="406334">
                  <a:extLst>
                    <a:ext uri="{9D8B030D-6E8A-4147-A177-3AD203B41FA5}">
                      <a16:colId xmlns:a16="http://schemas.microsoft.com/office/drawing/2014/main" val="20019"/>
                    </a:ext>
                  </a:extLst>
                </a:gridCol>
              </a:tblGrid>
              <a:tr h="497058">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r h="497058">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497058">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bl>
          </a:graphicData>
        </a:graphic>
      </p:graphicFrame>
      <p:graphicFrame>
        <p:nvGraphicFramePr>
          <p:cNvPr id="10" name="Table 9">
            <a:extLst>
              <a:ext uri="{FF2B5EF4-FFF2-40B4-BE49-F238E27FC236}">
                <a16:creationId xmlns:a16="http://schemas.microsoft.com/office/drawing/2014/main" id="{20C1A0D6-B2AB-69B5-39AE-AFACE06A90CF}"/>
              </a:ext>
            </a:extLst>
          </p:cNvPr>
          <p:cNvGraphicFramePr>
            <a:graphicFrameLocks noGrp="1"/>
          </p:cNvGraphicFramePr>
          <p:nvPr/>
        </p:nvGraphicFramePr>
        <p:xfrm>
          <a:off x="2174331" y="5136920"/>
          <a:ext cx="8128000" cy="630833"/>
        </p:xfrm>
        <a:graphic>
          <a:graphicData uri="http://schemas.openxmlformats.org/drawingml/2006/table">
            <a:tbl>
              <a:tblPr firstRow="1" bandRow="1">
                <a:tableStyleId>{5C22544A-7EE6-4342-B048-85BDC9FD1C3A}</a:tableStyleId>
              </a:tblPr>
              <a:tblGrid>
                <a:gridCol w="406400">
                  <a:extLst>
                    <a:ext uri="{9D8B030D-6E8A-4147-A177-3AD203B41FA5}">
                      <a16:colId xmlns:a16="http://schemas.microsoft.com/office/drawing/2014/main" val="20000"/>
                    </a:ext>
                  </a:extLst>
                </a:gridCol>
                <a:gridCol w="406400">
                  <a:extLst>
                    <a:ext uri="{9D8B030D-6E8A-4147-A177-3AD203B41FA5}">
                      <a16:colId xmlns:a16="http://schemas.microsoft.com/office/drawing/2014/main" val="20001"/>
                    </a:ext>
                  </a:extLst>
                </a:gridCol>
                <a:gridCol w="406400">
                  <a:extLst>
                    <a:ext uri="{9D8B030D-6E8A-4147-A177-3AD203B41FA5}">
                      <a16:colId xmlns:a16="http://schemas.microsoft.com/office/drawing/2014/main" val="20002"/>
                    </a:ext>
                  </a:extLst>
                </a:gridCol>
                <a:gridCol w="406400">
                  <a:extLst>
                    <a:ext uri="{9D8B030D-6E8A-4147-A177-3AD203B41FA5}">
                      <a16:colId xmlns:a16="http://schemas.microsoft.com/office/drawing/2014/main" val="20003"/>
                    </a:ext>
                  </a:extLst>
                </a:gridCol>
                <a:gridCol w="406400">
                  <a:extLst>
                    <a:ext uri="{9D8B030D-6E8A-4147-A177-3AD203B41FA5}">
                      <a16:colId xmlns:a16="http://schemas.microsoft.com/office/drawing/2014/main" val="20004"/>
                    </a:ext>
                  </a:extLst>
                </a:gridCol>
                <a:gridCol w="406400">
                  <a:extLst>
                    <a:ext uri="{9D8B030D-6E8A-4147-A177-3AD203B41FA5}">
                      <a16:colId xmlns:a16="http://schemas.microsoft.com/office/drawing/2014/main" val="20005"/>
                    </a:ext>
                  </a:extLst>
                </a:gridCol>
                <a:gridCol w="406400">
                  <a:extLst>
                    <a:ext uri="{9D8B030D-6E8A-4147-A177-3AD203B41FA5}">
                      <a16:colId xmlns:a16="http://schemas.microsoft.com/office/drawing/2014/main" val="20006"/>
                    </a:ext>
                  </a:extLst>
                </a:gridCol>
                <a:gridCol w="406400">
                  <a:extLst>
                    <a:ext uri="{9D8B030D-6E8A-4147-A177-3AD203B41FA5}">
                      <a16:colId xmlns:a16="http://schemas.microsoft.com/office/drawing/2014/main" val="20007"/>
                    </a:ext>
                  </a:extLst>
                </a:gridCol>
                <a:gridCol w="406400">
                  <a:extLst>
                    <a:ext uri="{9D8B030D-6E8A-4147-A177-3AD203B41FA5}">
                      <a16:colId xmlns:a16="http://schemas.microsoft.com/office/drawing/2014/main" val="20008"/>
                    </a:ext>
                  </a:extLst>
                </a:gridCol>
                <a:gridCol w="447845">
                  <a:extLst>
                    <a:ext uri="{9D8B030D-6E8A-4147-A177-3AD203B41FA5}">
                      <a16:colId xmlns:a16="http://schemas.microsoft.com/office/drawing/2014/main" val="20009"/>
                    </a:ext>
                  </a:extLst>
                </a:gridCol>
                <a:gridCol w="364955">
                  <a:extLst>
                    <a:ext uri="{9D8B030D-6E8A-4147-A177-3AD203B41FA5}">
                      <a16:colId xmlns:a16="http://schemas.microsoft.com/office/drawing/2014/main" val="20010"/>
                    </a:ext>
                  </a:extLst>
                </a:gridCol>
                <a:gridCol w="406400">
                  <a:extLst>
                    <a:ext uri="{9D8B030D-6E8A-4147-A177-3AD203B41FA5}">
                      <a16:colId xmlns:a16="http://schemas.microsoft.com/office/drawing/2014/main" val="20011"/>
                    </a:ext>
                  </a:extLst>
                </a:gridCol>
                <a:gridCol w="406400">
                  <a:extLst>
                    <a:ext uri="{9D8B030D-6E8A-4147-A177-3AD203B41FA5}">
                      <a16:colId xmlns:a16="http://schemas.microsoft.com/office/drawing/2014/main" val="20012"/>
                    </a:ext>
                  </a:extLst>
                </a:gridCol>
                <a:gridCol w="406400">
                  <a:extLst>
                    <a:ext uri="{9D8B030D-6E8A-4147-A177-3AD203B41FA5}">
                      <a16:colId xmlns:a16="http://schemas.microsoft.com/office/drawing/2014/main" val="20013"/>
                    </a:ext>
                  </a:extLst>
                </a:gridCol>
                <a:gridCol w="406400">
                  <a:extLst>
                    <a:ext uri="{9D8B030D-6E8A-4147-A177-3AD203B41FA5}">
                      <a16:colId xmlns:a16="http://schemas.microsoft.com/office/drawing/2014/main" val="20014"/>
                    </a:ext>
                  </a:extLst>
                </a:gridCol>
                <a:gridCol w="406400">
                  <a:extLst>
                    <a:ext uri="{9D8B030D-6E8A-4147-A177-3AD203B41FA5}">
                      <a16:colId xmlns:a16="http://schemas.microsoft.com/office/drawing/2014/main" val="20015"/>
                    </a:ext>
                  </a:extLst>
                </a:gridCol>
                <a:gridCol w="406400">
                  <a:extLst>
                    <a:ext uri="{9D8B030D-6E8A-4147-A177-3AD203B41FA5}">
                      <a16:colId xmlns:a16="http://schemas.microsoft.com/office/drawing/2014/main" val="20016"/>
                    </a:ext>
                  </a:extLst>
                </a:gridCol>
                <a:gridCol w="406400">
                  <a:extLst>
                    <a:ext uri="{9D8B030D-6E8A-4147-A177-3AD203B41FA5}">
                      <a16:colId xmlns:a16="http://schemas.microsoft.com/office/drawing/2014/main" val="20017"/>
                    </a:ext>
                  </a:extLst>
                </a:gridCol>
                <a:gridCol w="406400">
                  <a:extLst>
                    <a:ext uri="{9D8B030D-6E8A-4147-A177-3AD203B41FA5}">
                      <a16:colId xmlns:a16="http://schemas.microsoft.com/office/drawing/2014/main" val="20018"/>
                    </a:ext>
                  </a:extLst>
                </a:gridCol>
                <a:gridCol w="406400">
                  <a:extLst>
                    <a:ext uri="{9D8B030D-6E8A-4147-A177-3AD203B41FA5}">
                      <a16:colId xmlns:a16="http://schemas.microsoft.com/office/drawing/2014/main" val="20019"/>
                    </a:ext>
                  </a:extLst>
                </a:gridCol>
              </a:tblGrid>
              <a:tr h="630833">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p:sp>
        <p:nvSpPr>
          <p:cNvPr id="11" name="TextBox 10">
            <a:extLst>
              <a:ext uri="{FF2B5EF4-FFF2-40B4-BE49-F238E27FC236}">
                <a16:creationId xmlns:a16="http://schemas.microsoft.com/office/drawing/2014/main" id="{4B057E0F-82B9-1E1E-9B75-4B58782D89AA}"/>
              </a:ext>
            </a:extLst>
          </p:cNvPr>
          <p:cNvSpPr txBox="1"/>
          <p:nvPr/>
        </p:nvSpPr>
        <p:spPr>
          <a:xfrm>
            <a:off x="205705" y="3183826"/>
            <a:ext cx="1721570" cy="369332"/>
          </a:xfrm>
          <a:prstGeom prst="rect">
            <a:avLst/>
          </a:prstGeom>
          <a:noFill/>
        </p:spPr>
        <p:txBody>
          <a:bodyPr wrap="square" rtlCol="0">
            <a:spAutoFit/>
          </a:bodyPr>
          <a:lstStyle/>
          <a:p>
            <a:r>
              <a:rPr lang="en-US" dirty="0"/>
              <a:t>No. of Frames 3</a:t>
            </a:r>
          </a:p>
        </p:txBody>
      </p:sp>
      <p:sp>
        <p:nvSpPr>
          <p:cNvPr id="12" name="TextBox 11">
            <a:extLst>
              <a:ext uri="{FF2B5EF4-FFF2-40B4-BE49-F238E27FC236}">
                <a16:creationId xmlns:a16="http://schemas.microsoft.com/office/drawing/2014/main" id="{792F5896-1621-1849-5110-1F3BE6713644}"/>
              </a:ext>
            </a:extLst>
          </p:cNvPr>
          <p:cNvSpPr txBox="1"/>
          <p:nvPr/>
        </p:nvSpPr>
        <p:spPr>
          <a:xfrm>
            <a:off x="450166" y="5162843"/>
            <a:ext cx="1477108" cy="369332"/>
          </a:xfrm>
          <a:prstGeom prst="rect">
            <a:avLst/>
          </a:prstGeom>
          <a:noFill/>
        </p:spPr>
        <p:txBody>
          <a:bodyPr wrap="square" rtlCol="0">
            <a:spAutoFit/>
          </a:bodyPr>
          <a:lstStyle/>
          <a:p>
            <a:r>
              <a:rPr lang="en-US" dirty="0"/>
              <a:t>Status</a:t>
            </a:r>
          </a:p>
        </p:txBody>
      </p:sp>
      <p:sp>
        <p:nvSpPr>
          <p:cNvPr id="13" name="Up Arrow 12">
            <a:extLst>
              <a:ext uri="{FF2B5EF4-FFF2-40B4-BE49-F238E27FC236}">
                <a16:creationId xmlns:a16="http://schemas.microsoft.com/office/drawing/2014/main" id="{A622ABD9-EDE4-C9CB-5A66-F3D8D5A07918}"/>
              </a:ext>
            </a:extLst>
          </p:cNvPr>
          <p:cNvSpPr/>
          <p:nvPr/>
        </p:nvSpPr>
        <p:spPr>
          <a:xfrm>
            <a:off x="2264898" y="2695981"/>
            <a:ext cx="295421" cy="27230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D429A02-BEA6-E26B-F811-2DD2AEB884A5}"/>
              </a:ext>
            </a:extLst>
          </p:cNvPr>
          <p:cNvSpPr txBox="1"/>
          <p:nvPr/>
        </p:nvSpPr>
        <p:spPr>
          <a:xfrm>
            <a:off x="2243795" y="3201360"/>
            <a:ext cx="254091" cy="369332"/>
          </a:xfrm>
          <a:prstGeom prst="rect">
            <a:avLst/>
          </a:prstGeom>
          <a:noFill/>
        </p:spPr>
        <p:txBody>
          <a:bodyPr wrap="square" rtlCol="0">
            <a:spAutoFit/>
          </a:bodyPr>
          <a:lstStyle/>
          <a:p>
            <a:r>
              <a:rPr lang="en-US" dirty="0"/>
              <a:t>7</a:t>
            </a:r>
          </a:p>
        </p:txBody>
      </p:sp>
      <p:sp>
        <p:nvSpPr>
          <p:cNvPr id="15" name="TextBox 14">
            <a:extLst>
              <a:ext uri="{FF2B5EF4-FFF2-40B4-BE49-F238E27FC236}">
                <a16:creationId xmlns:a16="http://schemas.microsoft.com/office/drawing/2014/main" id="{6176400E-B603-F3CC-25F9-FE88ACC1E7CD}"/>
              </a:ext>
            </a:extLst>
          </p:cNvPr>
          <p:cNvSpPr txBox="1"/>
          <p:nvPr/>
        </p:nvSpPr>
        <p:spPr>
          <a:xfrm>
            <a:off x="2264898" y="5192764"/>
            <a:ext cx="232988" cy="369332"/>
          </a:xfrm>
          <a:prstGeom prst="rect">
            <a:avLst/>
          </a:prstGeom>
          <a:noFill/>
        </p:spPr>
        <p:txBody>
          <a:bodyPr wrap="square" rtlCol="0">
            <a:spAutoFit/>
          </a:bodyPr>
          <a:lstStyle/>
          <a:p>
            <a:r>
              <a:rPr lang="en-US" dirty="0"/>
              <a:t>F</a:t>
            </a:r>
          </a:p>
        </p:txBody>
      </p:sp>
      <p:sp>
        <p:nvSpPr>
          <p:cNvPr id="16" name="TextBox 15">
            <a:extLst>
              <a:ext uri="{FF2B5EF4-FFF2-40B4-BE49-F238E27FC236}">
                <a16:creationId xmlns:a16="http://schemas.microsoft.com/office/drawing/2014/main" id="{BCACA78A-7283-A75A-9929-A709C233E69A}"/>
              </a:ext>
            </a:extLst>
          </p:cNvPr>
          <p:cNvSpPr txBox="1"/>
          <p:nvPr/>
        </p:nvSpPr>
        <p:spPr>
          <a:xfrm>
            <a:off x="2617459" y="3201360"/>
            <a:ext cx="305396" cy="369332"/>
          </a:xfrm>
          <a:prstGeom prst="rect">
            <a:avLst/>
          </a:prstGeom>
          <a:noFill/>
        </p:spPr>
        <p:txBody>
          <a:bodyPr wrap="square" rtlCol="0">
            <a:spAutoFit/>
          </a:bodyPr>
          <a:lstStyle/>
          <a:p>
            <a:r>
              <a:rPr lang="en-US" dirty="0"/>
              <a:t>7</a:t>
            </a:r>
          </a:p>
        </p:txBody>
      </p:sp>
      <p:sp>
        <p:nvSpPr>
          <p:cNvPr id="17" name="TextBox 16">
            <a:extLst>
              <a:ext uri="{FF2B5EF4-FFF2-40B4-BE49-F238E27FC236}">
                <a16:creationId xmlns:a16="http://schemas.microsoft.com/office/drawing/2014/main" id="{29D1E682-C5CE-A970-6404-574BF3572C50}"/>
              </a:ext>
            </a:extLst>
          </p:cNvPr>
          <p:cNvSpPr txBox="1"/>
          <p:nvPr/>
        </p:nvSpPr>
        <p:spPr>
          <a:xfrm>
            <a:off x="2594563" y="3696243"/>
            <a:ext cx="305396" cy="369332"/>
          </a:xfrm>
          <a:prstGeom prst="rect">
            <a:avLst/>
          </a:prstGeom>
          <a:noFill/>
        </p:spPr>
        <p:txBody>
          <a:bodyPr wrap="square" rtlCol="0">
            <a:spAutoFit/>
          </a:bodyPr>
          <a:lstStyle/>
          <a:p>
            <a:r>
              <a:rPr lang="en-US" dirty="0"/>
              <a:t>0</a:t>
            </a:r>
          </a:p>
        </p:txBody>
      </p:sp>
      <p:pic>
        <p:nvPicPr>
          <p:cNvPr id="18" name="Picture 17">
            <a:extLst>
              <a:ext uri="{FF2B5EF4-FFF2-40B4-BE49-F238E27FC236}">
                <a16:creationId xmlns:a16="http://schemas.microsoft.com/office/drawing/2014/main" id="{3A7201C6-650C-D7B5-24B5-2647D89211CB}"/>
              </a:ext>
            </a:extLst>
          </p:cNvPr>
          <p:cNvPicPr>
            <a:picLocks noChangeAspect="1"/>
          </p:cNvPicPr>
          <p:nvPr/>
        </p:nvPicPr>
        <p:blipFill>
          <a:blip r:embed="rId5" cstate="print"/>
          <a:stretch>
            <a:fillRect/>
          </a:stretch>
        </p:blipFill>
        <p:spPr>
          <a:xfrm>
            <a:off x="2605550" y="2695981"/>
            <a:ext cx="329213" cy="292633"/>
          </a:xfrm>
          <a:prstGeom prst="rect">
            <a:avLst/>
          </a:prstGeom>
        </p:spPr>
      </p:pic>
      <p:sp>
        <p:nvSpPr>
          <p:cNvPr id="19" name="TextBox 18">
            <a:extLst>
              <a:ext uri="{FF2B5EF4-FFF2-40B4-BE49-F238E27FC236}">
                <a16:creationId xmlns:a16="http://schemas.microsoft.com/office/drawing/2014/main" id="{A39180F1-7B78-047E-DB81-4C43C6A11B11}"/>
              </a:ext>
            </a:extLst>
          </p:cNvPr>
          <p:cNvSpPr txBox="1"/>
          <p:nvPr/>
        </p:nvSpPr>
        <p:spPr>
          <a:xfrm>
            <a:off x="2688305" y="5192764"/>
            <a:ext cx="294409" cy="369332"/>
          </a:xfrm>
          <a:prstGeom prst="rect">
            <a:avLst/>
          </a:prstGeom>
          <a:noFill/>
        </p:spPr>
        <p:txBody>
          <a:bodyPr wrap="square" rtlCol="0">
            <a:spAutoFit/>
          </a:bodyPr>
          <a:lstStyle/>
          <a:p>
            <a:r>
              <a:rPr lang="en-US" dirty="0"/>
              <a:t>F</a:t>
            </a:r>
          </a:p>
        </p:txBody>
      </p:sp>
      <p:sp>
        <p:nvSpPr>
          <p:cNvPr id="20" name="TextBox 19">
            <a:extLst>
              <a:ext uri="{FF2B5EF4-FFF2-40B4-BE49-F238E27FC236}">
                <a16:creationId xmlns:a16="http://schemas.microsoft.com/office/drawing/2014/main" id="{5D5473EC-75BE-E51D-BF88-3119E80DD486}"/>
              </a:ext>
            </a:extLst>
          </p:cNvPr>
          <p:cNvSpPr txBox="1"/>
          <p:nvPr/>
        </p:nvSpPr>
        <p:spPr>
          <a:xfrm>
            <a:off x="2992325" y="3201360"/>
            <a:ext cx="278413" cy="369332"/>
          </a:xfrm>
          <a:prstGeom prst="rect">
            <a:avLst/>
          </a:prstGeom>
          <a:noFill/>
        </p:spPr>
        <p:txBody>
          <a:bodyPr wrap="square" rtlCol="0">
            <a:spAutoFit/>
          </a:bodyPr>
          <a:lstStyle/>
          <a:p>
            <a:r>
              <a:rPr lang="en-US" dirty="0"/>
              <a:t>7</a:t>
            </a:r>
          </a:p>
        </p:txBody>
      </p:sp>
      <p:sp>
        <p:nvSpPr>
          <p:cNvPr id="21" name="TextBox 20">
            <a:extLst>
              <a:ext uri="{FF2B5EF4-FFF2-40B4-BE49-F238E27FC236}">
                <a16:creationId xmlns:a16="http://schemas.microsoft.com/office/drawing/2014/main" id="{A60E1CF3-B549-8BE6-B7F1-139EE1D20AFC}"/>
              </a:ext>
            </a:extLst>
          </p:cNvPr>
          <p:cNvSpPr txBox="1"/>
          <p:nvPr/>
        </p:nvSpPr>
        <p:spPr>
          <a:xfrm>
            <a:off x="2992325" y="3693944"/>
            <a:ext cx="278413" cy="369332"/>
          </a:xfrm>
          <a:prstGeom prst="rect">
            <a:avLst/>
          </a:prstGeom>
          <a:noFill/>
        </p:spPr>
        <p:txBody>
          <a:bodyPr wrap="square" rtlCol="0">
            <a:spAutoFit/>
          </a:bodyPr>
          <a:lstStyle/>
          <a:p>
            <a:r>
              <a:rPr lang="en-US" dirty="0"/>
              <a:t>0</a:t>
            </a:r>
          </a:p>
        </p:txBody>
      </p:sp>
      <p:pic>
        <p:nvPicPr>
          <p:cNvPr id="22" name="Picture 21">
            <a:extLst>
              <a:ext uri="{FF2B5EF4-FFF2-40B4-BE49-F238E27FC236}">
                <a16:creationId xmlns:a16="http://schemas.microsoft.com/office/drawing/2014/main" id="{321EDBC5-277C-9160-C25A-E5CFEE8C11F9}"/>
              </a:ext>
            </a:extLst>
          </p:cNvPr>
          <p:cNvPicPr>
            <a:picLocks noChangeAspect="1"/>
          </p:cNvPicPr>
          <p:nvPr/>
        </p:nvPicPr>
        <p:blipFill>
          <a:blip r:embed="rId6" cstate="print"/>
          <a:stretch>
            <a:fillRect/>
          </a:stretch>
        </p:blipFill>
        <p:spPr>
          <a:xfrm>
            <a:off x="2992325" y="2685815"/>
            <a:ext cx="329213" cy="292633"/>
          </a:xfrm>
          <a:prstGeom prst="rect">
            <a:avLst/>
          </a:prstGeom>
        </p:spPr>
      </p:pic>
      <p:sp>
        <p:nvSpPr>
          <p:cNvPr id="23" name="TextBox 22">
            <a:extLst>
              <a:ext uri="{FF2B5EF4-FFF2-40B4-BE49-F238E27FC236}">
                <a16:creationId xmlns:a16="http://schemas.microsoft.com/office/drawing/2014/main" id="{2F06820D-FD7D-0FC8-EC55-567F37ED43FF}"/>
              </a:ext>
            </a:extLst>
          </p:cNvPr>
          <p:cNvSpPr txBox="1"/>
          <p:nvPr/>
        </p:nvSpPr>
        <p:spPr>
          <a:xfrm>
            <a:off x="2992325" y="4186528"/>
            <a:ext cx="329213" cy="369332"/>
          </a:xfrm>
          <a:prstGeom prst="rect">
            <a:avLst/>
          </a:prstGeom>
          <a:noFill/>
        </p:spPr>
        <p:txBody>
          <a:bodyPr wrap="square" rtlCol="0">
            <a:spAutoFit/>
          </a:bodyPr>
          <a:lstStyle/>
          <a:p>
            <a:r>
              <a:rPr lang="en-US" dirty="0"/>
              <a:t>1</a:t>
            </a:r>
          </a:p>
        </p:txBody>
      </p:sp>
      <p:sp>
        <p:nvSpPr>
          <p:cNvPr id="24" name="TextBox 23">
            <a:extLst>
              <a:ext uri="{FF2B5EF4-FFF2-40B4-BE49-F238E27FC236}">
                <a16:creationId xmlns:a16="http://schemas.microsoft.com/office/drawing/2014/main" id="{FCA844D2-1D9B-421E-3720-8FAE261D505D}"/>
              </a:ext>
            </a:extLst>
          </p:cNvPr>
          <p:cNvSpPr txBox="1"/>
          <p:nvPr/>
        </p:nvSpPr>
        <p:spPr>
          <a:xfrm>
            <a:off x="2980274" y="5192764"/>
            <a:ext cx="290464" cy="369332"/>
          </a:xfrm>
          <a:prstGeom prst="rect">
            <a:avLst/>
          </a:prstGeom>
          <a:noFill/>
        </p:spPr>
        <p:txBody>
          <a:bodyPr wrap="none" rtlCol="0">
            <a:spAutoFit/>
          </a:bodyPr>
          <a:lstStyle/>
          <a:p>
            <a:r>
              <a:rPr lang="en-US" dirty="0"/>
              <a:t>F</a:t>
            </a:r>
          </a:p>
        </p:txBody>
      </p:sp>
      <p:pic>
        <p:nvPicPr>
          <p:cNvPr id="25" name="Picture 24">
            <a:extLst>
              <a:ext uri="{FF2B5EF4-FFF2-40B4-BE49-F238E27FC236}">
                <a16:creationId xmlns:a16="http://schemas.microsoft.com/office/drawing/2014/main" id="{D0D48771-1162-6F61-3139-01EF5B505BBE}"/>
              </a:ext>
            </a:extLst>
          </p:cNvPr>
          <p:cNvPicPr>
            <a:picLocks noChangeAspect="1"/>
          </p:cNvPicPr>
          <p:nvPr/>
        </p:nvPicPr>
        <p:blipFill>
          <a:blip r:embed="rId7" cstate="print"/>
          <a:stretch>
            <a:fillRect/>
          </a:stretch>
        </p:blipFill>
        <p:spPr>
          <a:xfrm>
            <a:off x="3390036" y="2695981"/>
            <a:ext cx="329213" cy="292633"/>
          </a:xfrm>
          <a:prstGeom prst="rect">
            <a:avLst/>
          </a:prstGeom>
        </p:spPr>
      </p:pic>
      <p:sp>
        <p:nvSpPr>
          <p:cNvPr id="26" name="TextBox 25">
            <a:extLst>
              <a:ext uri="{FF2B5EF4-FFF2-40B4-BE49-F238E27FC236}">
                <a16:creationId xmlns:a16="http://schemas.microsoft.com/office/drawing/2014/main" id="{4010841E-DE9A-C6CB-DDC1-A232A5A20849}"/>
              </a:ext>
            </a:extLst>
          </p:cNvPr>
          <p:cNvSpPr txBox="1"/>
          <p:nvPr/>
        </p:nvSpPr>
        <p:spPr>
          <a:xfrm>
            <a:off x="3417563" y="3201360"/>
            <a:ext cx="301686" cy="369332"/>
          </a:xfrm>
          <a:prstGeom prst="rect">
            <a:avLst/>
          </a:prstGeom>
          <a:noFill/>
        </p:spPr>
        <p:txBody>
          <a:bodyPr wrap="none" rtlCol="0">
            <a:spAutoFit/>
          </a:bodyPr>
          <a:lstStyle/>
          <a:p>
            <a:r>
              <a:rPr lang="en-US" dirty="0"/>
              <a:t>2</a:t>
            </a:r>
          </a:p>
        </p:txBody>
      </p:sp>
      <p:sp>
        <p:nvSpPr>
          <p:cNvPr id="27" name="TextBox 26">
            <a:extLst>
              <a:ext uri="{FF2B5EF4-FFF2-40B4-BE49-F238E27FC236}">
                <a16:creationId xmlns:a16="http://schemas.microsoft.com/office/drawing/2014/main" id="{6E09F369-B1D4-E80C-80FD-664518901BE8}"/>
              </a:ext>
            </a:extLst>
          </p:cNvPr>
          <p:cNvSpPr txBox="1"/>
          <p:nvPr/>
        </p:nvSpPr>
        <p:spPr>
          <a:xfrm>
            <a:off x="3416405" y="3693944"/>
            <a:ext cx="301686" cy="369332"/>
          </a:xfrm>
          <a:prstGeom prst="rect">
            <a:avLst/>
          </a:prstGeom>
          <a:noFill/>
        </p:spPr>
        <p:txBody>
          <a:bodyPr wrap="none" rtlCol="0">
            <a:spAutoFit/>
          </a:bodyPr>
          <a:lstStyle/>
          <a:p>
            <a:r>
              <a:rPr lang="en-US" dirty="0"/>
              <a:t>0</a:t>
            </a:r>
          </a:p>
        </p:txBody>
      </p:sp>
      <p:sp>
        <p:nvSpPr>
          <p:cNvPr id="28" name="TextBox 27">
            <a:extLst>
              <a:ext uri="{FF2B5EF4-FFF2-40B4-BE49-F238E27FC236}">
                <a16:creationId xmlns:a16="http://schemas.microsoft.com/office/drawing/2014/main" id="{4A8405A1-2A43-EB1A-A1AF-DDF8878A2C06}"/>
              </a:ext>
            </a:extLst>
          </p:cNvPr>
          <p:cNvSpPr txBox="1"/>
          <p:nvPr/>
        </p:nvSpPr>
        <p:spPr>
          <a:xfrm>
            <a:off x="3352438" y="4186528"/>
            <a:ext cx="301686" cy="369332"/>
          </a:xfrm>
          <a:prstGeom prst="rect">
            <a:avLst/>
          </a:prstGeom>
          <a:noFill/>
        </p:spPr>
        <p:txBody>
          <a:bodyPr wrap="square" rtlCol="0">
            <a:spAutoFit/>
          </a:bodyPr>
          <a:lstStyle/>
          <a:p>
            <a:r>
              <a:rPr lang="en-US" dirty="0"/>
              <a:t>1</a:t>
            </a:r>
          </a:p>
        </p:txBody>
      </p:sp>
      <p:sp>
        <p:nvSpPr>
          <p:cNvPr id="29" name="TextBox 28">
            <a:extLst>
              <a:ext uri="{FF2B5EF4-FFF2-40B4-BE49-F238E27FC236}">
                <a16:creationId xmlns:a16="http://schemas.microsoft.com/office/drawing/2014/main" id="{2450ECE3-788C-AD69-2F26-5B66523DD5E0}"/>
              </a:ext>
            </a:extLst>
          </p:cNvPr>
          <p:cNvSpPr txBox="1"/>
          <p:nvPr/>
        </p:nvSpPr>
        <p:spPr>
          <a:xfrm>
            <a:off x="3439573" y="5192875"/>
            <a:ext cx="269993" cy="369332"/>
          </a:xfrm>
          <a:prstGeom prst="rect">
            <a:avLst/>
          </a:prstGeom>
          <a:noFill/>
        </p:spPr>
        <p:txBody>
          <a:bodyPr wrap="square" rtlCol="0">
            <a:spAutoFit/>
          </a:bodyPr>
          <a:lstStyle/>
          <a:p>
            <a:r>
              <a:rPr lang="en-US" dirty="0"/>
              <a:t>F</a:t>
            </a:r>
          </a:p>
        </p:txBody>
      </p:sp>
      <p:pic>
        <p:nvPicPr>
          <p:cNvPr id="30" name="Picture 29">
            <a:extLst>
              <a:ext uri="{FF2B5EF4-FFF2-40B4-BE49-F238E27FC236}">
                <a16:creationId xmlns:a16="http://schemas.microsoft.com/office/drawing/2014/main" id="{6A39F164-1EF3-4E51-8475-8F8E8EFDE88A}"/>
              </a:ext>
            </a:extLst>
          </p:cNvPr>
          <p:cNvPicPr>
            <a:picLocks noChangeAspect="1"/>
          </p:cNvPicPr>
          <p:nvPr/>
        </p:nvPicPr>
        <p:blipFill>
          <a:blip r:embed="rId8" cstate="print"/>
          <a:stretch>
            <a:fillRect/>
          </a:stretch>
        </p:blipFill>
        <p:spPr>
          <a:xfrm>
            <a:off x="3845309" y="2685814"/>
            <a:ext cx="329213" cy="292633"/>
          </a:xfrm>
          <a:prstGeom prst="rect">
            <a:avLst/>
          </a:prstGeom>
        </p:spPr>
      </p:pic>
      <p:sp>
        <p:nvSpPr>
          <p:cNvPr id="31" name="TextBox 30">
            <a:extLst>
              <a:ext uri="{FF2B5EF4-FFF2-40B4-BE49-F238E27FC236}">
                <a16:creationId xmlns:a16="http://schemas.microsoft.com/office/drawing/2014/main" id="{648CBA61-75CB-5459-FA03-471C60A034AD}"/>
              </a:ext>
            </a:extLst>
          </p:cNvPr>
          <p:cNvSpPr txBox="1"/>
          <p:nvPr/>
        </p:nvSpPr>
        <p:spPr>
          <a:xfrm>
            <a:off x="3845309" y="3183825"/>
            <a:ext cx="329213" cy="369332"/>
          </a:xfrm>
          <a:prstGeom prst="rect">
            <a:avLst/>
          </a:prstGeom>
          <a:noFill/>
        </p:spPr>
        <p:txBody>
          <a:bodyPr wrap="square" rtlCol="0">
            <a:spAutoFit/>
          </a:bodyPr>
          <a:lstStyle/>
          <a:p>
            <a:r>
              <a:rPr lang="en-US" dirty="0"/>
              <a:t>2</a:t>
            </a:r>
          </a:p>
        </p:txBody>
      </p:sp>
      <p:sp>
        <p:nvSpPr>
          <p:cNvPr id="32" name="TextBox 31">
            <a:extLst>
              <a:ext uri="{FF2B5EF4-FFF2-40B4-BE49-F238E27FC236}">
                <a16:creationId xmlns:a16="http://schemas.microsoft.com/office/drawing/2014/main" id="{2AFA4255-C619-11A6-D3F9-AC5A80F74A89}"/>
              </a:ext>
            </a:extLst>
          </p:cNvPr>
          <p:cNvSpPr txBox="1"/>
          <p:nvPr/>
        </p:nvSpPr>
        <p:spPr>
          <a:xfrm>
            <a:off x="3845309" y="3704110"/>
            <a:ext cx="329213" cy="369332"/>
          </a:xfrm>
          <a:prstGeom prst="rect">
            <a:avLst/>
          </a:prstGeom>
          <a:noFill/>
        </p:spPr>
        <p:txBody>
          <a:bodyPr wrap="square" rtlCol="0">
            <a:spAutoFit/>
          </a:bodyPr>
          <a:lstStyle/>
          <a:p>
            <a:r>
              <a:rPr lang="en-US" dirty="0"/>
              <a:t>0</a:t>
            </a:r>
          </a:p>
        </p:txBody>
      </p:sp>
      <p:sp>
        <p:nvSpPr>
          <p:cNvPr id="33" name="TextBox 32">
            <a:extLst>
              <a:ext uri="{FF2B5EF4-FFF2-40B4-BE49-F238E27FC236}">
                <a16:creationId xmlns:a16="http://schemas.microsoft.com/office/drawing/2014/main" id="{9CFCF7DA-491D-063A-D0F3-A9A1CFC6F167}"/>
              </a:ext>
            </a:extLst>
          </p:cNvPr>
          <p:cNvSpPr txBox="1"/>
          <p:nvPr/>
        </p:nvSpPr>
        <p:spPr>
          <a:xfrm>
            <a:off x="3828347" y="4186528"/>
            <a:ext cx="329213" cy="369332"/>
          </a:xfrm>
          <a:prstGeom prst="rect">
            <a:avLst/>
          </a:prstGeom>
          <a:noFill/>
        </p:spPr>
        <p:txBody>
          <a:bodyPr wrap="square" rtlCol="0">
            <a:spAutoFit/>
          </a:bodyPr>
          <a:lstStyle/>
          <a:p>
            <a:r>
              <a:rPr lang="en-US" dirty="0"/>
              <a:t>1</a:t>
            </a:r>
          </a:p>
        </p:txBody>
      </p:sp>
      <p:sp>
        <p:nvSpPr>
          <p:cNvPr id="34" name="TextBox 33">
            <a:extLst>
              <a:ext uri="{FF2B5EF4-FFF2-40B4-BE49-F238E27FC236}">
                <a16:creationId xmlns:a16="http://schemas.microsoft.com/office/drawing/2014/main" id="{D9A7BBF4-220C-F52A-0ED8-A41F5D875BCE}"/>
              </a:ext>
            </a:extLst>
          </p:cNvPr>
          <p:cNvSpPr txBox="1"/>
          <p:nvPr/>
        </p:nvSpPr>
        <p:spPr>
          <a:xfrm>
            <a:off x="3837212" y="5206322"/>
            <a:ext cx="329213" cy="369332"/>
          </a:xfrm>
          <a:prstGeom prst="rect">
            <a:avLst/>
          </a:prstGeom>
          <a:noFill/>
        </p:spPr>
        <p:txBody>
          <a:bodyPr wrap="square" rtlCol="0">
            <a:spAutoFit/>
          </a:bodyPr>
          <a:lstStyle/>
          <a:p>
            <a:r>
              <a:rPr lang="en-US" dirty="0"/>
              <a:t>H</a:t>
            </a:r>
          </a:p>
        </p:txBody>
      </p:sp>
      <p:pic>
        <p:nvPicPr>
          <p:cNvPr id="35" name="Picture 34">
            <a:extLst>
              <a:ext uri="{FF2B5EF4-FFF2-40B4-BE49-F238E27FC236}">
                <a16:creationId xmlns:a16="http://schemas.microsoft.com/office/drawing/2014/main" id="{E8070F82-CDFE-E7DE-6646-9E40CF71975D}"/>
              </a:ext>
            </a:extLst>
          </p:cNvPr>
          <p:cNvPicPr>
            <a:picLocks noChangeAspect="1"/>
          </p:cNvPicPr>
          <p:nvPr/>
        </p:nvPicPr>
        <p:blipFill>
          <a:blip r:embed="rId9" cstate="print"/>
          <a:stretch>
            <a:fillRect/>
          </a:stretch>
        </p:blipFill>
        <p:spPr>
          <a:xfrm>
            <a:off x="4186868" y="2685813"/>
            <a:ext cx="329213" cy="292633"/>
          </a:xfrm>
          <a:prstGeom prst="rect">
            <a:avLst/>
          </a:prstGeom>
        </p:spPr>
      </p:pic>
      <p:sp>
        <p:nvSpPr>
          <p:cNvPr id="36" name="TextBox 35">
            <a:extLst>
              <a:ext uri="{FF2B5EF4-FFF2-40B4-BE49-F238E27FC236}">
                <a16:creationId xmlns:a16="http://schemas.microsoft.com/office/drawing/2014/main" id="{D624F235-65C8-3725-D112-CA038DA2F89F}"/>
              </a:ext>
            </a:extLst>
          </p:cNvPr>
          <p:cNvSpPr txBox="1"/>
          <p:nvPr/>
        </p:nvSpPr>
        <p:spPr>
          <a:xfrm>
            <a:off x="4186868" y="3183825"/>
            <a:ext cx="295131" cy="369332"/>
          </a:xfrm>
          <a:prstGeom prst="rect">
            <a:avLst/>
          </a:prstGeom>
          <a:noFill/>
        </p:spPr>
        <p:txBody>
          <a:bodyPr wrap="square" rtlCol="0">
            <a:spAutoFit/>
          </a:bodyPr>
          <a:lstStyle/>
          <a:p>
            <a:r>
              <a:rPr lang="en-US" dirty="0"/>
              <a:t>2</a:t>
            </a:r>
          </a:p>
        </p:txBody>
      </p:sp>
      <p:sp>
        <p:nvSpPr>
          <p:cNvPr id="37" name="TextBox 36">
            <a:extLst>
              <a:ext uri="{FF2B5EF4-FFF2-40B4-BE49-F238E27FC236}">
                <a16:creationId xmlns:a16="http://schemas.microsoft.com/office/drawing/2014/main" id="{4A85E90E-26F3-28F2-E45A-F80BA8BF2E69}"/>
              </a:ext>
            </a:extLst>
          </p:cNvPr>
          <p:cNvSpPr txBox="1"/>
          <p:nvPr/>
        </p:nvSpPr>
        <p:spPr>
          <a:xfrm>
            <a:off x="4236196" y="3693944"/>
            <a:ext cx="245803" cy="369332"/>
          </a:xfrm>
          <a:prstGeom prst="rect">
            <a:avLst/>
          </a:prstGeom>
          <a:noFill/>
        </p:spPr>
        <p:txBody>
          <a:bodyPr wrap="square" rtlCol="0">
            <a:spAutoFit/>
          </a:bodyPr>
          <a:lstStyle/>
          <a:p>
            <a:r>
              <a:rPr lang="en-US" dirty="0"/>
              <a:t>0</a:t>
            </a:r>
          </a:p>
        </p:txBody>
      </p:sp>
      <p:sp>
        <p:nvSpPr>
          <p:cNvPr id="38" name="TextBox 37">
            <a:extLst>
              <a:ext uri="{FF2B5EF4-FFF2-40B4-BE49-F238E27FC236}">
                <a16:creationId xmlns:a16="http://schemas.microsoft.com/office/drawing/2014/main" id="{C9FABBE6-DBA8-6411-93BE-EF9D5110986B}"/>
              </a:ext>
            </a:extLst>
          </p:cNvPr>
          <p:cNvSpPr txBox="1"/>
          <p:nvPr/>
        </p:nvSpPr>
        <p:spPr>
          <a:xfrm>
            <a:off x="4220950" y="4186528"/>
            <a:ext cx="311614" cy="369332"/>
          </a:xfrm>
          <a:prstGeom prst="rect">
            <a:avLst/>
          </a:prstGeom>
          <a:noFill/>
        </p:spPr>
        <p:txBody>
          <a:bodyPr wrap="square" rtlCol="0">
            <a:spAutoFit/>
          </a:bodyPr>
          <a:lstStyle/>
          <a:p>
            <a:r>
              <a:rPr lang="en-US" dirty="0"/>
              <a:t>3</a:t>
            </a:r>
          </a:p>
        </p:txBody>
      </p:sp>
      <p:sp>
        <p:nvSpPr>
          <p:cNvPr id="39" name="TextBox 38">
            <a:extLst>
              <a:ext uri="{FF2B5EF4-FFF2-40B4-BE49-F238E27FC236}">
                <a16:creationId xmlns:a16="http://schemas.microsoft.com/office/drawing/2014/main" id="{56DA3EF2-6BAA-5789-4AD7-B92C80920F76}"/>
              </a:ext>
            </a:extLst>
          </p:cNvPr>
          <p:cNvSpPr txBox="1"/>
          <p:nvPr/>
        </p:nvSpPr>
        <p:spPr>
          <a:xfrm>
            <a:off x="4154943" y="5206322"/>
            <a:ext cx="327056" cy="369332"/>
          </a:xfrm>
          <a:prstGeom prst="rect">
            <a:avLst/>
          </a:prstGeom>
          <a:noFill/>
        </p:spPr>
        <p:txBody>
          <a:bodyPr wrap="square" rtlCol="0">
            <a:spAutoFit/>
          </a:bodyPr>
          <a:lstStyle/>
          <a:p>
            <a:r>
              <a:rPr lang="en-US" dirty="0"/>
              <a:t>F</a:t>
            </a:r>
          </a:p>
        </p:txBody>
      </p:sp>
      <p:pic>
        <p:nvPicPr>
          <p:cNvPr id="40" name="Picture 39">
            <a:extLst>
              <a:ext uri="{FF2B5EF4-FFF2-40B4-BE49-F238E27FC236}">
                <a16:creationId xmlns:a16="http://schemas.microsoft.com/office/drawing/2014/main" id="{F7241D2F-71B5-3E5B-137D-FED88D8B4C3E}"/>
              </a:ext>
            </a:extLst>
          </p:cNvPr>
          <p:cNvPicPr>
            <a:picLocks noChangeAspect="1"/>
          </p:cNvPicPr>
          <p:nvPr/>
        </p:nvPicPr>
        <p:blipFill>
          <a:blip r:embed="rId9" cstate="print"/>
          <a:stretch>
            <a:fillRect/>
          </a:stretch>
        </p:blipFill>
        <p:spPr>
          <a:xfrm>
            <a:off x="4644290" y="2696831"/>
            <a:ext cx="329213" cy="292633"/>
          </a:xfrm>
          <a:prstGeom prst="rect">
            <a:avLst/>
          </a:prstGeom>
        </p:spPr>
      </p:pic>
      <p:sp>
        <p:nvSpPr>
          <p:cNvPr id="41" name="TextBox 40">
            <a:extLst>
              <a:ext uri="{FF2B5EF4-FFF2-40B4-BE49-F238E27FC236}">
                <a16:creationId xmlns:a16="http://schemas.microsoft.com/office/drawing/2014/main" id="{ABE0905D-5CEF-8B2F-AD27-38C0A38EF466}"/>
              </a:ext>
            </a:extLst>
          </p:cNvPr>
          <p:cNvSpPr txBox="1"/>
          <p:nvPr/>
        </p:nvSpPr>
        <p:spPr>
          <a:xfrm>
            <a:off x="4666789" y="3183825"/>
            <a:ext cx="306713" cy="369332"/>
          </a:xfrm>
          <a:prstGeom prst="rect">
            <a:avLst/>
          </a:prstGeom>
          <a:noFill/>
        </p:spPr>
        <p:txBody>
          <a:bodyPr wrap="square" rtlCol="0">
            <a:spAutoFit/>
          </a:bodyPr>
          <a:lstStyle/>
          <a:p>
            <a:r>
              <a:rPr lang="en-US" dirty="0"/>
              <a:t>2</a:t>
            </a:r>
          </a:p>
        </p:txBody>
      </p:sp>
      <p:sp>
        <p:nvSpPr>
          <p:cNvPr id="42" name="TextBox 41">
            <a:extLst>
              <a:ext uri="{FF2B5EF4-FFF2-40B4-BE49-F238E27FC236}">
                <a16:creationId xmlns:a16="http://schemas.microsoft.com/office/drawing/2014/main" id="{36F41700-58EB-D8CB-0941-37C034C3AD69}"/>
              </a:ext>
            </a:extLst>
          </p:cNvPr>
          <p:cNvSpPr txBox="1"/>
          <p:nvPr/>
        </p:nvSpPr>
        <p:spPr>
          <a:xfrm>
            <a:off x="4664496" y="3688752"/>
            <a:ext cx="301686" cy="369332"/>
          </a:xfrm>
          <a:prstGeom prst="rect">
            <a:avLst/>
          </a:prstGeom>
          <a:noFill/>
        </p:spPr>
        <p:txBody>
          <a:bodyPr wrap="none" rtlCol="0">
            <a:spAutoFit/>
          </a:bodyPr>
          <a:lstStyle/>
          <a:p>
            <a:r>
              <a:rPr lang="en-US" dirty="0"/>
              <a:t>0</a:t>
            </a:r>
          </a:p>
        </p:txBody>
      </p:sp>
      <p:sp>
        <p:nvSpPr>
          <p:cNvPr id="43" name="TextBox 42">
            <a:extLst>
              <a:ext uri="{FF2B5EF4-FFF2-40B4-BE49-F238E27FC236}">
                <a16:creationId xmlns:a16="http://schemas.microsoft.com/office/drawing/2014/main" id="{3B2C6B00-2D94-CCF3-A3C4-8DD53FCC80DE}"/>
              </a:ext>
            </a:extLst>
          </p:cNvPr>
          <p:cNvSpPr txBox="1"/>
          <p:nvPr/>
        </p:nvSpPr>
        <p:spPr>
          <a:xfrm>
            <a:off x="4671816" y="4193679"/>
            <a:ext cx="301686" cy="369332"/>
          </a:xfrm>
          <a:prstGeom prst="rect">
            <a:avLst/>
          </a:prstGeom>
          <a:noFill/>
        </p:spPr>
        <p:txBody>
          <a:bodyPr wrap="none" rtlCol="0">
            <a:spAutoFit/>
          </a:bodyPr>
          <a:lstStyle/>
          <a:p>
            <a:r>
              <a:rPr lang="en-US" dirty="0"/>
              <a:t>3</a:t>
            </a:r>
          </a:p>
        </p:txBody>
      </p:sp>
      <p:sp>
        <p:nvSpPr>
          <p:cNvPr id="44" name="TextBox 43">
            <a:extLst>
              <a:ext uri="{FF2B5EF4-FFF2-40B4-BE49-F238E27FC236}">
                <a16:creationId xmlns:a16="http://schemas.microsoft.com/office/drawing/2014/main" id="{7AB212DC-60E3-6DD9-67DF-82B0E940D605}"/>
              </a:ext>
            </a:extLst>
          </p:cNvPr>
          <p:cNvSpPr txBox="1"/>
          <p:nvPr/>
        </p:nvSpPr>
        <p:spPr>
          <a:xfrm>
            <a:off x="4592070" y="5206322"/>
            <a:ext cx="328936" cy="369332"/>
          </a:xfrm>
          <a:prstGeom prst="rect">
            <a:avLst/>
          </a:prstGeom>
          <a:noFill/>
        </p:spPr>
        <p:txBody>
          <a:bodyPr wrap="none" rtlCol="0">
            <a:spAutoFit/>
          </a:bodyPr>
          <a:lstStyle/>
          <a:p>
            <a:r>
              <a:rPr lang="en-US" dirty="0"/>
              <a:t>H</a:t>
            </a:r>
          </a:p>
        </p:txBody>
      </p:sp>
      <p:pic>
        <p:nvPicPr>
          <p:cNvPr id="45" name="Picture 44">
            <a:extLst>
              <a:ext uri="{FF2B5EF4-FFF2-40B4-BE49-F238E27FC236}">
                <a16:creationId xmlns:a16="http://schemas.microsoft.com/office/drawing/2014/main" id="{4B39E7B2-0ED4-C3ED-C7F1-9CF2EC7D2C00}"/>
              </a:ext>
            </a:extLst>
          </p:cNvPr>
          <p:cNvPicPr>
            <a:picLocks noChangeAspect="1"/>
          </p:cNvPicPr>
          <p:nvPr/>
        </p:nvPicPr>
        <p:blipFill>
          <a:blip r:embed="rId10" cstate="print"/>
          <a:stretch>
            <a:fillRect/>
          </a:stretch>
        </p:blipFill>
        <p:spPr>
          <a:xfrm>
            <a:off x="5067911" y="2695981"/>
            <a:ext cx="329213" cy="292633"/>
          </a:xfrm>
          <a:prstGeom prst="rect">
            <a:avLst/>
          </a:prstGeom>
        </p:spPr>
      </p:pic>
      <p:sp>
        <p:nvSpPr>
          <p:cNvPr id="46" name="TextBox 45">
            <a:extLst>
              <a:ext uri="{FF2B5EF4-FFF2-40B4-BE49-F238E27FC236}">
                <a16:creationId xmlns:a16="http://schemas.microsoft.com/office/drawing/2014/main" id="{862459CC-FE59-4FEA-5A67-493A6E94D139}"/>
              </a:ext>
            </a:extLst>
          </p:cNvPr>
          <p:cNvSpPr txBox="1"/>
          <p:nvPr/>
        </p:nvSpPr>
        <p:spPr>
          <a:xfrm>
            <a:off x="5033943" y="3201360"/>
            <a:ext cx="329213" cy="369332"/>
          </a:xfrm>
          <a:prstGeom prst="rect">
            <a:avLst/>
          </a:prstGeom>
          <a:noFill/>
        </p:spPr>
        <p:txBody>
          <a:bodyPr wrap="square" rtlCol="0">
            <a:spAutoFit/>
          </a:bodyPr>
          <a:lstStyle/>
          <a:p>
            <a:r>
              <a:rPr lang="en-US" dirty="0"/>
              <a:t>2</a:t>
            </a:r>
          </a:p>
        </p:txBody>
      </p:sp>
      <p:sp>
        <p:nvSpPr>
          <p:cNvPr id="47" name="TextBox 46">
            <a:extLst>
              <a:ext uri="{FF2B5EF4-FFF2-40B4-BE49-F238E27FC236}">
                <a16:creationId xmlns:a16="http://schemas.microsoft.com/office/drawing/2014/main" id="{1B8BC5D2-27C7-67AF-6448-76A862DC135B}"/>
              </a:ext>
            </a:extLst>
          </p:cNvPr>
          <p:cNvSpPr txBox="1"/>
          <p:nvPr/>
        </p:nvSpPr>
        <p:spPr>
          <a:xfrm>
            <a:off x="5067911" y="3675518"/>
            <a:ext cx="295245" cy="369332"/>
          </a:xfrm>
          <a:prstGeom prst="rect">
            <a:avLst/>
          </a:prstGeom>
          <a:noFill/>
        </p:spPr>
        <p:txBody>
          <a:bodyPr wrap="square" rtlCol="0">
            <a:spAutoFit/>
          </a:bodyPr>
          <a:lstStyle/>
          <a:p>
            <a:r>
              <a:rPr lang="en-US" dirty="0"/>
              <a:t>4</a:t>
            </a:r>
          </a:p>
        </p:txBody>
      </p:sp>
      <p:sp>
        <p:nvSpPr>
          <p:cNvPr id="48" name="TextBox 47">
            <a:extLst>
              <a:ext uri="{FF2B5EF4-FFF2-40B4-BE49-F238E27FC236}">
                <a16:creationId xmlns:a16="http://schemas.microsoft.com/office/drawing/2014/main" id="{FCDAFF9C-800A-9132-BE5B-39E85B55CE5E}"/>
              </a:ext>
            </a:extLst>
          </p:cNvPr>
          <p:cNvSpPr txBox="1"/>
          <p:nvPr/>
        </p:nvSpPr>
        <p:spPr>
          <a:xfrm>
            <a:off x="5067911" y="4186528"/>
            <a:ext cx="295245" cy="369332"/>
          </a:xfrm>
          <a:prstGeom prst="rect">
            <a:avLst/>
          </a:prstGeom>
          <a:noFill/>
        </p:spPr>
        <p:txBody>
          <a:bodyPr wrap="square" rtlCol="0">
            <a:spAutoFit/>
          </a:bodyPr>
          <a:lstStyle/>
          <a:p>
            <a:r>
              <a:rPr lang="en-US" dirty="0"/>
              <a:t>3</a:t>
            </a:r>
          </a:p>
        </p:txBody>
      </p:sp>
      <p:sp>
        <p:nvSpPr>
          <p:cNvPr id="49" name="TextBox 48">
            <a:extLst>
              <a:ext uri="{FF2B5EF4-FFF2-40B4-BE49-F238E27FC236}">
                <a16:creationId xmlns:a16="http://schemas.microsoft.com/office/drawing/2014/main" id="{31807ED8-ACE3-4FC0-AC10-5780AB0C0C8C}"/>
              </a:ext>
            </a:extLst>
          </p:cNvPr>
          <p:cNvSpPr txBox="1"/>
          <p:nvPr/>
        </p:nvSpPr>
        <p:spPr>
          <a:xfrm>
            <a:off x="5067911" y="5206322"/>
            <a:ext cx="295245" cy="369332"/>
          </a:xfrm>
          <a:prstGeom prst="rect">
            <a:avLst/>
          </a:prstGeom>
          <a:noFill/>
        </p:spPr>
        <p:txBody>
          <a:bodyPr wrap="square" rtlCol="0">
            <a:spAutoFit/>
          </a:bodyPr>
          <a:lstStyle/>
          <a:p>
            <a:r>
              <a:rPr lang="en-US" dirty="0"/>
              <a:t>F</a:t>
            </a:r>
          </a:p>
        </p:txBody>
      </p:sp>
      <p:pic>
        <p:nvPicPr>
          <p:cNvPr id="50" name="Picture 49">
            <a:extLst>
              <a:ext uri="{FF2B5EF4-FFF2-40B4-BE49-F238E27FC236}">
                <a16:creationId xmlns:a16="http://schemas.microsoft.com/office/drawing/2014/main" id="{1BE3357E-0A33-5FE5-964A-F1D60C65B23C}"/>
              </a:ext>
            </a:extLst>
          </p:cNvPr>
          <p:cNvPicPr>
            <a:picLocks noChangeAspect="1"/>
          </p:cNvPicPr>
          <p:nvPr/>
        </p:nvPicPr>
        <p:blipFill>
          <a:blip r:embed="rId11" cstate="print"/>
          <a:stretch>
            <a:fillRect/>
          </a:stretch>
        </p:blipFill>
        <p:spPr>
          <a:xfrm>
            <a:off x="5459051" y="2675650"/>
            <a:ext cx="329213" cy="292633"/>
          </a:xfrm>
          <a:prstGeom prst="rect">
            <a:avLst/>
          </a:prstGeom>
        </p:spPr>
      </p:pic>
      <p:sp>
        <p:nvSpPr>
          <p:cNvPr id="51" name="TextBox 50">
            <a:extLst>
              <a:ext uri="{FF2B5EF4-FFF2-40B4-BE49-F238E27FC236}">
                <a16:creationId xmlns:a16="http://schemas.microsoft.com/office/drawing/2014/main" id="{3545EDE6-DF91-B12F-B577-2853D38AC29F}"/>
              </a:ext>
            </a:extLst>
          </p:cNvPr>
          <p:cNvSpPr txBox="1"/>
          <p:nvPr/>
        </p:nvSpPr>
        <p:spPr>
          <a:xfrm>
            <a:off x="5446802" y="3201360"/>
            <a:ext cx="301686" cy="369332"/>
          </a:xfrm>
          <a:prstGeom prst="rect">
            <a:avLst/>
          </a:prstGeom>
          <a:noFill/>
        </p:spPr>
        <p:txBody>
          <a:bodyPr wrap="none" rtlCol="0">
            <a:spAutoFit/>
          </a:bodyPr>
          <a:lstStyle/>
          <a:p>
            <a:r>
              <a:rPr lang="en-US" dirty="0"/>
              <a:t>2</a:t>
            </a:r>
          </a:p>
        </p:txBody>
      </p:sp>
      <p:sp>
        <p:nvSpPr>
          <p:cNvPr id="52" name="TextBox 51">
            <a:extLst>
              <a:ext uri="{FF2B5EF4-FFF2-40B4-BE49-F238E27FC236}">
                <a16:creationId xmlns:a16="http://schemas.microsoft.com/office/drawing/2014/main" id="{3379E8B4-E100-3AE7-DAD2-91E7263DFD8B}"/>
              </a:ext>
            </a:extLst>
          </p:cNvPr>
          <p:cNvSpPr txBox="1"/>
          <p:nvPr/>
        </p:nvSpPr>
        <p:spPr>
          <a:xfrm>
            <a:off x="5459051" y="3676183"/>
            <a:ext cx="301686" cy="369332"/>
          </a:xfrm>
          <a:prstGeom prst="rect">
            <a:avLst/>
          </a:prstGeom>
          <a:noFill/>
        </p:spPr>
        <p:txBody>
          <a:bodyPr wrap="none" rtlCol="0">
            <a:spAutoFit/>
          </a:bodyPr>
          <a:lstStyle/>
          <a:p>
            <a:r>
              <a:rPr lang="en-US" dirty="0"/>
              <a:t>4</a:t>
            </a:r>
          </a:p>
        </p:txBody>
      </p:sp>
      <p:sp>
        <p:nvSpPr>
          <p:cNvPr id="53" name="TextBox 52">
            <a:extLst>
              <a:ext uri="{FF2B5EF4-FFF2-40B4-BE49-F238E27FC236}">
                <a16:creationId xmlns:a16="http://schemas.microsoft.com/office/drawing/2014/main" id="{8B24296D-9BC8-9293-2E20-5F9A4704BC98}"/>
              </a:ext>
            </a:extLst>
          </p:cNvPr>
          <p:cNvSpPr txBox="1"/>
          <p:nvPr/>
        </p:nvSpPr>
        <p:spPr>
          <a:xfrm>
            <a:off x="5472814" y="4193679"/>
            <a:ext cx="301686" cy="369332"/>
          </a:xfrm>
          <a:prstGeom prst="rect">
            <a:avLst/>
          </a:prstGeom>
          <a:noFill/>
        </p:spPr>
        <p:txBody>
          <a:bodyPr wrap="none" rtlCol="0">
            <a:spAutoFit/>
          </a:bodyPr>
          <a:lstStyle/>
          <a:p>
            <a:r>
              <a:rPr lang="en-US" dirty="0"/>
              <a:t>3</a:t>
            </a:r>
          </a:p>
        </p:txBody>
      </p:sp>
      <p:sp>
        <p:nvSpPr>
          <p:cNvPr id="54" name="TextBox 53">
            <a:extLst>
              <a:ext uri="{FF2B5EF4-FFF2-40B4-BE49-F238E27FC236}">
                <a16:creationId xmlns:a16="http://schemas.microsoft.com/office/drawing/2014/main" id="{42B95068-E390-2FF4-6937-0A93C96EFB58}"/>
              </a:ext>
            </a:extLst>
          </p:cNvPr>
          <p:cNvSpPr txBox="1"/>
          <p:nvPr/>
        </p:nvSpPr>
        <p:spPr>
          <a:xfrm>
            <a:off x="5503761" y="5206322"/>
            <a:ext cx="328936" cy="369332"/>
          </a:xfrm>
          <a:prstGeom prst="rect">
            <a:avLst/>
          </a:prstGeom>
          <a:noFill/>
        </p:spPr>
        <p:txBody>
          <a:bodyPr wrap="none" rtlCol="0">
            <a:spAutoFit/>
          </a:bodyPr>
          <a:lstStyle/>
          <a:p>
            <a:r>
              <a:rPr lang="en-US" dirty="0"/>
              <a:t>H</a:t>
            </a:r>
          </a:p>
        </p:txBody>
      </p:sp>
      <p:pic>
        <p:nvPicPr>
          <p:cNvPr id="55" name="Picture 54">
            <a:extLst>
              <a:ext uri="{FF2B5EF4-FFF2-40B4-BE49-F238E27FC236}">
                <a16:creationId xmlns:a16="http://schemas.microsoft.com/office/drawing/2014/main" id="{6E2ED28C-0731-9C0F-C905-9132D9CF0A84}"/>
              </a:ext>
            </a:extLst>
          </p:cNvPr>
          <p:cNvPicPr>
            <a:picLocks noChangeAspect="1"/>
          </p:cNvPicPr>
          <p:nvPr/>
        </p:nvPicPr>
        <p:blipFill>
          <a:blip r:embed="rId12" cstate="print"/>
          <a:stretch>
            <a:fillRect/>
          </a:stretch>
        </p:blipFill>
        <p:spPr>
          <a:xfrm>
            <a:off x="5876415" y="2695980"/>
            <a:ext cx="329213" cy="292633"/>
          </a:xfrm>
          <a:prstGeom prst="rect">
            <a:avLst/>
          </a:prstGeom>
        </p:spPr>
      </p:pic>
      <p:sp>
        <p:nvSpPr>
          <p:cNvPr id="56" name="TextBox 55">
            <a:extLst>
              <a:ext uri="{FF2B5EF4-FFF2-40B4-BE49-F238E27FC236}">
                <a16:creationId xmlns:a16="http://schemas.microsoft.com/office/drawing/2014/main" id="{4B699B66-3D00-FD88-458E-59392BD3ABDA}"/>
              </a:ext>
            </a:extLst>
          </p:cNvPr>
          <p:cNvSpPr txBox="1"/>
          <p:nvPr/>
        </p:nvSpPr>
        <p:spPr>
          <a:xfrm>
            <a:off x="5876415" y="3205564"/>
            <a:ext cx="306338" cy="369332"/>
          </a:xfrm>
          <a:prstGeom prst="rect">
            <a:avLst/>
          </a:prstGeom>
          <a:noFill/>
        </p:spPr>
        <p:txBody>
          <a:bodyPr wrap="square" rtlCol="0">
            <a:spAutoFit/>
          </a:bodyPr>
          <a:lstStyle/>
          <a:p>
            <a:r>
              <a:rPr lang="en-US" dirty="0"/>
              <a:t>2</a:t>
            </a:r>
          </a:p>
        </p:txBody>
      </p:sp>
      <p:sp>
        <p:nvSpPr>
          <p:cNvPr id="57" name="TextBox 56">
            <a:extLst>
              <a:ext uri="{FF2B5EF4-FFF2-40B4-BE49-F238E27FC236}">
                <a16:creationId xmlns:a16="http://schemas.microsoft.com/office/drawing/2014/main" id="{34D4B0A5-7444-CD70-F49E-BD120FF22799}"/>
              </a:ext>
            </a:extLst>
          </p:cNvPr>
          <p:cNvSpPr txBox="1"/>
          <p:nvPr/>
        </p:nvSpPr>
        <p:spPr>
          <a:xfrm>
            <a:off x="5889753" y="3688752"/>
            <a:ext cx="301686" cy="369332"/>
          </a:xfrm>
          <a:prstGeom prst="rect">
            <a:avLst/>
          </a:prstGeom>
          <a:noFill/>
        </p:spPr>
        <p:txBody>
          <a:bodyPr wrap="none" rtlCol="0">
            <a:spAutoFit/>
          </a:bodyPr>
          <a:lstStyle/>
          <a:p>
            <a:r>
              <a:rPr lang="en-US" dirty="0"/>
              <a:t>4</a:t>
            </a:r>
          </a:p>
        </p:txBody>
      </p:sp>
      <p:sp>
        <p:nvSpPr>
          <p:cNvPr id="58" name="TextBox 57">
            <a:extLst>
              <a:ext uri="{FF2B5EF4-FFF2-40B4-BE49-F238E27FC236}">
                <a16:creationId xmlns:a16="http://schemas.microsoft.com/office/drawing/2014/main" id="{94683BD5-A1F9-D4A7-3755-1980F3D9923E}"/>
              </a:ext>
            </a:extLst>
          </p:cNvPr>
          <p:cNvSpPr txBox="1"/>
          <p:nvPr/>
        </p:nvSpPr>
        <p:spPr>
          <a:xfrm>
            <a:off x="5903942" y="4145057"/>
            <a:ext cx="301686" cy="369332"/>
          </a:xfrm>
          <a:prstGeom prst="rect">
            <a:avLst/>
          </a:prstGeom>
          <a:noFill/>
        </p:spPr>
        <p:txBody>
          <a:bodyPr wrap="none" rtlCol="0">
            <a:spAutoFit/>
          </a:bodyPr>
          <a:lstStyle/>
          <a:p>
            <a:r>
              <a:rPr lang="en-US" dirty="0"/>
              <a:t>3</a:t>
            </a:r>
          </a:p>
        </p:txBody>
      </p:sp>
      <p:sp>
        <p:nvSpPr>
          <p:cNvPr id="59" name="TextBox 58">
            <a:extLst>
              <a:ext uri="{FF2B5EF4-FFF2-40B4-BE49-F238E27FC236}">
                <a16:creationId xmlns:a16="http://schemas.microsoft.com/office/drawing/2014/main" id="{60BCDBA2-E4BF-2301-AFA9-03ADFA46F462}"/>
              </a:ext>
            </a:extLst>
          </p:cNvPr>
          <p:cNvSpPr txBox="1"/>
          <p:nvPr/>
        </p:nvSpPr>
        <p:spPr>
          <a:xfrm flipH="1">
            <a:off x="5901423" y="5214528"/>
            <a:ext cx="290015" cy="369332"/>
          </a:xfrm>
          <a:prstGeom prst="rect">
            <a:avLst/>
          </a:prstGeom>
          <a:noFill/>
        </p:spPr>
        <p:txBody>
          <a:bodyPr wrap="square" rtlCol="0">
            <a:spAutoFit/>
          </a:bodyPr>
          <a:lstStyle/>
          <a:p>
            <a:r>
              <a:rPr lang="en-US" dirty="0"/>
              <a:t>H</a:t>
            </a:r>
          </a:p>
        </p:txBody>
      </p:sp>
      <p:pic>
        <p:nvPicPr>
          <p:cNvPr id="60" name="Picture 59">
            <a:extLst>
              <a:ext uri="{FF2B5EF4-FFF2-40B4-BE49-F238E27FC236}">
                <a16:creationId xmlns:a16="http://schemas.microsoft.com/office/drawing/2014/main" id="{56BC6894-CC93-F2A2-9EC7-05FF410744AB}"/>
              </a:ext>
            </a:extLst>
          </p:cNvPr>
          <p:cNvPicPr>
            <a:picLocks noChangeAspect="1"/>
          </p:cNvPicPr>
          <p:nvPr/>
        </p:nvPicPr>
        <p:blipFill>
          <a:blip r:embed="rId13" cstate="print"/>
          <a:stretch>
            <a:fillRect/>
          </a:stretch>
        </p:blipFill>
        <p:spPr>
          <a:xfrm>
            <a:off x="6234555" y="2698451"/>
            <a:ext cx="329213" cy="292633"/>
          </a:xfrm>
          <a:prstGeom prst="rect">
            <a:avLst/>
          </a:prstGeom>
        </p:spPr>
      </p:pic>
      <p:sp>
        <p:nvSpPr>
          <p:cNvPr id="61" name="TextBox 60">
            <a:extLst>
              <a:ext uri="{FF2B5EF4-FFF2-40B4-BE49-F238E27FC236}">
                <a16:creationId xmlns:a16="http://schemas.microsoft.com/office/drawing/2014/main" id="{1DF598C1-81AE-A55A-A2F8-12EA0DE275AF}"/>
              </a:ext>
            </a:extLst>
          </p:cNvPr>
          <p:cNvSpPr txBox="1"/>
          <p:nvPr/>
        </p:nvSpPr>
        <p:spPr>
          <a:xfrm>
            <a:off x="6278625" y="3183825"/>
            <a:ext cx="301686" cy="369332"/>
          </a:xfrm>
          <a:prstGeom prst="rect">
            <a:avLst/>
          </a:prstGeom>
          <a:noFill/>
        </p:spPr>
        <p:txBody>
          <a:bodyPr wrap="none" rtlCol="0">
            <a:spAutoFit/>
          </a:bodyPr>
          <a:lstStyle/>
          <a:p>
            <a:r>
              <a:rPr lang="en-US" dirty="0"/>
              <a:t>2</a:t>
            </a:r>
          </a:p>
        </p:txBody>
      </p:sp>
      <p:sp>
        <p:nvSpPr>
          <p:cNvPr id="62" name="TextBox 61">
            <a:extLst>
              <a:ext uri="{FF2B5EF4-FFF2-40B4-BE49-F238E27FC236}">
                <a16:creationId xmlns:a16="http://schemas.microsoft.com/office/drawing/2014/main" id="{0F8CFD72-C3C3-ABD4-086E-EBB9B2A07447}"/>
              </a:ext>
            </a:extLst>
          </p:cNvPr>
          <p:cNvSpPr txBox="1"/>
          <p:nvPr/>
        </p:nvSpPr>
        <p:spPr>
          <a:xfrm>
            <a:off x="6278625" y="3696243"/>
            <a:ext cx="301686" cy="369332"/>
          </a:xfrm>
          <a:prstGeom prst="rect">
            <a:avLst/>
          </a:prstGeom>
          <a:noFill/>
        </p:spPr>
        <p:txBody>
          <a:bodyPr wrap="square" rtlCol="0">
            <a:spAutoFit/>
          </a:bodyPr>
          <a:lstStyle/>
          <a:p>
            <a:r>
              <a:rPr lang="en-US" dirty="0"/>
              <a:t>0</a:t>
            </a:r>
          </a:p>
        </p:txBody>
      </p:sp>
      <p:sp>
        <p:nvSpPr>
          <p:cNvPr id="63" name="TextBox 62">
            <a:extLst>
              <a:ext uri="{FF2B5EF4-FFF2-40B4-BE49-F238E27FC236}">
                <a16:creationId xmlns:a16="http://schemas.microsoft.com/office/drawing/2014/main" id="{F1B8F7DB-8A20-E4BC-AE30-3199131A6827}"/>
              </a:ext>
            </a:extLst>
          </p:cNvPr>
          <p:cNvSpPr txBox="1"/>
          <p:nvPr/>
        </p:nvSpPr>
        <p:spPr>
          <a:xfrm>
            <a:off x="6261020" y="4145057"/>
            <a:ext cx="320723" cy="369332"/>
          </a:xfrm>
          <a:prstGeom prst="rect">
            <a:avLst/>
          </a:prstGeom>
          <a:noFill/>
        </p:spPr>
        <p:txBody>
          <a:bodyPr wrap="square" rtlCol="0">
            <a:spAutoFit/>
          </a:bodyPr>
          <a:lstStyle/>
          <a:p>
            <a:r>
              <a:rPr lang="en-US" dirty="0"/>
              <a:t>3</a:t>
            </a:r>
          </a:p>
        </p:txBody>
      </p:sp>
      <p:sp>
        <p:nvSpPr>
          <p:cNvPr id="64" name="TextBox 63">
            <a:extLst>
              <a:ext uri="{FF2B5EF4-FFF2-40B4-BE49-F238E27FC236}">
                <a16:creationId xmlns:a16="http://schemas.microsoft.com/office/drawing/2014/main" id="{DE4917CD-39DF-398B-13BB-561E4F10DD9B}"/>
              </a:ext>
            </a:extLst>
          </p:cNvPr>
          <p:cNvSpPr txBox="1"/>
          <p:nvPr/>
        </p:nvSpPr>
        <p:spPr>
          <a:xfrm>
            <a:off x="6291469" y="5214528"/>
            <a:ext cx="288841" cy="369332"/>
          </a:xfrm>
          <a:prstGeom prst="rect">
            <a:avLst/>
          </a:prstGeom>
          <a:noFill/>
        </p:spPr>
        <p:txBody>
          <a:bodyPr wrap="square" rtlCol="0">
            <a:spAutoFit/>
          </a:bodyPr>
          <a:lstStyle/>
          <a:p>
            <a:r>
              <a:rPr lang="en-US" dirty="0"/>
              <a:t>F</a:t>
            </a:r>
          </a:p>
        </p:txBody>
      </p:sp>
      <p:pic>
        <p:nvPicPr>
          <p:cNvPr id="65" name="Picture 64">
            <a:extLst>
              <a:ext uri="{FF2B5EF4-FFF2-40B4-BE49-F238E27FC236}">
                <a16:creationId xmlns:a16="http://schemas.microsoft.com/office/drawing/2014/main" id="{E51AA3B8-D895-537A-19E2-F514D45BD489}"/>
              </a:ext>
            </a:extLst>
          </p:cNvPr>
          <p:cNvPicPr>
            <a:picLocks noChangeAspect="1"/>
          </p:cNvPicPr>
          <p:nvPr/>
        </p:nvPicPr>
        <p:blipFill>
          <a:blip r:embed="rId14" cstate="print"/>
          <a:stretch>
            <a:fillRect/>
          </a:stretch>
        </p:blipFill>
        <p:spPr>
          <a:xfrm>
            <a:off x="6684919" y="2694835"/>
            <a:ext cx="329213" cy="292633"/>
          </a:xfrm>
          <a:prstGeom prst="rect">
            <a:avLst/>
          </a:prstGeom>
        </p:spPr>
      </p:pic>
      <p:sp>
        <p:nvSpPr>
          <p:cNvPr id="66" name="TextBox 65">
            <a:extLst>
              <a:ext uri="{FF2B5EF4-FFF2-40B4-BE49-F238E27FC236}">
                <a16:creationId xmlns:a16="http://schemas.microsoft.com/office/drawing/2014/main" id="{C481D4D8-C02F-5A86-8460-9CBE501A0ED3}"/>
              </a:ext>
            </a:extLst>
          </p:cNvPr>
          <p:cNvSpPr txBox="1"/>
          <p:nvPr/>
        </p:nvSpPr>
        <p:spPr>
          <a:xfrm>
            <a:off x="6672809" y="3201361"/>
            <a:ext cx="338660" cy="369332"/>
          </a:xfrm>
          <a:prstGeom prst="rect">
            <a:avLst/>
          </a:prstGeom>
          <a:noFill/>
        </p:spPr>
        <p:txBody>
          <a:bodyPr wrap="square" rtlCol="0">
            <a:spAutoFit/>
          </a:bodyPr>
          <a:lstStyle/>
          <a:p>
            <a:r>
              <a:rPr lang="en-US" dirty="0"/>
              <a:t>2</a:t>
            </a:r>
          </a:p>
        </p:txBody>
      </p:sp>
      <p:sp>
        <p:nvSpPr>
          <p:cNvPr id="67" name="TextBox 66">
            <a:extLst>
              <a:ext uri="{FF2B5EF4-FFF2-40B4-BE49-F238E27FC236}">
                <a16:creationId xmlns:a16="http://schemas.microsoft.com/office/drawing/2014/main" id="{6C0645D3-8793-5375-007E-59695570A76E}"/>
              </a:ext>
            </a:extLst>
          </p:cNvPr>
          <p:cNvSpPr txBox="1"/>
          <p:nvPr/>
        </p:nvSpPr>
        <p:spPr>
          <a:xfrm>
            <a:off x="6698682" y="3688752"/>
            <a:ext cx="301686" cy="369332"/>
          </a:xfrm>
          <a:prstGeom prst="rect">
            <a:avLst/>
          </a:prstGeom>
          <a:noFill/>
        </p:spPr>
        <p:txBody>
          <a:bodyPr wrap="none" rtlCol="0">
            <a:spAutoFit/>
          </a:bodyPr>
          <a:lstStyle/>
          <a:p>
            <a:r>
              <a:rPr lang="en-US" dirty="0"/>
              <a:t>0</a:t>
            </a:r>
          </a:p>
        </p:txBody>
      </p:sp>
      <p:sp>
        <p:nvSpPr>
          <p:cNvPr id="68" name="TextBox 67">
            <a:extLst>
              <a:ext uri="{FF2B5EF4-FFF2-40B4-BE49-F238E27FC236}">
                <a16:creationId xmlns:a16="http://schemas.microsoft.com/office/drawing/2014/main" id="{180EFB4E-82BB-D0B8-017C-7AB639A968AC}"/>
              </a:ext>
            </a:extLst>
          </p:cNvPr>
          <p:cNvSpPr txBox="1"/>
          <p:nvPr/>
        </p:nvSpPr>
        <p:spPr>
          <a:xfrm>
            <a:off x="6664334" y="4145057"/>
            <a:ext cx="301686" cy="369332"/>
          </a:xfrm>
          <a:prstGeom prst="rect">
            <a:avLst/>
          </a:prstGeom>
          <a:noFill/>
        </p:spPr>
        <p:txBody>
          <a:bodyPr wrap="none" rtlCol="0">
            <a:spAutoFit/>
          </a:bodyPr>
          <a:lstStyle/>
          <a:p>
            <a:r>
              <a:rPr lang="en-US" dirty="0"/>
              <a:t>3</a:t>
            </a:r>
          </a:p>
        </p:txBody>
      </p:sp>
      <p:sp>
        <p:nvSpPr>
          <p:cNvPr id="69" name="TextBox 68">
            <a:extLst>
              <a:ext uri="{FF2B5EF4-FFF2-40B4-BE49-F238E27FC236}">
                <a16:creationId xmlns:a16="http://schemas.microsoft.com/office/drawing/2014/main" id="{0B9B9E7A-0922-58CB-ABEB-05C059D7C587}"/>
              </a:ext>
            </a:extLst>
          </p:cNvPr>
          <p:cNvSpPr txBox="1"/>
          <p:nvPr/>
        </p:nvSpPr>
        <p:spPr>
          <a:xfrm>
            <a:off x="6698682" y="5206322"/>
            <a:ext cx="328936" cy="369332"/>
          </a:xfrm>
          <a:prstGeom prst="rect">
            <a:avLst/>
          </a:prstGeom>
          <a:noFill/>
        </p:spPr>
        <p:txBody>
          <a:bodyPr wrap="none" rtlCol="0">
            <a:spAutoFit/>
          </a:bodyPr>
          <a:lstStyle/>
          <a:p>
            <a:r>
              <a:rPr lang="en-US" dirty="0"/>
              <a:t>H</a:t>
            </a:r>
          </a:p>
        </p:txBody>
      </p:sp>
      <p:pic>
        <p:nvPicPr>
          <p:cNvPr id="70" name="Picture 69">
            <a:extLst>
              <a:ext uri="{FF2B5EF4-FFF2-40B4-BE49-F238E27FC236}">
                <a16:creationId xmlns:a16="http://schemas.microsoft.com/office/drawing/2014/main" id="{FD7F10B0-167B-CBE9-B48D-364F7E022AE1}"/>
              </a:ext>
            </a:extLst>
          </p:cNvPr>
          <p:cNvPicPr>
            <a:picLocks noChangeAspect="1"/>
          </p:cNvPicPr>
          <p:nvPr/>
        </p:nvPicPr>
        <p:blipFill>
          <a:blip r:embed="rId15" cstate="print"/>
          <a:stretch>
            <a:fillRect/>
          </a:stretch>
        </p:blipFill>
        <p:spPr>
          <a:xfrm>
            <a:off x="7072793" y="2679380"/>
            <a:ext cx="329213" cy="292633"/>
          </a:xfrm>
          <a:prstGeom prst="rect">
            <a:avLst/>
          </a:prstGeom>
        </p:spPr>
      </p:pic>
      <p:sp>
        <p:nvSpPr>
          <p:cNvPr id="71" name="TextBox 70">
            <a:extLst>
              <a:ext uri="{FF2B5EF4-FFF2-40B4-BE49-F238E27FC236}">
                <a16:creationId xmlns:a16="http://schemas.microsoft.com/office/drawing/2014/main" id="{D5D88554-82C0-2A65-502F-E4D35856E979}"/>
              </a:ext>
            </a:extLst>
          </p:cNvPr>
          <p:cNvSpPr txBox="1"/>
          <p:nvPr/>
        </p:nvSpPr>
        <p:spPr>
          <a:xfrm>
            <a:off x="7053611" y="3201360"/>
            <a:ext cx="301686" cy="369332"/>
          </a:xfrm>
          <a:prstGeom prst="rect">
            <a:avLst/>
          </a:prstGeom>
          <a:noFill/>
        </p:spPr>
        <p:txBody>
          <a:bodyPr wrap="none" rtlCol="0">
            <a:spAutoFit/>
          </a:bodyPr>
          <a:lstStyle/>
          <a:p>
            <a:r>
              <a:rPr lang="en-US" dirty="0"/>
              <a:t>2</a:t>
            </a:r>
          </a:p>
        </p:txBody>
      </p:sp>
      <p:sp>
        <p:nvSpPr>
          <p:cNvPr id="72" name="TextBox 71">
            <a:extLst>
              <a:ext uri="{FF2B5EF4-FFF2-40B4-BE49-F238E27FC236}">
                <a16:creationId xmlns:a16="http://schemas.microsoft.com/office/drawing/2014/main" id="{18887C12-B9A5-2848-6CA0-9B107E3A2869}"/>
              </a:ext>
            </a:extLst>
          </p:cNvPr>
          <p:cNvSpPr txBox="1"/>
          <p:nvPr/>
        </p:nvSpPr>
        <p:spPr>
          <a:xfrm>
            <a:off x="7114969" y="3685372"/>
            <a:ext cx="301686" cy="369332"/>
          </a:xfrm>
          <a:prstGeom prst="rect">
            <a:avLst/>
          </a:prstGeom>
          <a:noFill/>
        </p:spPr>
        <p:txBody>
          <a:bodyPr wrap="none" rtlCol="0">
            <a:spAutoFit/>
          </a:bodyPr>
          <a:lstStyle/>
          <a:p>
            <a:r>
              <a:rPr lang="en-US" dirty="0"/>
              <a:t>0</a:t>
            </a:r>
          </a:p>
        </p:txBody>
      </p:sp>
      <p:sp>
        <p:nvSpPr>
          <p:cNvPr id="73" name="TextBox 72">
            <a:extLst>
              <a:ext uri="{FF2B5EF4-FFF2-40B4-BE49-F238E27FC236}">
                <a16:creationId xmlns:a16="http://schemas.microsoft.com/office/drawing/2014/main" id="{CF1D0745-2C6D-B640-43EB-B6D6B0FAC359}"/>
              </a:ext>
            </a:extLst>
          </p:cNvPr>
          <p:cNvSpPr txBox="1"/>
          <p:nvPr/>
        </p:nvSpPr>
        <p:spPr>
          <a:xfrm>
            <a:off x="7100320" y="4154134"/>
            <a:ext cx="301686" cy="369332"/>
          </a:xfrm>
          <a:prstGeom prst="rect">
            <a:avLst/>
          </a:prstGeom>
          <a:noFill/>
        </p:spPr>
        <p:txBody>
          <a:bodyPr wrap="none" rtlCol="0">
            <a:spAutoFit/>
          </a:bodyPr>
          <a:lstStyle/>
          <a:p>
            <a:r>
              <a:rPr lang="en-US" dirty="0"/>
              <a:t>3</a:t>
            </a:r>
          </a:p>
        </p:txBody>
      </p:sp>
      <p:sp>
        <p:nvSpPr>
          <p:cNvPr id="74" name="TextBox 73">
            <a:extLst>
              <a:ext uri="{FF2B5EF4-FFF2-40B4-BE49-F238E27FC236}">
                <a16:creationId xmlns:a16="http://schemas.microsoft.com/office/drawing/2014/main" id="{A5176A92-5BA3-3E03-1D06-69C5C440D009}"/>
              </a:ext>
            </a:extLst>
          </p:cNvPr>
          <p:cNvSpPr txBox="1"/>
          <p:nvPr/>
        </p:nvSpPr>
        <p:spPr>
          <a:xfrm>
            <a:off x="7059379" y="5222989"/>
            <a:ext cx="328936" cy="369332"/>
          </a:xfrm>
          <a:prstGeom prst="rect">
            <a:avLst/>
          </a:prstGeom>
          <a:noFill/>
        </p:spPr>
        <p:txBody>
          <a:bodyPr wrap="none" rtlCol="0">
            <a:spAutoFit/>
          </a:bodyPr>
          <a:lstStyle/>
          <a:p>
            <a:r>
              <a:rPr lang="en-US" dirty="0"/>
              <a:t>H</a:t>
            </a:r>
          </a:p>
        </p:txBody>
      </p:sp>
      <p:pic>
        <p:nvPicPr>
          <p:cNvPr id="75" name="Picture 74">
            <a:extLst>
              <a:ext uri="{FF2B5EF4-FFF2-40B4-BE49-F238E27FC236}">
                <a16:creationId xmlns:a16="http://schemas.microsoft.com/office/drawing/2014/main" id="{B43D4438-9163-3F21-0F46-6B2F1A558727}"/>
              </a:ext>
            </a:extLst>
          </p:cNvPr>
          <p:cNvPicPr>
            <a:picLocks noChangeAspect="1"/>
          </p:cNvPicPr>
          <p:nvPr/>
        </p:nvPicPr>
        <p:blipFill>
          <a:blip r:embed="rId16" cstate="print"/>
          <a:stretch>
            <a:fillRect/>
          </a:stretch>
        </p:blipFill>
        <p:spPr>
          <a:xfrm>
            <a:off x="7462297" y="2688538"/>
            <a:ext cx="329213" cy="292633"/>
          </a:xfrm>
          <a:prstGeom prst="rect">
            <a:avLst/>
          </a:prstGeom>
        </p:spPr>
      </p:pic>
      <p:sp>
        <p:nvSpPr>
          <p:cNvPr id="76" name="TextBox 75">
            <a:extLst>
              <a:ext uri="{FF2B5EF4-FFF2-40B4-BE49-F238E27FC236}">
                <a16:creationId xmlns:a16="http://schemas.microsoft.com/office/drawing/2014/main" id="{BF330772-FA2B-46B4-2941-D20F89E48B60}"/>
              </a:ext>
            </a:extLst>
          </p:cNvPr>
          <p:cNvSpPr txBox="1"/>
          <p:nvPr/>
        </p:nvSpPr>
        <p:spPr>
          <a:xfrm>
            <a:off x="7422318" y="3183825"/>
            <a:ext cx="301686" cy="369332"/>
          </a:xfrm>
          <a:prstGeom prst="rect">
            <a:avLst/>
          </a:prstGeom>
          <a:noFill/>
        </p:spPr>
        <p:txBody>
          <a:bodyPr wrap="none" rtlCol="0">
            <a:spAutoFit/>
          </a:bodyPr>
          <a:lstStyle/>
          <a:p>
            <a:r>
              <a:rPr lang="en-US" dirty="0"/>
              <a:t>2</a:t>
            </a:r>
          </a:p>
        </p:txBody>
      </p:sp>
      <p:sp>
        <p:nvSpPr>
          <p:cNvPr id="77" name="TextBox 76">
            <a:extLst>
              <a:ext uri="{FF2B5EF4-FFF2-40B4-BE49-F238E27FC236}">
                <a16:creationId xmlns:a16="http://schemas.microsoft.com/office/drawing/2014/main" id="{2FE37F83-D090-09CA-74AD-D76EF263BB92}"/>
              </a:ext>
            </a:extLst>
          </p:cNvPr>
          <p:cNvSpPr txBox="1"/>
          <p:nvPr/>
        </p:nvSpPr>
        <p:spPr>
          <a:xfrm>
            <a:off x="7467689" y="3706686"/>
            <a:ext cx="301686" cy="369332"/>
          </a:xfrm>
          <a:prstGeom prst="rect">
            <a:avLst/>
          </a:prstGeom>
          <a:noFill/>
        </p:spPr>
        <p:txBody>
          <a:bodyPr wrap="none" rtlCol="0">
            <a:spAutoFit/>
          </a:bodyPr>
          <a:lstStyle/>
          <a:p>
            <a:r>
              <a:rPr lang="en-US" dirty="0"/>
              <a:t>0</a:t>
            </a:r>
          </a:p>
        </p:txBody>
      </p:sp>
      <p:sp>
        <p:nvSpPr>
          <p:cNvPr id="78" name="TextBox 77">
            <a:extLst>
              <a:ext uri="{FF2B5EF4-FFF2-40B4-BE49-F238E27FC236}">
                <a16:creationId xmlns:a16="http://schemas.microsoft.com/office/drawing/2014/main" id="{4178CE1E-50C3-035D-6A96-76C3B9549943}"/>
              </a:ext>
            </a:extLst>
          </p:cNvPr>
          <p:cNvSpPr txBox="1"/>
          <p:nvPr/>
        </p:nvSpPr>
        <p:spPr>
          <a:xfrm>
            <a:off x="7489824" y="4145057"/>
            <a:ext cx="301686" cy="369332"/>
          </a:xfrm>
          <a:prstGeom prst="rect">
            <a:avLst/>
          </a:prstGeom>
          <a:noFill/>
        </p:spPr>
        <p:txBody>
          <a:bodyPr wrap="none" rtlCol="0">
            <a:spAutoFit/>
          </a:bodyPr>
          <a:lstStyle/>
          <a:p>
            <a:r>
              <a:rPr lang="en-US" dirty="0"/>
              <a:t>1</a:t>
            </a:r>
          </a:p>
        </p:txBody>
      </p:sp>
      <p:sp>
        <p:nvSpPr>
          <p:cNvPr id="79" name="TextBox 78">
            <a:extLst>
              <a:ext uri="{FF2B5EF4-FFF2-40B4-BE49-F238E27FC236}">
                <a16:creationId xmlns:a16="http://schemas.microsoft.com/office/drawing/2014/main" id="{296E60DE-D7AD-988F-3BB2-18162A081E95}"/>
              </a:ext>
            </a:extLst>
          </p:cNvPr>
          <p:cNvSpPr txBox="1"/>
          <p:nvPr/>
        </p:nvSpPr>
        <p:spPr>
          <a:xfrm>
            <a:off x="7506687" y="5268764"/>
            <a:ext cx="290464" cy="369332"/>
          </a:xfrm>
          <a:prstGeom prst="rect">
            <a:avLst/>
          </a:prstGeom>
          <a:noFill/>
        </p:spPr>
        <p:txBody>
          <a:bodyPr wrap="none" rtlCol="0">
            <a:spAutoFit/>
          </a:bodyPr>
          <a:lstStyle/>
          <a:p>
            <a:r>
              <a:rPr lang="en-US" dirty="0"/>
              <a:t>F</a:t>
            </a:r>
          </a:p>
        </p:txBody>
      </p:sp>
      <p:pic>
        <p:nvPicPr>
          <p:cNvPr id="80" name="Picture 79">
            <a:extLst>
              <a:ext uri="{FF2B5EF4-FFF2-40B4-BE49-F238E27FC236}">
                <a16:creationId xmlns:a16="http://schemas.microsoft.com/office/drawing/2014/main" id="{D3957694-0DA5-7E59-9E49-E0621EED67C8}"/>
              </a:ext>
            </a:extLst>
          </p:cNvPr>
          <p:cNvPicPr>
            <a:picLocks noChangeAspect="1"/>
          </p:cNvPicPr>
          <p:nvPr/>
        </p:nvPicPr>
        <p:blipFill>
          <a:blip r:embed="rId17" cstate="print"/>
          <a:stretch>
            <a:fillRect/>
          </a:stretch>
        </p:blipFill>
        <p:spPr>
          <a:xfrm>
            <a:off x="7880027" y="2675650"/>
            <a:ext cx="329213" cy="292633"/>
          </a:xfrm>
          <a:prstGeom prst="rect">
            <a:avLst/>
          </a:prstGeom>
        </p:spPr>
      </p:pic>
      <p:sp>
        <p:nvSpPr>
          <p:cNvPr id="81" name="TextBox 80">
            <a:extLst>
              <a:ext uri="{FF2B5EF4-FFF2-40B4-BE49-F238E27FC236}">
                <a16:creationId xmlns:a16="http://schemas.microsoft.com/office/drawing/2014/main" id="{21D099CE-B984-FD7E-9C07-D94F2B4DBD7A}"/>
              </a:ext>
            </a:extLst>
          </p:cNvPr>
          <p:cNvSpPr txBox="1"/>
          <p:nvPr/>
        </p:nvSpPr>
        <p:spPr>
          <a:xfrm>
            <a:off x="7895618" y="3189244"/>
            <a:ext cx="301686" cy="369332"/>
          </a:xfrm>
          <a:prstGeom prst="rect">
            <a:avLst/>
          </a:prstGeom>
          <a:noFill/>
        </p:spPr>
        <p:txBody>
          <a:bodyPr wrap="none" rtlCol="0">
            <a:spAutoFit/>
          </a:bodyPr>
          <a:lstStyle/>
          <a:p>
            <a:r>
              <a:rPr lang="en-US" dirty="0"/>
              <a:t>2</a:t>
            </a:r>
          </a:p>
        </p:txBody>
      </p:sp>
      <p:sp>
        <p:nvSpPr>
          <p:cNvPr id="82" name="TextBox 81">
            <a:extLst>
              <a:ext uri="{FF2B5EF4-FFF2-40B4-BE49-F238E27FC236}">
                <a16:creationId xmlns:a16="http://schemas.microsoft.com/office/drawing/2014/main" id="{6A2ED5AD-FE27-9394-5641-FA2D56D37414}"/>
              </a:ext>
            </a:extLst>
          </p:cNvPr>
          <p:cNvSpPr txBox="1"/>
          <p:nvPr/>
        </p:nvSpPr>
        <p:spPr>
          <a:xfrm>
            <a:off x="7864840" y="3704110"/>
            <a:ext cx="301686" cy="369332"/>
          </a:xfrm>
          <a:prstGeom prst="rect">
            <a:avLst/>
          </a:prstGeom>
          <a:noFill/>
        </p:spPr>
        <p:txBody>
          <a:bodyPr wrap="none" rtlCol="0">
            <a:spAutoFit/>
          </a:bodyPr>
          <a:lstStyle/>
          <a:p>
            <a:r>
              <a:rPr lang="en-US" dirty="0"/>
              <a:t>0</a:t>
            </a:r>
          </a:p>
        </p:txBody>
      </p:sp>
      <p:sp>
        <p:nvSpPr>
          <p:cNvPr id="83" name="TextBox 82">
            <a:extLst>
              <a:ext uri="{FF2B5EF4-FFF2-40B4-BE49-F238E27FC236}">
                <a16:creationId xmlns:a16="http://schemas.microsoft.com/office/drawing/2014/main" id="{F17C639C-2D04-3B79-7347-44E5C60775B5}"/>
              </a:ext>
            </a:extLst>
          </p:cNvPr>
          <p:cNvSpPr txBox="1"/>
          <p:nvPr/>
        </p:nvSpPr>
        <p:spPr>
          <a:xfrm>
            <a:off x="7860712" y="4145057"/>
            <a:ext cx="301686" cy="369332"/>
          </a:xfrm>
          <a:prstGeom prst="rect">
            <a:avLst/>
          </a:prstGeom>
          <a:noFill/>
        </p:spPr>
        <p:txBody>
          <a:bodyPr wrap="none" rtlCol="0">
            <a:spAutoFit/>
          </a:bodyPr>
          <a:lstStyle/>
          <a:p>
            <a:r>
              <a:rPr lang="en-US" dirty="0"/>
              <a:t>1</a:t>
            </a:r>
          </a:p>
        </p:txBody>
      </p:sp>
      <p:sp>
        <p:nvSpPr>
          <p:cNvPr id="84" name="TextBox 83">
            <a:extLst>
              <a:ext uri="{FF2B5EF4-FFF2-40B4-BE49-F238E27FC236}">
                <a16:creationId xmlns:a16="http://schemas.microsoft.com/office/drawing/2014/main" id="{85A8B336-9B6B-A733-0947-0AFBD92B8EC3}"/>
              </a:ext>
            </a:extLst>
          </p:cNvPr>
          <p:cNvSpPr txBox="1"/>
          <p:nvPr/>
        </p:nvSpPr>
        <p:spPr>
          <a:xfrm>
            <a:off x="7906840" y="5268764"/>
            <a:ext cx="328936" cy="369332"/>
          </a:xfrm>
          <a:prstGeom prst="rect">
            <a:avLst/>
          </a:prstGeom>
          <a:noFill/>
        </p:spPr>
        <p:txBody>
          <a:bodyPr wrap="none" rtlCol="0">
            <a:spAutoFit/>
          </a:bodyPr>
          <a:lstStyle/>
          <a:p>
            <a:r>
              <a:rPr lang="en-US" dirty="0"/>
              <a:t>H</a:t>
            </a:r>
          </a:p>
        </p:txBody>
      </p:sp>
      <p:pic>
        <p:nvPicPr>
          <p:cNvPr id="85" name="Picture 84">
            <a:extLst>
              <a:ext uri="{FF2B5EF4-FFF2-40B4-BE49-F238E27FC236}">
                <a16:creationId xmlns:a16="http://schemas.microsoft.com/office/drawing/2014/main" id="{6FDF0EEB-9916-A977-585B-4D1AA7AACC8A}"/>
              </a:ext>
            </a:extLst>
          </p:cNvPr>
          <p:cNvPicPr>
            <a:picLocks noChangeAspect="1"/>
          </p:cNvPicPr>
          <p:nvPr/>
        </p:nvPicPr>
        <p:blipFill>
          <a:blip r:embed="rId18" cstate="print"/>
          <a:stretch>
            <a:fillRect/>
          </a:stretch>
        </p:blipFill>
        <p:spPr>
          <a:xfrm>
            <a:off x="8326318" y="2692260"/>
            <a:ext cx="329213" cy="292633"/>
          </a:xfrm>
          <a:prstGeom prst="rect">
            <a:avLst/>
          </a:prstGeom>
        </p:spPr>
      </p:pic>
      <p:sp>
        <p:nvSpPr>
          <p:cNvPr id="86" name="TextBox 85">
            <a:extLst>
              <a:ext uri="{FF2B5EF4-FFF2-40B4-BE49-F238E27FC236}">
                <a16:creationId xmlns:a16="http://schemas.microsoft.com/office/drawing/2014/main" id="{877BC22C-0D5C-355A-E7C3-ECE9DD268016}"/>
              </a:ext>
            </a:extLst>
          </p:cNvPr>
          <p:cNvSpPr txBox="1"/>
          <p:nvPr/>
        </p:nvSpPr>
        <p:spPr>
          <a:xfrm>
            <a:off x="8293176" y="3192175"/>
            <a:ext cx="301686" cy="369332"/>
          </a:xfrm>
          <a:prstGeom prst="rect">
            <a:avLst/>
          </a:prstGeom>
          <a:noFill/>
        </p:spPr>
        <p:txBody>
          <a:bodyPr wrap="none" rtlCol="0">
            <a:spAutoFit/>
          </a:bodyPr>
          <a:lstStyle/>
          <a:p>
            <a:r>
              <a:rPr lang="en-US" dirty="0"/>
              <a:t>2</a:t>
            </a:r>
          </a:p>
        </p:txBody>
      </p:sp>
      <p:sp>
        <p:nvSpPr>
          <p:cNvPr id="87" name="TextBox 86">
            <a:extLst>
              <a:ext uri="{FF2B5EF4-FFF2-40B4-BE49-F238E27FC236}">
                <a16:creationId xmlns:a16="http://schemas.microsoft.com/office/drawing/2014/main" id="{3DFA4979-F10F-7AA9-BAE6-1AD87A60FE31}"/>
              </a:ext>
            </a:extLst>
          </p:cNvPr>
          <p:cNvSpPr txBox="1"/>
          <p:nvPr/>
        </p:nvSpPr>
        <p:spPr>
          <a:xfrm>
            <a:off x="8326318" y="3693944"/>
            <a:ext cx="301686" cy="369332"/>
          </a:xfrm>
          <a:prstGeom prst="rect">
            <a:avLst/>
          </a:prstGeom>
          <a:noFill/>
        </p:spPr>
        <p:txBody>
          <a:bodyPr wrap="none" rtlCol="0">
            <a:spAutoFit/>
          </a:bodyPr>
          <a:lstStyle/>
          <a:p>
            <a:r>
              <a:rPr lang="en-US" dirty="0"/>
              <a:t>0</a:t>
            </a:r>
          </a:p>
        </p:txBody>
      </p:sp>
      <p:sp>
        <p:nvSpPr>
          <p:cNvPr id="88" name="TextBox 87">
            <a:extLst>
              <a:ext uri="{FF2B5EF4-FFF2-40B4-BE49-F238E27FC236}">
                <a16:creationId xmlns:a16="http://schemas.microsoft.com/office/drawing/2014/main" id="{A1281982-9052-D84F-18D4-46E9BAD40695}"/>
              </a:ext>
            </a:extLst>
          </p:cNvPr>
          <p:cNvSpPr txBox="1"/>
          <p:nvPr/>
        </p:nvSpPr>
        <p:spPr>
          <a:xfrm>
            <a:off x="8280297" y="4145057"/>
            <a:ext cx="301686" cy="369332"/>
          </a:xfrm>
          <a:prstGeom prst="rect">
            <a:avLst/>
          </a:prstGeom>
          <a:noFill/>
        </p:spPr>
        <p:txBody>
          <a:bodyPr wrap="none" rtlCol="0">
            <a:spAutoFit/>
          </a:bodyPr>
          <a:lstStyle/>
          <a:p>
            <a:r>
              <a:rPr lang="en-US" dirty="0"/>
              <a:t>1</a:t>
            </a:r>
          </a:p>
        </p:txBody>
      </p:sp>
      <p:sp>
        <p:nvSpPr>
          <p:cNvPr id="89" name="TextBox 88">
            <a:extLst>
              <a:ext uri="{FF2B5EF4-FFF2-40B4-BE49-F238E27FC236}">
                <a16:creationId xmlns:a16="http://schemas.microsoft.com/office/drawing/2014/main" id="{584D2645-4613-31AA-15F1-7C93A7DD40EA}"/>
              </a:ext>
            </a:extLst>
          </p:cNvPr>
          <p:cNvSpPr txBox="1"/>
          <p:nvPr/>
        </p:nvSpPr>
        <p:spPr>
          <a:xfrm>
            <a:off x="8326595" y="5268764"/>
            <a:ext cx="328936" cy="369332"/>
          </a:xfrm>
          <a:prstGeom prst="rect">
            <a:avLst/>
          </a:prstGeom>
          <a:noFill/>
        </p:spPr>
        <p:txBody>
          <a:bodyPr wrap="none" rtlCol="0">
            <a:spAutoFit/>
          </a:bodyPr>
          <a:lstStyle/>
          <a:p>
            <a:r>
              <a:rPr lang="en-US" dirty="0"/>
              <a:t>H</a:t>
            </a:r>
          </a:p>
        </p:txBody>
      </p:sp>
      <p:pic>
        <p:nvPicPr>
          <p:cNvPr id="90" name="Picture 89">
            <a:extLst>
              <a:ext uri="{FF2B5EF4-FFF2-40B4-BE49-F238E27FC236}">
                <a16:creationId xmlns:a16="http://schemas.microsoft.com/office/drawing/2014/main" id="{0D0A3091-BDDA-03E4-89F4-C9533ECB5E20}"/>
              </a:ext>
            </a:extLst>
          </p:cNvPr>
          <p:cNvPicPr>
            <a:picLocks noChangeAspect="1"/>
          </p:cNvPicPr>
          <p:nvPr/>
        </p:nvPicPr>
        <p:blipFill>
          <a:blip r:embed="rId19" cstate="print"/>
          <a:stretch>
            <a:fillRect/>
          </a:stretch>
        </p:blipFill>
        <p:spPr>
          <a:xfrm>
            <a:off x="8702411" y="2661558"/>
            <a:ext cx="329213" cy="292633"/>
          </a:xfrm>
          <a:prstGeom prst="rect">
            <a:avLst/>
          </a:prstGeom>
        </p:spPr>
      </p:pic>
      <p:sp>
        <p:nvSpPr>
          <p:cNvPr id="91" name="TextBox 90">
            <a:extLst>
              <a:ext uri="{FF2B5EF4-FFF2-40B4-BE49-F238E27FC236}">
                <a16:creationId xmlns:a16="http://schemas.microsoft.com/office/drawing/2014/main" id="{381527A1-7687-4F3E-0F40-DABDFA7976D3}"/>
              </a:ext>
            </a:extLst>
          </p:cNvPr>
          <p:cNvSpPr txBox="1"/>
          <p:nvPr/>
        </p:nvSpPr>
        <p:spPr>
          <a:xfrm>
            <a:off x="8655531" y="3201360"/>
            <a:ext cx="301686" cy="369332"/>
          </a:xfrm>
          <a:prstGeom prst="rect">
            <a:avLst/>
          </a:prstGeom>
          <a:noFill/>
        </p:spPr>
        <p:txBody>
          <a:bodyPr wrap="none" rtlCol="0">
            <a:spAutoFit/>
          </a:bodyPr>
          <a:lstStyle/>
          <a:p>
            <a:r>
              <a:rPr lang="en-US" dirty="0"/>
              <a:t>2</a:t>
            </a:r>
          </a:p>
        </p:txBody>
      </p:sp>
      <p:sp>
        <p:nvSpPr>
          <p:cNvPr id="92" name="TextBox 91">
            <a:extLst>
              <a:ext uri="{FF2B5EF4-FFF2-40B4-BE49-F238E27FC236}">
                <a16:creationId xmlns:a16="http://schemas.microsoft.com/office/drawing/2014/main" id="{B36DE3E2-B415-3BED-5FE7-CFA38C02A29F}"/>
              </a:ext>
            </a:extLst>
          </p:cNvPr>
          <p:cNvSpPr txBox="1"/>
          <p:nvPr/>
        </p:nvSpPr>
        <p:spPr>
          <a:xfrm>
            <a:off x="8716175" y="3685372"/>
            <a:ext cx="301686" cy="369332"/>
          </a:xfrm>
          <a:prstGeom prst="rect">
            <a:avLst/>
          </a:prstGeom>
          <a:noFill/>
        </p:spPr>
        <p:txBody>
          <a:bodyPr wrap="none" rtlCol="0">
            <a:spAutoFit/>
          </a:bodyPr>
          <a:lstStyle/>
          <a:p>
            <a:r>
              <a:rPr lang="en-US" dirty="0"/>
              <a:t>0</a:t>
            </a:r>
          </a:p>
        </p:txBody>
      </p:sp>
      <p:sp>
        <p:nvSpPr>
          <p:cNvPr id="93" name="TextBox 92">
            <a:extLst>
              <a:ext uri="{FF2B5EF4-FFF2-40B4-BE49-F238E27FC236}">
                <a16:creationId xmlns:a16="http://schemas.microsoft.com/office/drawing/2014/main" id="{7916B761-F58F-99CC-0F13-31DABAB0E0EF}"/>
              </a:ext>
            </a:extLst>
          </p:cNvPr>
          <p:cNvSpPr txBox="1"/>
          <p:nvPr/>
        </p:nvSpPr>
        <p:spPr>
          <a:xfrm>
            <a:off x="8699882" y="4145057"/>
            <a:ext cx="301686" cy="369332"/>
          </a:xfrm>
          <a:prstGeom prst="rect">
            <a:avLst/>
          </a:prstGeom>
          <a:noFill/>
        </p:spPr>
        <p:txBody>
          <a:bodyPr wrap="none" rtlCol="0">
            <a:spAutoFit/>
          </a:bodyPr>
          <a:lstStyle/>
          <a:p>
            <a:r>
              <a:rPr lang="en-US" dirty="0"/>
              <a:t>1</a:t>
            </a:r>
          </a:p>
        </p:txBody>
      </p:sp>
      <p:pic>
        <p:nvPicPr>
          <p:cNvPr id="94" name="Picture 93">
            <a:extLst>
              <a:ext uri="{FF2B5EF4-FFF2-40B4-BE49-F238E27FC236}">
                <a16:creationId xmlns:a16="http://schemas.microsoft.com/office/drawing/2014/main" id="{19F3E30F-33E3-26D5-AD80-040223D3E898}"/>
              </a:ext>
            </a:extLst>
          </p:cNvPr>
          <p:cNvPicPr>
            <a:picLocks noChangeAspect="1"/>
          </p:cNvPicPr>
          <p:nvPr/>
        </p:nvPicPr>
        <p:blipFill>
          <a:blip r:embed="rId20" cstate="print"/>
          <a:stretch>
            <a:fillRect/>
          </a:stretch>
        </p:blipFill>
        <p:spPr>
          <a:xfrm>
            <a:off x="9103696" y="2692259"/>
            <a:ext cx="329213" cy="292633"/>
          </a:xfrm>
          <a:prstGeom prst="rect">
            <a:avLst/>
          </a:prstGeom>
        </p:spPr>
      </p:pic>
      <p:sp>
        <p:nvSpPr>
          <p:cNvPr id="95" name="TextBox 94">
            <a:extLst>
              <a:ext uri="{FF2B5EF4-FFF2-40B4-BE49-F238E27FC236}">
                <a16:creationId xmlns:a16="http://schemas.microsoft.com/office/drawing/2014/main" id="{4969E18B-1EFA-2F9C-C3D2-4D6EAFE5FD52}"/>
              </a:ext>
            </a:extLst>
          </p:cNvPr>
          <p:cNvSpPr txBox="1"/>
          <p:nvPr/>
        </p:nvSpPr>
        <p:spPr>
          <a:xfrm>
            <a:off x="9049560" y="3201360"/>
            <a:ext cx="301686" cy="369332"/>
          </a:xfrm>
          <a:prstGeom prst="rect">
            <a:avLst/>
          </a:prstGeom>
          <a:noFill/>
        </p:spPr>
        <p:txBody>
          <a:bodyPr wrap="none" rtlCol="0">
            <a:spAutoFit/>
          </a:bodyPr>
          <a:lstStyle/>
          <a:p>
            <a:r>
              <a:rPr lang="en-US" dirty="0"/>
              <a:t>7</a:t>
            </a:r>
          </a:p>
        </p:txBody>
      </p:sp>
      <p:sp>
        <p:nvSpPr>
          <p:cNvPr id="96" name="TextBox 95">
            <a:extLst>
              <a:ext uri="{FF2B5EF4-FFF2-40B4-BE49-F238E27FC236}">
                <a16:creationId xmlns:a16="http://schemas.microsoft.com/office/drawing/2014/main" id="{05999D0F-0DD7-005C-C7F0-D1372BC69D30}"/>
              </a:ext>
            </a:extLst>
          </p:cNvPr>
          <p:cNvSpPr txBox="1"/>
          <p:nvPr/>
        </p:nvSpPr>
        <p:spPr>
          <a:xfrm>
            <a:off x="9103696" y="3685372"/>
            <a:ext cx="301686" cy="369332"/>
          </a:xfrm>
          <a:prstGeom prst="rect">
            <a:avLst/>
          </a:prstGeom>
          <a:noFill/>
        </p:spPr>
        <p:txBody>
          <a:bodyPr wrap="none" rtlCol="0">
            <a:spAutoFit/>
          </a:bodyPr>
          <a:lstStyle/>
          <a:p>
            <a:r>
              <a:rPr lang="en-US" dirty="0"/>
              <a:t>0</a:t>
            </a:r>
          </a:p>
        </p:txBody>
      </p:sp>
      <p:sp>
        <p:nvSpPr>
          <p:cNvPr id="97" name="TextBox 96">
            <a:extLst>
              <a:ext uri="{FF2B5EF4-FFF2-40B4-BE49-F238E27FC236}">
                <a16:creationId xmlns:a16="http://schemas.microsoft.com/office/drawing/2014/main" id="{90F4135B-B50B-BAA3-480B-04D841E8A001}"/>
              </a:ext>
            </a:extLst>
          </p:cNvPr>
          <p:cNvSpPr txBox="1"/>
          <p:nvPr/>
        </p:nvSpPr>
        <p:spPr>
          <a:xfrm>
            <a:off x="9136763" y="4145057"/>
            <a:ext cx="301686" cy="369332"/>
          </a:xfrm>
          <a:prstGeom prst="rect">
            <a:avLst/>
          </a:prstGeom>
          <a:noFill/>
        </p:spPr>
        <p:txBody>
          <a:bodyPr wrap="none" rtlCol="0">
            <a:spAutoFit/>
          </a:bodyPr>
          <a:lstStyle/>
          <a:p>
            <a:r>
              <a:rPr lang="en-US" dirty="0"/>
              <a:t>1</a:t>
            </a:r>
          </a:p>
        </p:txBody>
      </p:sp>
      <p:sp>
        <p:nvSpPr>
          <p:cNvPr id="98" name="TextBox 97">
            <a:extLst>
              <a:ext uri="{FF2B5EF4-FFF2-40B4-BE49-F238E27FC236}">
                <a16:creationId xmlns:a16="http://schemas.microsoft.com/office/drawing/2014/main" id="{117CCA5B-A148-D88D-B8C9-9714CA71A0BA}"/>
              </a:ext>
            </a:extLst>
          </p:cNvPr>
          <p:cNvSpPr txBox="1"/>
          <p:nvPr/>
        </p:nvSpPr>
        <p:spPr>
          <a:xfrm>
            <a:off x="8688925" y="5286143"/>
            <a:ext cx="328936" cy="369332"/>
          </a:xfrm>
          <a:prstGeom prst="rect">
            <a:avLst/>
          </a:prstGeom>
          <a:noFill/>
        </p:spPr>
        <p:txBody>
          <a:bodyPr wrap="none" rtlCol="0">
            <a:spAutoFit/>
          </a:bodyPr>
          <a:lstStyle/>
          <a:p>
            <a:r>
              <a:rPr lang="en-US" dirty="0"/>
              <a:t>H</a:t>
            </a:r>
          </a:p>
        </p:txBody>
      </p:sp>
      <p:sp>
        <p:nvSpPr>
          <p:cNvPr id="99" name="TextBox 98">
            <a:extLst>
              <a:ext uri="{FF2B5EF4-FFF2-40B4-BE49-F238E27FC236}">
                <a16:creationId xmlns:a16="http://schemas.microsoft.com/office/drawing/2014/main" id="{362F7DBE-0573-2B9A-CF95-990EC995306B}"/>
              </a:ext>
            </a:extLst>
          </p:cNvPr>
          <p:cNvSpPr txBox="1"/>
          <p:nvPr/>
        </p:nvSpPr>
        <p:spPr>
          <a:xfrm>
            <a:off x="9068547" y="5293712"/>
            <a:ext cx="290464" cy="369332"/>
          </a:xfrm>
          <a:prstGeom prst="rect">
            <a:avLst/>
          </a:prstGeom>
          <a:noFill/>
        </p:spPr>
        <p:txBody>
          <a:bodyPr wrap="none" rtlCol="0">
            <a:spAutoFit/>
          </a:bodyPr>
          <a:lstStyle/>
          <a:p>
            <a:r>
              <a:rPr lang="en-US" dirty="0"/>
              <a:t>F</a:t>
            </a:r>
          </a:p>
        </p:txBody>
      </p:sp>
      <p:pic>
        <p:nvPicPr>
          <p:cNvPr id="100" name="Picture 99">
            <a:extLst>
              <a:ext uri="{FF2B5EF4-FFF2-40B4-BE49-F238E27FC236}">
                <a16:creationId xmlns:a16="http://schemas.microsoft.com/office/drawing/2014/main" id="{E3D2E742-6AF0-A478-984A-A79AF834B09C}"/>
              </a:ext>
            </a:extLst>
          </p:cNvPr>
          <p:cNvPicPr>
            <a:picLocks noChangeAspect="1"/>
          </p:cNvPicPr>
          <p:nvPr/>
        </p:nvPicPr>
        <p:blipFill>
          <a:blip r:embed="rId20" cstate="print"/>
          <a:stretch>
            <a:fillRect/>
          </a:stretch>
        </p:blipFill>
        <p:spPr>
          <a:xfrm>
            <a:off x="9509645" y="2694979"/>
            <a:ext cx="329213" cy="292633"/>
          </a:xfrm>
          <a:prstGeom prst="rect">
            <a:avLst/>
          </a:prstGeom>
        </p:spPr>
      </p:pic>
      <p:pic>
        <p:nvPicPr>
          <p:cNvPr id="101" name="Picture 100">
            <a:extLst>
              <a:ext uri="{FF2B5EF4-FFF2-40B4-BE49-F238E27FC236}">
                <a16:creationId xmlns:a16="http://schemas.microsoft.com/office/drawing/2014/main" id="{4608E91C-252F-1B41-5606-1231386A0031}"/>
              </a:ext>
            </a:extLst>
          </p:cNvPr>
          <p:cNvPicPr>
            <a:picLocks noChangeAspect="1"/>
          </p:cNvPicPr>
          <p:nvPr/>
        </p:nvPicPr>
        <p:blipFill>
          <a:blip r:embed="rId20" cstate="print"/>
          <a:stretch>
            <a:fillRect/>
          </a:stretch>
        </p:blipFill>
        <p:spPr>
          <a:xfrm>
            <a:off x="9883511" y="2692258"/>
            <a:ext cx="329213" cy="292633"/>
          </a:xfrm>
          <a:prstGeom prst="rect">
            <a:avLst/>
          </a:prstGeom>
        </p:spPr>
      </p:pic>
      <p:sp>
        <p:nvSpPr>
          <p:cNvPr id="102" name="TextBox 101">
            <a:extLst>
              <a:ext uri="{FF2B5EF4-FFF2-40B4-BE49-F238E27FC236}">
                <a16:creationId xmlns:a16="http://schemas.microsoft.com/office/drawing/2014/main" id="{040225DA-BE9D-6141-3299-80959A4539F7}"/>
              </a:ext>
            </a:extLst>
          </p:cNvPr>
          <p:cNvSpPr txBox="1"/>
          <p:nvPr/>
        </p:nvSpPr>
        <p:spPr>
          <a:xfrm>
            <a:off x="9507239" y="3201360"/>
            <a:ext cx="301686" cy="369332"/>
          </a:xfrm>
          <a:prstGeom prst="rect">
            <a:avLst/>
          </a:prstGeom>
          <a:noFill/>
        </p:spPr>
        <p:txBody>
          <a:bodyPr wrap="none" rtlCol="0">
            <a:spAutoFit/>
          </a:bodyPr>
          <a:lstStyle/>
          <a:p>
            <a:r>
              <a:rPr lang="en-US" dirty="0"/>
              <a:t>7</a:t>
            </a:r>
          </a:p>
        </p:txBody>
      </p:sp>
      <p:sp>
        <p:nvSpPr>
          <p:cNvPr id="103" name="TextBox 102">
            <a:extLst>
              <a:ext uri="{FF2B5EF4-FFF2-40B4-BE49-F238E27FC236}">
                <a16:creationId xmlns:a16="http://schemas.microsoft.com/office/drawing/2014/main" id="{2C0F07CF-1F29-AE0D-2022-DFB96B92618F}"/>
              </a:ext>
            </a:extLst>
          </p:cNvPr>
          <p:cNvSpPr txBox="1"/>
          <p:nvPr/>
        </p:nvSpPr>
        <p:spPr>
          <a:xfrm>
            <a:off x="9523408" y="3685372"/>
            <a:ext cx="301686" cy="369332"/>
          </a:xfrm>
          <a:prstGeom prst="rect">
            <a:avLst/>
          </a:prstGeom>
          <a:noFill/>
        </p:spPr>
        <p:txBody>
          <a:bodyPr wrap="none" rtlCol="0">
            <a:spAutoFit/>
          </a:bodyPr>
          <a:lstStyle/>
          <a:p>
            <a:r>
              <a:rPr lang="en-US" dirty="0"/>
              <a:t>0</a:t>
            </a:r>
          </a:p>
        </p:txBody>
      </p:sp>
      <p:sp>
        <p:nvSpPr>
          <p:cNvPr id="104" name="TextBox 103">
            <a:extLst>
              <a:ext uri="{FF2B5EF4-FFF2-40B4-BE49-F238E27FC236}">
                <a16:creationId xmlns:a16="http://schemas.microsoft.com/office/drawing/2014/main" id="{0FB86237-F187-0A88-DEA7-92C5334CF493}"/>
              </a:ext>
            </a:extLst>
          </p:cNvPr>
          <p:cNvSpPr txBox="1"/>
          <p:nvPr/>
        </p:nvSpPr>
        <p:spPr>
          <a:xfrm>
            <a:off x="9573644" y="4137094"/>
            <a:ext cx="301686" cy="369332"/>
          </a:xfrm>
          <a:prstGeom prst="rect">
            <a:avLst/>
          </a:prstGeom>
          <a:noFill/>
        </p:spPr>
        <p:txBody>
          <a:bodyPr wrap="none" rtlCol="0">
            <a:spAutoFit/>
          </a:bodyPr>
          <a:lstStyle/>
          <a:p>
            <a:r>
              <a:rPr lang="en-US" dirty="0"/>
              <a:t>1</a:t>
            </a:r>
          </a:p>
        </p:txBody>
      </p:sp>
      <p:sp>
        <p:nvSpPr>
          <p:cNvPr id="105" name="TextBox 104">
            <a:extLst>
              <a:ext uri="{FF2B5EF4-FFF2-40B4-BE49-F238E27FC236}">
                <a16:creationId xmlns:a16="http://schemas.microsoft.com/office/drawing/2014/main" id="{5B436A42-A8C5-CB44-E506-1DD366C1A72B}"/>
              </a:ext>
            </a:extLst>
          </p:cNvPr>
          <p:cNvSpPr txBox="1"/>
          <p:nvPr/>
        </p:nvSpPr>
        <p:spPr>
          <a:xfrm>
            <a:off x="9496552" y="5278121"/>
            <a:ext cx="328936" cy="369332"/>
          </a:xfrm>
          <a:prstGeom prst="rect">
            <a:avLst/>
          </a:prstGeom>
          <a:noFill/>
        </p:spPr>
        <p:txBody>
          <a:bodyPr wrap="none" rtlCol="0">
            <a:spAutoFit/>
          </a:bodyPr>
          <a:lstStyle/>
          <a:p>
            <a:r>
              <a:rPr lang="en-US" dirty="0"/>
              <a:t>H</a:t>
            </a:r>
          </a:p>
        </p:txBody>
      </p:sp>
      <p:sp>
        <p:nvSpPr>
          <p:cNvPr id="106" name="TextBox 105">
            <a:extLst>
              <a:ext uri="{FF2B5EF4-FFF2-40B4-BE49-F238E27FC236}">
                <a16:creationId xmlns:a16="http://schemas.microsoft.com/office/drawing/2014/main" id="{83381A22-4A53-9988-F51C-15A564D2FBD3}"/>
              </a:ext>
            </a:extLst>
          </p:cNvPr>
          <p:cNvSpPr txBox="1"/>
          <p:nvPr/>
        </p:nvSpPr>
        <p:spPr>
          <a:xfrm>
            <a:off x="9875330" y="3201360"/>
            <a:ext cx="301686" cy="369332"/>
          </a:xfrm>
          <a:prstGeom prst="rect">
            <a:avLst/>
          </a:prstGeom>
          <a:noFill/>
        </p:spPr>
        <p:txBody>
          <a:bodyPr wrap="none" rtlCol="0">
            <a:spAutoFit/>
          </a:bodyPr>
          <a:lstStyle/>
          <a:p>
            <a:r>
              <a:rPr lang="en-US" dirty="0"/>
              <a:t>7</a:t>
            </a:r>
          </a:p>
        </p:txBody>
      </p:sp>
      <p:sp>
        <p:nvSpPr>
          <p:cNvPr id="107" name="TextBox 106">
            <a:extLst>
              <a:ext uri="{FF2B5EF4-FFF2-40B4-BE49-F238E27FC236}">
                <a16:creationId xmlns:a16="http://schemas.microsoft.com/office/drawing/2014/main" id="{0B27710B-86AF-D53B-7A91-4C6EDC2FB003}"/>
              </a:ext>
            </a:extLst>
          </p:cNvPr>
          <p:cNvSpPr txBox="1"/>
          <p:nvPr/>
        </p:nvSpPr>
        <p:spPr>
          <a:xfrm>
            <a:off x="9863028" y="3704110"/>
            <a:ext cx="301686" cy="369332"/>
          </a:xfrm>
          <a:prstGeom prst="rect">
            <a:avLst/>
          </a:prstGeom>
          <a:noFill/>
        </p:spPr>
        <p:txBody>
          <a:bodyPr wrap="none" rtlCol="0">
            <a:spAutoFit/>
          </a:bodyPr>
          <a:lstStyle/>
          <a:p>
            <a:r>
              <a:rPr lang="en-US" dirty="0"/>
              <a:t>0</a:t>
            </a:r>
          </a:p>
        </p:txBody>
      </p:sp>
      <p:sp>
        <p:nvSpPr>
          <p:cNvPr id="108" name="TextBox 107">
            <a:extLst>
              <a:ext uri="{FF2B5EF4-FFF2-40B4-BE49-F238E27FC236}">
                <a16:creationId xmlns:a16="http://schemas.microsoft.com/office/drawing/2014/main" id="{D04AB5AF-6CB1-84EE-BBE8-DCAC7FC40A87}"/>
              </a:ext>
            </a:extLst>
          </p:cNvPr>
          <p:cNvSpPr txBox="1"/>
          <p:nvPr/>
        </p:nvSpPr>
        <p:spPr>
          <a:xfrm>
            <a:off x="9860620" y="4155795"/>
            <a:ext cx="301686" cy="369332"/>
          </a:xfrm>
          <a:prstGeom prst="rect">
            <a:avLst/>
          </a:prstGeom>
          <a:noFill/>
        </p:spPr>
        <p:txBody>
          <a:bodyPr wrap="none" rtlCol="0">
            <a:spAutoFit/>
          </a:bodyPr>
          <a:lstStyle/>
          <a:p>
            <a:r>
              <a:rPr lang="en-US" dirty="0"/>
              <a:t>1</a:t>
            </a:r>
          </a:p>
        </p:txBody>
      </p:sp>
      <p:sp>
        <p:nvSpPr>
          <p:cNvPr id="109" name="TextBox 108">
            <a:extLst>
              <a:ext uri="{FF2B5EF4-FFF2-40B4-BE49-F238E27FC236}">
                <a16:creationId xmlns:a16="http://schemas.microsoft.com/office/drawing/2014/main" id="{BF473B41-EE92-580C-4CEC-9560BA5070DA}"/>
              </a:ext>
            </a:extLst>
          </p:cNvPr>
          <p:cNvSpPr txBox="1"/>
          <p:nvPr/>
        </p:nvSpPr>
        <p:spPr>
          <a:xfrm>
            <a:off x="9922260" y="5278121"/>
            <a:ext cx="328936" cy="369332"/>
          </a:xfrm>
          <a:prstGeom prst="rect">
            <a:avLst/>
          </a:prstGeom>
          <a:noFill/>
        </p:spPr>
        <p:txBody>
          <a:bodyPr wrap="none" rtlCol="0">
            <a:spAutoFit/>
          </a:bodyPr>
          <a:lstStyle/>
          <a:p>
            <a:r>
              <a:rPr lang="en-US" dirty="0"/>
              <a:t>H</a:t>
            </a:r>
          </a:p>
        </p:txBody>
      </p:sp>
    </p:spTree>
    <p:extLst>
      <p:ext uri="{BB962C8B-B14F-4D97-AF65-F5344CB8AC3E}">
        <p14:creationId xmlns:p14="http://schemas.microsoft.com/office/powerpoint/2010/main" val="133420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0-#ppt_w/2"/>
                                          </p:val>
                                        </p:tav>
                                        <p:tav tm="100000">
                                          <p:val>
                                            <p:strVal val="#ppt_x"/>
                                          </p:val>
                                        </p:tav>
                                      </p:tavLst>
                                    </p:anim>
                                    <p:anim calcmode="lin" valueType="num">
                                      <p:cBhvr additive="base">
                                        <p:cTn id="26"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0-#ppt_w/2"/>
                                          </p:val>
                                        </p:tav>
                                        <p:tav tm="100000">
                                          <p:val>
                                            <p:strVal val="#ppt_x"/>
                                          </p:val>
                                        </p:tav>
                                      </p:tavLst>
                                    </p:anim>
                                    <p:anim calcmode="lin" valueType="num">
                                      <p:cBhvr additive="base">
                                        <p:cTn id="32"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0-#ppt_w/2"/>
                                          </p:val>
                                        </p:tav>
                                        <p:tav tm="100000">
                                          <p:val>
                                            <p:strVal val="#ppt_x"/>
                                          </p:val>
                                        </p:tav>
                                      </p:tavLst>
                                    </p:anim>
                                    <p:anim calcmode="lin" valueType="num">
                                      <p:cBhvr additive="base">
                                        <p:cTn id="3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0-#ppt_w/2"/>
                                          </p:val>
                                        </p:tav>
                                        <p:tav tm="100000">
                                          <p:val>
                                            <p:strVal val="#ppt_x"/>
                                          </p:val>
                                        </p:tav>
                                      </p:tavLst>
                                    </p:anim>
                                    <p:anim calcmode="lin" valueType="num">
                                      <p:cBhvr additive="base">
                                        <p:cTn id="44"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0-#ppt_w/2"/>
                                          </p:val>
                                        </p:tav>
                                        <p:tav tm="100000">
                                          <p:val>
                                            <p:strVal val="#ppt_x"/>
                                          </p:val>
                                        </p:tav>
                                      </p:tavLst>
                                    </p:anim>
                                    <p:anim calcmode="lin" valueType="num">
                                      <p:cBhvr additive="base">
                                        <p:cTn id="50"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0-#ppt_w/2"/>
                                          </p:val>
                                        </p:tav>
                                        <p:tav tm="100000">
                                          <p:val>
                                            <p:strVal val="#ppt_x"/>
                                          </p:val>
                                        </p:tav>
                                      </p:tavLst>
                                    </p:anim>
                                    <p:anim calcmode="lin" valueType="num">
                                      <p:cBhvr additive="base">
                                        <p:cTn id="56"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0-#ppt_w/2"/>
                                          </p:val>
                                        </p:tav>
                                        <p:tav tm="100000">
                                          <p:val>
                                            <p:strVal val="#ppt_x"/>
                                          </p:val>
                                        </p:tav>
                                      </p:tavLst>
                                    </p:anim>
                                    <p:anim calcmode="lin" valueType="num">
                                      <p:cBhvr additive="base">
                                        <p:cTn id="62"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0-#ppt_w/2"/>
                                          </p:val>
                                        </p:tav>
                                        <p:tav tm="100000">
                                          <p:val>
                                            <p:strVal val="#ppt_x"/>
                                          </p:val>
                                        </p:tav>
                                      </p:tavLst>
                                    </p:anim>
                                    <p:anim calcmode="lin" valueType="num">
                                      <p:cBhvr additive="base">
                                        <p:cTn id="6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21"/>
                                        </p:tgtEl>
                                        <p:attrNameLst>
                                          <p:attrName>style.visibility</p:attrName>
                                        </p:attrNameLst>
                                      </p:cBhvr>
                                      <p:to>
                                        <p:strVal val="visible"/>
                                      </p:to>
                                    </p:set>
                                    <p:anim calcmode="lin" valueType="num">
                                      <p:cBhvr additive="base">
                                        <p:cTn id="73" dur="500" fill="hold"/>
                                        <p:tgtEl>
                                          <p:spTgt spid="21"/>
                                        </p:tgtEl>
                                        <p:attrNameLst>
                                          <p:attrName>ppt_x</p:attrName>
                                        </p:attrNameLst>
                                      </p:cBhvr>
                                      <p:tavLst>
                                        <p:tav tm="0">
                                          <p:val>
                                            <p:strVal val="0-#ppt_w/2"/>
                                          </p:val>
                                        </p:tav>
                                        <p:tav tm="100000">
                                          <p:val>
                                            <p:strVal val="#ppt_x"/>
                                          </p:val>
                                        </p:tav>
                                      </p:tavLst>
                                    </p:anim>
                                    <p:anim calcmode="lin" valueType="num">
                                      <p:cBhvr additive="base">
                                        <p:cTn id="74"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23"/>
                                        </p:tgtEl>
                                        <p:attrNameLst>
                                          <p:attrName>style.visibility</p:attrName>
                                        </p:attrNameLst>
                                      </p:cBhvr>
                                      <p:to>
                                        <p:strVal val="visible"/>
                                      </p:to>
                                    </p:set>
                                    <p:anim calcmode="lin" valueType="num">
                                      <p:cBhvr additive="base">
                                        <p:cTn id="79" dur="500" fill="hold"/>
                                        <p:tgtEl>
                                          <p:spTgt spid="23"/>
                                        </p:tgtEl>
                                        <p:attrNameLst>
                                          <p:attrName>ppt_x</p:attrName>
                                        </p:attrNameLst>
                                      </p:cBhvr>
                                      <p:tavLst>
                                        <p:tav tm="0">
                                          <p:val>
                                            <p:strVal val="0-#ppt_w/2"/>
                                          </p:val>
                                        </p:tav>
                                        <p:tav tm="100000">
                                          <p:val>
                                            <p:strVal val="#ppt_x"/>
                                          </p:val>
                                        </p:tav>
                                      </p:tavLst>
                                    </p:anim>
                                    <p:anim calcmode="lin" valueType="num">
                                      <p:cBhvr additive="base">
                                        <p:cTn id="80"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24"/>
                                        </p:tgtEl>
                                        <p:attrNameLst>
                                          <p:attrName>style.visibility</p:attrName>
                                        </p:attrNameLst>
                                      </p:cBhvr>
                                      <p:to>
                                        <p:strVal val="visible"/>
                                      </p:to>
                                    </p:set>
                                    <p:anim calcmode="lin" valueType="num">
                                      <p:cBhvr additive="base">
                                        <p:cTn id="85" dur="500" fill="hold"/>
                                        <p:tgtEl>
                                          <p:spTgt spid="24"/>
                                        </p:tgtEl>
                                        <p:attrNameLst>
                                          <p:attrName>ppt_x</p:attrName>
                                        </p:attrNameLst>
                                      </p:cBhvr>
                                      <p:tavLst>
                                        <p:tav tm="0">
                                          <p:val>
                                            <p:strVal val="0-#ppt_w/2"/>
                                          </p:val>
                                        </p:tav>
                                        <p:tav tm="100000">
                                          <p:val>
                                            <p:strVal val="#ppt_x"/>
                                          </p:val>
                                        </p:tav>
                                      </p:tavLst>
                                    </p:anim>
                                    <p:anim calcmode="lin" valueType="num">
                                      <p:cBhvr additive="base">
                                        <p:cTn id="86"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nodeType="clickEffect">
                                  <p:stCondLst>
                                    <p:cond delay="0"/>
                                  </p:stCondLst>
                                  <p:childTnLst>
                                    <p:set>
                                      <p:cBhvr>
                                        <p:cTn id="90" dur="1" fill="hold">
                                          <p:stCondLst>
                                            <p:cond delay="0"/>
                                          </p:stCondLst>
                                        </p:cTn>
                                        <p:tgtEl>
                                          <p:spTgt spid="25"/>
                                        </p:tgtEl>
                                        <p:attrNameLst>
                                          <p:attrName>style.visibility</p:attrName>
                                        </p:attrNameLst>
                                      </p:cBhvr>
                                      <p:to>
                                        <p:strVal val="visible"/>
                                      </p:to>
                                    </p:set>
                                    <p:anim calcmode="lin" valueType="num">
                                      <p:cBhvr additive="base">
                                        <p:cTn id="91" dur="500" fill="hold"/>
                                        <p:tgtEl>
                                          <p:spTgt spid="25"/>
                                        </p:tgtEl>
                                        <p:attrNameLst>
                                          <p:attrName>ppt_x</p:attrName>
                                        </p:attrNameLst>
                                      </p:cBhvr>
                                      <p:tavLst>
                                        <p:tav tm="0">
                                          <p:val>
                                            <p:strVal val="0-#ppt_w/2"/>
                                          </p:val>
                                        </p:tav>
                                        <p:tav tm="100000">
                                          <p:val>
                                            <p:strVal val="#ppt_x"/>
                                          </p:val>
                                        </p:tav>
                                      </p:tavLst>
                                    </p:anim>
                                    <p:anim calcmode="lin" valueType="num">
                                      <p:cBhvr additive="base">
                                        <p:cTn id="92"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0-#ppt_w/2"/>
                                          </p:val>
                                        </p:tav>
                                        <p:tav tm="100000">
                                          <p:val>
                                            <p:strVal val="#ppt_x"/>
                                          </p:val>
                                        </p:tav>
                                      </p:tavLst>
                                    </p:anim>
                                    <p:anim calcmode="lin" valueType="num">
                                      <p:cBhvr additive="base">
                                        <p:cTn id="98"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8" fill="hold" grpId="0" nodeType="clickEffect">
                                  <p:stCondLst>
                                    <p:cond delay="0"/>
                                  </p:stCondLst>
                                  <p:childTnLst>
                                    <p:set>
                                      <p:cBhvr>
                                        <p:cTn id="102" dur="1" fill="hold">
                                          <p:stCondLst>
                                            <p:cond delay="0"/>
                                          </p:stCondLst>
                                        </p:cTn>
                                        <p:tgtEl>
                                          <p:spTgt spid="27"/>
                                        </p:tgtEl>
                                        <p:attrNameLst>
                                          <p:attrName>style.visibility</p:attrName>
                                        </p:attrNameLst>
                                      </p:cBhvr>
                                      <p:to>
                                        <p:strVal val="visible"/>
                                      </p:to>
                                    </p:set>
                                    <p:anim calcmode="lin" valueType="num">
                                      <p:cBhvr additive="base">
                                        <p:cTn id="103" dur="500" fill="hold"/>
                                        <p:tgtEl>
                                          <p:spTgt spid="27"/>
                                        </p:tgtEl>
                                        <p:attrNameLst>
                                          <p:attrName>ppt_x</p:attrName>
                                        </p:attrNameLst>
                                      </p:cBhvr>
                                      <p:tavLst>
                                        <p:tav tm="0">
                                          <p:val>
                                            <p:strVal val="0-#ppt_w/2"/>
                                          </p:val>
                                        </p:tav>
                                        <p:tav tm="100000">
                                          <p:val>
                                            <p:strVal val="#ppt_x"/>
                                          </p:val>
                                        </p:tav>
                                      </p:tavLst>
                                    </p:anim>
                                    <p:anim calcmode="lin" valueType="num">
                                      <p:cBhvr additive="base">
                                        <p:cTn id="104"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8" fill="hold" grpId="0" nodeType="clickEffect">
                                  <p:stCondLst>
                                    <p:cond delay="0"/>
                                  </p:stCondLst>
                                  <p:childTnLst>
                                    <p:set>
                                      <p:cBhvr>
                                        <p:cTn id="108" dur="1" fill="hold">
                                          <p:stCondLst>
                                            <p:cond delay="0"/>
                                          </p:stCondLst>
                                        </p:cTn>
                                        <p:tgtEl>
                                          <p:spTgt spid="28"/>
                                        </p:tgtEl>
                                        <p:attrNameLst>
                                          <p:attrName>style.visibility</p:attrName>
                                        </p:attrNameLst>
                                      </p:cBhvr>
                                      <p:to>
                                        <p:strVal val="visible"/>
                                      </p:to>
                                    </p:set>
                                    <p:anim calcmode="lin" valueType="num">
                                      <p:cBhvr additive="base">
                                        <p:cTn id="109" dur="500" fill="hold"/>
                                        <p:tgtEl>
                                          <p:spTgt spid="28"/>
                                        </p:tgtEl>
                                        <p:attrNameLst>
                                          <p:attrName>ppt_x</p:attrName>
                                        </p:attrNameLst>
                                      </p:cBhvr>
                                      <p:tavLst>
                                        <p:tav tm="0">
                                          <p:val>
                                            <p:strVal val="0-#ppt_w/2"/>
                                          </p:val>
                                        </p:tav>
                                        <p:tav tm="100000">
                                          <p:val>
                                            <p:strVal val="#ppt_x"/>
                                          </p:val>
                                        </p:tav>
                                      </p:tavLst>
                                    </p:anim>
                                    <p:anim calcmode="lin" valueType="num">
                                      <p:cBhvr additive="base">
                                        <p:cTn id="110"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8" fill="hold" grpId="0" nodeType="clickEffect">
                                  <p:stCondLst>
                                    <p:cond delay="0"/>
                                  </p:stCondLst>
                                  <p:childTnLst>
                                    <p:set>
                                      <p:cBhvr>
                                        <p:cTn id="114" dur="1" fill="hold">
                                          <p:stCondLst>
                                            <p:cond delay="0"/>
                                          </p:stCondLst>
                                        </p:cTn>
                                        <p:tgtEl>
                                          <p:spTgt spid="29"/>
                                        </p:tgtEl>
                                        <p:attrNameLst>
                                          <p:attrName>style.visibility</p:attrName>
                                        </p:attrNameLst>
                                      </p:cBhvr>
                                      <p:to>
                                        <p:strVal val="visible"/>
                                      </p:to>
                                    </p:set>
                                    <p:anim calcmode="lin" valueType="num">
                                      <p:cBhvr additive="base">
                                        <p:cTn id="115" dur="500" fill="hold"/>
                                        <p:tgtEl>
                                          <p:spTgt spid="29"/>
                                        </p:tgtEl>
                                        <p:attrNameLst>
                                          <p:attrName>ppt_x</p:attrName>
                                        </p:attrNameLst>
                                      </p:cBhvr>
                                      <p:tavLst>
                                        <p:tav tm="0">
                                          <p:val>
                                            <p:strVal val="0-#ppt_w/2"/>
                                          </p:val>
                                        </p:tav>
                                        <p:tav tm="100000">
                                          <p:val>
                                            <p:strVal val="#ppt_x"/>
                                          </p:val>
                                        </p:tav>
                                      </p:tavLst>
                                    </p:anim>
                                    <p:anim calcmode="lin" valueType="num">
                                      <p:cBhvr additive="base">
                                        <p:cTn id="116"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8" fill="hold" nodeType="clickEffect">
                                  <p:stCondLst>
                                    <p:cond delay="0"/>
                                  </p:stCondLst>
                                  <p:childTnLst>
                                    <p:set>
                                      <p:cBhvr>
                                        <p:cTn id="120" dur="1" fill="hold">
                                          <p:stCondLst>
                                            <p:cond delay="0"/>
                                          </p:stCondLst>
                                        </p:cTn>
                                        <p:tgtEl>
                                          <p:spTgt spid="30"/>
                                        </p:tgtEl>
                                        <p:attrNameLst>
                                          <p:attrName>style.visibility</p:attrName>
                                        </p:attrNameLst>
                                      </p:cBhvr>
                                      <p:to>
                                        <p:strVal val="visible"/>
                                      </p:to>
                                    </p:set>
                                    <p:anim calcmode="lin" valueType="num">
                                      <p:cBhvr additive="base">
                                        <p:cTn id="121" dur="500" fill="hold"/>
                                        <p:tgtEl>
                                          <p:spTgt spid="30"/>
                                        </p:tgtEl>
                                        <p:attrNameLst>
                                          <p:attrName>ppt_x</p:attrName>
                                        </p:attrNameLst>
                                      </p:cBhvr>
                                      <p:tavLst>
                                        <p:tav tm="0">
                                          <p:val>
                                            <p:strVal val="0-#ppt_w/2"/>
                                          </p:val>
                                        </p:tav>
                                        <p:tav tm="100000">
                                          <p:val>
                                            <p:strVal val="#ppt_x"/>
                                          </p:val>
                                        </p:tav>
                                      </p:tavLst>
                                    </p:anim>
                                    <p:anim calcmode="lin" valueType="num">
                                      <p:cBhvr additive="base">
                                        <p:cTn id="122"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8" fill="hold" grpId="0" nodeType="clickEffect">
                                  <p:stCondLst>
                                    <p:cond delay="0"/>
                                  </p:stCondLst>
                                  <p:childTnLst>
                                    <p:set>
                                      <p:cBhvr>
                                        <p:cTn id="126" dur="1" fill="hold">
                                          <p:stCondLst>
                                            <p:cond delay="0"/>
                                          </p:stCondLst>
                                        </p:cTn>
                                        <p:tgtEl>
                                          <p:spTgt spid="31"/>
                                        </p:tgtEl>
                                        <p:attrNameLst>
                                          <p:attrName>style.visibility</p:attrName>
                                        </p:attrNameLst>
                                      </p:cBhvr>
                                      <p:to>
                                        <p:strVal val="visible"/>
                                      </p:to>
                                    </p:set>
                                    <p:anim calcmode="lin" valueType="num">
                                      <p:cBhvr additive="base">
                                        <p:cTn id="127" dur="500" fill="hold"/>
                                        <p:tgtEl>
                                          <p:spTgt spid="31"/>
                                        </p:tgtEl>
                                        <p:attrNameLst>
                                          <p:attrName>ppt_x</p:attrName>
                                        </p:attrNameLst>
                                      </p:cBhvr>
                                      <p:tavLst>
                                        <p:tav tm="0">
                                          <p:val>
                                            <p:strVal val="0-#ppt_w/2"/>
                                          </p:val>
                                        </p:tav>
                                        <p:tav tm="100000">
                                          <p:val>
                                            <p:strVal val="#ppt_x"/>
                                          </p:val>
                                        </p:tav>
                                      </p:tavLst>
                                    </p:anim>
                                    <p:anim calcmode="lin" valueType="num">
                                      <p:cBhvr additive="base">
                                        <p:cTn id="128"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8" fill="hold" grpId="0" nodeType="clickEffect">
                                  <p:stCondLst>
                                    <p:cond delay="0"/>
                                  </p:stCondLst>
                                  <p:childTnLst>
                                    <p:set>
                                      <p:cBhvr>
                                        <p:cTn id="132" dur="1" fill="hold">
                                          <p:stCondLst>
                                            <p:cond delay="0"/>
                                          </p:stCondLst>
                                        </p:cTn>
                                        <p:tgtEl>
                                          <p:spTgt spid="32"/>
                                        </p:tgtEl>
                                        <p:attrNameLst>
                                          <p:attrName>style.visibility</p:attrName>
                                        </p:attrNameLst>
                                      </p:cBhvr>
                                      <p:to>
                                        <p:strVal val="visible"/>
                                      </p:to>
                                    </p:set>
                                    <p:anim calcmode="lin" valueType="num">
                                      <p:cBhvr additive="base">
                                        <p:cTn id="133" dur="500" fill="hold"/>
                                        <p:tgtEl>
                                          <p:spTgt spid="32"/>
                                        </p:tgtEl>
                                        <p:attrNameLst>
                                          <p:attrName>ppt_x</p:attrName>
                                        </p:attrNameLst>
                                      </p:cBhvr>
                                      <p:tavLst>
                                        <p:tav tm="0">
                                          <p:val>
                                            <p:strVal val="0-#ppt_w/2"/>
                                          </p:val>
                                        </p:tav>
                                        <p:tav tm="100000">
                                          <p:val>
                                            <p:strVal val="#ppt_x"/>
                                          </p:val>
                                        </p:tav>
                                      </p:tavLst>
                                    </p:anim>
                                    <p:anim calcmode="lin" valueType="num">
                                      <p:cBhvr additive="base">
                                        <p:cTn id="134" dur="500" fill="hold"/>
                                        <p:tgtEl>
                                          <p:spTgt spid="32"/>
                                        </p:tgtEl>
                                        <p:attrNameLst>
                                          <p:attrName>ppt_y</p:attrName>
                                        </p:attrNameLst>
                                      </p:cBhvr>
                                      <p:tavLst>
                                        <p:tav tm="0">
                                          <p:val>
                                            <p:strVal val="#ppt_y"/>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8" fill="hold" grpId="0" nodeType="clickEffect">
                                  <p:stCondLst>
                                    <p:cond delay="0"/>
                                  </p:stCondLst>
                                  <p:childTnLst>
                                    <p:set>
                                      <p:cBhvr>
                                        <p:cTn id="138" dur="1" fill="hold">
                                          <p:stCondLst>
                                            <p:cond delay="0"/>
                                          </p:stCondLst>
                                        </p:cTn>
                                        <p:tgtEl>
                                          <p:spTgt spid="33"/>
                                        </p:tgtEl>
                                        <p:attrNameLst>
                                          <p:attrName>style.visibility</p:attrName>
                                        </p:attrNameLst>
                                      </p:cBhvr>
                                      <p:to>
                                        <p:strVal val="visible"/>
                                      </p:to>
                                    </p:set>
                                    <p:anim calcmode="lin" valueType="num">
                                      <p:cBhvr additive="base">
                                        <p:cTn id="139" dur="500" fill="hold"/>
                                        <p:tgtEl>
                                          <p:spTgt spid="33"/>
                                        </p:tgtEl>
                                        <p:attrNameLst>
                                          <p:attrName>ppt_x</p:attrName>
                                        </p:attrNameLst>
                                      </p:cBhvr>
                                      <p:tavLst>
                                        <p:tav tm="0">
                                          <p:val>
                                            <p:strVal val="0-#ppt_w/2"/>
                                          </p:val>
                                        </p:tav>
                                        <p:tav tm="100000">
                                          <p:val>
                                            <p:strVal val="#ppt_x"/>
                                          </p:val>
                                        </p:tav>
                                      </p:tavLst>
                                    </p:anim>
                                    <p:anim calcmode="lin" valueType="num">
                                      <p:cBhvr additive="base">
                                        <p:cTn id="140"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8" fill="hold" grpId="0" nodeType="clickEffect">
                                  <p:stCondLst>
                                    <p:cond delay="0"/>
                                  </p:stCondLst>
                                  <p:childTnLst>
                                    <p:set>
                                      <p:cBhvr>
                                        <p:cTn id="144" dur="1" fill="hold">
                                          <p:stCondLst>
                                            <p:cond delay="0"/>
                                          </p:stCondLst>
                                        </p:cTn>
                                        <p:tgtEl>
                                          <p:spTgt spid="34"/>
                                        </p:tgtEl>
                                        <p:attrNameLst>
                                          <p:attrName>style.visibility</p:attrName>
                                        </p:attrNameLst>
                                      </p:cBhvr>
                                      <p:to>
                                        <p:strVal val="visible"/>
                                      </p:to>
                                    </p:set>
                                    <p:anim calcmode="lin" valueType="num">
                                      <p:cBhvr additive="base">
                                        <p:cTn id="145" dur="500" fill="hold"/>
                                        <p:tgtEl>
                                          <p:spTgt spid="34"/>
                                        </p:tgtEl>
                                        <p:attrNameLst>
                                          <p:attrName>ppt_x</p:attrName>
                                        </p:attrNameLst>
                                      </p:cBhvr>
                                      <p:tavLst>
                                        <p:tav tm="0">
                                          <p:val>
                                            <p:strVal val="0-#ppt_w/2"/>
                                          </p:val>
                                        </p:tav>
                                        <p:tav tm="100000">
                                          <p:val>
                                            <p:strVal val="#ppt_x"/>
                                          </p:val>
                                        </p:tav>
                                      </p:tavLst>
                                    </p:anim>
                                    <p:anim calcmode="lin" valueType="num">
                                      <p:cBhvr additive="base">
                                        <p:cTn id="146"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8" fill="hold" nodeType="clickEffect">
                                  <p:stCondLst>
                                    <p:cond delay="0"/>
                                  </p:stCondLst>
                                  <p:childTnLst>
                                    <p:set>
                                      <p:cBhvr>
                                        <p:cTn id="150" dur="1" fill="hold">
                                          <p:stCondLst>
                                            <p:cond delay="0"/>
                                          </p:stCondLst>
                                        </p:cTn>
                                        <p:tgtEl>
                                          <p:spTgt spid="35"/>
                                        </p:tgtEl>
                                        <p:attrNameLst>
                                          <p:attrName>style.visibility</p:attrName>
                                        </p:attrNameLst>
                                      </p:cBhvr>
                                      <p:to>
                                        <p:strVal val="visible"/>
                                      </p:to>
                                    </p:set>
                                    <p:anim calcmode="lin" valueType="num">
                                      <p:cBhvr additive="base">
                                        <p:cTn id="151" dur="500" fill="hold"/>
                                        <p:tgtEl>
                                          <p:spTgt spid="35"/>
                                        </p:tgtEl>
                                        <p:attrNameLst>
                                          <p:attrName>ppt_x</p:attrName>
                                        </p:attrNameLst>
                                      </p:cBhvr>
                                      <p:tavLst>
                                        <p:tav tm="0">
                                          <p:val>
                                            <p:strVal val="0-#ppt_w/2"/>
                                          </p:val>
                                        </p:tav>
                                        <p:tav tm="100000">
                                          <p:val>
                                            <p:strVal val="#ppt_x"/>
                                          </p:val>
                                        </p:tav>
                                      </p:tavLst>
                                    </p:anim>
                                    <p:anim calcmode="lin" valueType="num">
                                      <p:cBhvr additive="base">
                                        <p:cTn id="152"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8" fill="hold" grpId="0" nodeType="clickEffect">
                                  <p:stCondLst>
                                    <p:cond delay="0"/>
                                  </p:stCondLst>
                                  <p:childTnLst>
                                    <p:set>
                                      <p:cBhvr>
                                        <p:cTn id="156" dur="1" fill="hold">
                                          <p:stCondLst>
                                            <p:cond delay="0"/>
                                          </p:stCondLst>
                                        </p:cTn>
                                        <p:tgtEl>
                                          <p:spTgt spid="36"/>
                                        </p:tgtEl>
                                        <p:attrNameLst>
                                          <p:attrName>style.visibility</p:attrName>
                                        </p:attrNameLst>
                                      </p:cBhvr>
                                      <p:to>
                                        <p:strVal val="visible"/>
                                      </p:to>
                                    </p:set>
                                    <p:anim calcmode="lin" valueType="num">
                                      <p:cBhvr additive="base">
                                        <p:cTn id="157" dur="500" fill="hold"/>
                                        <p:tgtEl>
                                          <p:spTgt spid="36"/>
                                        </p:tgtEl>
                                        <p:attrNameLst>
                                          <p:attrName>ppt_x</p:attrName>
                                        </p:attrNameLst>
                                      </p:cBhvr>
                                      <p:tavLst>
                                        <p:tav tm="0">
                                          <p:val>
                                            <p:strVal val="0-#ppt_w/2"/>
                                          </p:val>
                                        </p:tav>
                                        <p:tav tm="100000">
                                          <p:val>
                                            <p:strVal val="#ppt_x"/>
                                          </p:val>
                                        </p:tav>
                                      </p:tavLst>
                                    </p:anim>
                                    <p:anim calcmode="lin" valueType="num">
                                      <p:cBhvr additive="base">
                                        <p:cTn id="158"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8" fill="hold" grpId="0" nodeType="clickEffect">
                                  <p:stCondLst>
                                    <p:cond delay="0"/>
                                  </p:stCondLst>
                                  <p:childTnLst>
                                    <p:set>
                                      <p:cBhvr>
                                        <p:cTn id="162" dur="1" fill="hold">
                                          <p:stCondLst>
                                            <p:cond delay="0"/>
                                          </p:stCondLst>
                                        </p:cTn>
                                        <p:tgtEl>
                                          <p:spTgt spid="37"/>
                                        </p:tgtEl>
                                        <p:attrNameLst>
                                          <p:attrName>style.visibility</p:attrName>
                                        </p:attrNameLst>
                                      </p:cBhvr>
                                      <p:to>
                                        <p:strVal val="visible"/>
                                      </p:to>
                                    </p:set>
                                    <p:anim calcmode="lin" valueType="num">
                                      <p:cBhvr additive="base">
                                        <p:cTn id="163" dur="500" fill="hold"/>
                                        <p:tgtEl>
                                          <p:spTgt spid="37"/>
                                        </p:tgtEl>
                                        <p:attrNameLst>
                                          <p:attrName>ppt_x</p:attrName>
                                        </p:attrNameLst>
                                      </p:cBhvr>
                                      <p:tavLst>
                                        <p:tav tm="0">
                                          <p:val>
                                            <p:strVal val="0-#ppt_w/2"/>
                                          </p:val>
                                        </p:tav>
                                        <p:tav tm="100000">
                                          <p:val>
                                            <p:strVal val="#ppt_x"/>
                                          </p:val>
                                        </p:tav>
                                      </p:tavLst>
                                    </p:anim>
                                    <p:anim calcmode="lin" valueType="num">
                                      <p:cBhvr additive="base">
                                        <p:cTn id="164"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2" presetClass="entr" presetSubtype="8" fill="hold" grpId="0" nodeType="clickEffect">
                                  <p:stCondLst>
                                    <p:cond delay="0"/>
                                  </p:stCondLst>
                                  <p:childTnLst>
                                    <p:set>
                                      <p:cBhvr>
                                        <p:cTn id="168" dur="1" fill="hold">
                                          <p:stCondLst>
                                            <p:cond delay="0"/>
                                          </p:stCondLst>
                                        </p:cTn>
                                        <p:tgtEl>
                                          <p:spTgt spid="38"/>
                                        </p:tgtEl>
                                        <p:attrNameLst>
                                          <p:attrName>style.visibility</p:attrName>
                                        </p:attrNameLst>
                                      </p:cBhvr>
                                      <p:to>
                                        <p:strVal val="visible"/>
                                      </p:to>
                                    </p:set>
                                    <p:anim calcmode="lin" valueType="num">
                                      <p:cBhvr additive="base">
                                        <p:cTn id="169" dur="500" fill="hold"/>
                                        <p:tgtEl>
                                          <p:spTgt spid="38"/>
                                        </p:tgtEl>
                                        <p:attrNameLst>
                                          <p:attrName>ppt_x</p:attrName>
                                        </p:attrNameLst>
                                      </p:cBhvr>
                                      <p:tavLst>
                                        <p:tav tm="0">
                                          <p:val>
                                            <p:strVal val="0-#ppt_w/2"/>
                                          </p:val>
                                        </p:tav>
                                        <p:tav tm="100000">
                                          <p:val>
                                            <p:strVal val="#ppt_x"/>
                                          </p:val>
                                        </p:tav>
                                      </p:tavLst>
                                    </p:anim>
                                    <p:anim calcmode="lin" valueType="num">
                                      <p:cBhvr additive="base">
                                        <p:cTn id="170"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2" presetClass="entr" presetSubtype="8" fill="hold" grpId="0" nodeType="clickEffect">
                                  <p:stCondLst>
                                    <p:cond delay="0"/>
                                  </p:stCondLst>
                                  <p:childTnLst>
                                    <p:set>
                                      <p:cBhvr>
                                        <p:cTn id="174" dur="1" fill="hold">
                                          <p:stCondLst>
                                            <p:cond delay="0"/>
                                          </p:stCondLst>
                                        </p:cTn>
                                        <p:tgtEl>
                                          <p:spTgt spid="39"/>
                                        </p:tgtEl>
                                        <p:attrNameLst>
                                          <p:attrName>style.visibility</p:attrName>
                                        </p:attrNameLst>
                                      </p:cBhvr>
                                      <p:to>
                                        <p:strVal val="visible"/>
                                      </p:to>
                                    </p:set>
                                    <p:anim calcmode="lin" valueType="num">
                                      <p:cBhvr additive="base">
                                        <p:cTn id="175" dur="500" fill="hold"/>
                                        <p:tgtEl>
                                          <p:spTgt spid="39"/>
                                        </p:tgtEl>
                                        <p:attrNameLst>
                                          <p:attrName>ppt_x</p:attrName>
                                        </p:attrNameLst>
                                      </p:cBhvr>
                                      <p:tavLst>
                                        <p:tav tm="0">
                                          <p:val>
                                            <p:strVal val="0-#ppt_w/2"/>
                                          </p:val>
                                        </p:tav>
                                        <p:tav tm="100000">
                                          <p:val>
                                            <p:strVal val="#ppt_x"/>
                                          </p:val>
                                        </p:tav>
                                      </p:tavLst>
                                    </p:anim>
                                    <p:anim calcmode="lin" valueType="num">
                                      <p:cBhvr additive="base">
                                        <p:cTn id="176" dur="500" fill="hold"/>
                                        <p:tgtEl>
                                          <p:spTgt spid="39"/>
                                        </p:tgtEl>
                                        <p:attrNameLst>
                                          <p:attrName>ppt_y</p:attrName>
                                        </p:attrNameLst>
                                      </p:cBhvr>
                                      <p:tavLst>
                                        <p:tav tm="0">
                                          <p:val>
                                            <p:strVal val="#ppt_y"/>
                                          </p:val>
                                        </p:tav>
                                        <p:tav tm="100000">
                                          <p:val>
                                            <p:strVal val="#ppt_y"/>
                                          </p:val>
                                        </p:tav>
                                      </p:tavLst>
                                    </p:anim>
                                  </p:childTnLst>
                                </p:cTn>
                              </p:par>
                            </p:childTnLst>
                          </p:cTn>
                        </p:par>
                      </p:childTnLst>
                    </p:cTn>
                  </p:par>
                  <p:par>
                    <p:cTn id="177" fill="hold">
                      <p:stCondLst>
                        <p:cond delay="indefinite"/>
                      </p:stCondLst>
                      <p:childTnLst>
                        <p:par>
                          <p:cTn id="178" fill="hold">
                            <p:stCondLst>
                              <p:cond delay="0"/>
                            </p:stCondLst>
                            <p:childTnLst>
                              <p:par>
                                <p:cTn id="179" presetID="2" presetClass="entr" presetSubtype="8" fill="hold" nodeType="clickEffect">
                                  <p:stCondLst>
                                    <p:cond delay="0"/>
                                  </p:stCondLst>
                                  <p:childTnLst>
                                    <p:set>
                                      <p:cBhvr>
                                        <p:cTn id="180" dur="1" fill="hold">
                                          <p:stCondLst>
                                            <p:cond delay="0"/>
                                          </p:stCondLst>
                                        </p:cTn>
                                        <p:tgtEl>
                                          <p:spTgt spid="40"/>
                                        </p:tgtEl>
                                        <p:attrNameLst>
                                          <p:attrName>style.visibility</p:attrName>
                                        </p:attrNameLst>
                                      </p:cBhvr>
                                      <p:to>
                                        <p:strVal val="visible"/>
                                      </p:to>
                                    </p:set>
                                    <p:anim calcmode="lin" valueType="num">
                                      <p:cBhvr additive="base">
                                        <p:cTn id="181" dur="500" fill="hold"/>
                                        <p:tgtEl>
                                          <p:spTgt spid="40"/>
                                        </p:tgtEl>
                                        <p:attrNameLst>
                                          <p:attrName>ppt_x</p:attrName>
                                        </p:attrNameLst>
                                      </p:cBhvr>
                                      <p:tavLst>
                                        <p:tav tm="0">
                                          <p:val>
                                            <p:strVal val="0-#ppt_w/2"/>
                                          </p:val>
                                        </p:tav>
                                        <p:tav tm="100000">
                                          <p:val>
                                            <p:strVal val="#ppt_x"/>
                                          </p:val>
                                        </p:tav>
                                      </p:tavLst>
                                    </p:anim>
                                    <p:anim calcmode="lin" valueType="num">
                                      <p:cBhvr additive="base">
                                        <p:cTn id="182" dur="500" fill="hold"/>
                                        <p:tgtEl>
                                          <p:spTgt spid="40"/>
                                        </p:tgtEl>
                                        <p:attrNameLst>
                                          <p:attrName>ppt_y</p:attrName>
                                        </p:attrNameLst>
                                      </p:cBhvr>
                                      <p:tavLst>
                                        <p:tav tm="0">
                                          <p:val>
                                            <p:strVal val="#ppt_y"/>
                                          </p:val>
                                        </p:tav>
                                        <p:tav tm="100000">
                                          <p:val>
                                            <p:strVal val="#ppt_y"/>
                                          </p:val>
                                        </p:tav>
                                      </p:tavLst>
                                    </p:anim>
                                  </p:childTnLst>
                                </p:cTn>
                              </p:par>
                            </p:childTnLst>
                          </p:cTn>
                        </p:par>
                      </p:childTnLst>
                    </p:cTn>
                  </p:par>
                  <p:par>
                    <p:cTn id="183" fill="hold">
                      <p:stCondLst>
                        <p:cond delay="indefinite"/>
                      </p:stCondLst>
                      <p:childTnLst>
                        <p:par>
                          <p:cTn id="184" fill="hold">
                            <p:stCondLst>
                              <p:cond delay="0"/>
                            </p:stCondLst>
                            <p:childTnLst>
                              <p:par>
                                <p:cTn id="185" presetID="2" presetClass="entr" presetSubtype="8" fill="hold" grpId="0" nodeType="clickEffect">
                                  <p:stCondLst>
                                    <p:cond delay="0"/>
                                  </p:stCondLst>
                                  <p:childTnLst>
                                    <p:set>
                                      <p:cBhvr>
                                        <p:cTn id="186" dur="1" fill="hold">
                                          <p:stCondLst>
                                            <p:cond delay="0"/>
                                          </p:stCondLst>
                                        </p:cTn>
                                        <p:tgtEl>
                                          <p:spTgt spid="41"/>
                                        </p:tgtEl>
                                        <p:attrNameLst>
                                          <p:attrName>style.visibility</p:attrName>
                                        </p:attrNameLst>
                                      </p:cBhvr>
                                      <p:to>
                                        <p:strVal val="visible"/>
                                      </p:to>
                                    </p:set>
                                    <p:anim calcmode="lin" valueType="num">
                                      <p:cBhvr additive="base">
                                        <p:cTn id="187" dur="500" fill="hold"/>
                                        <p:tgtEl>
                                          <p:spTgt spid="41"/>
                                        </p:tgtEl>
                                        <p:attrNameLst>
                                          <p:attrName>ppt_x</p:attrName>
                                        </p:attrNameLst>
                                      </p:cBhvr>
                                      <p:tavLst>
                                        <p:tav tm="0">
                                          <p:val>
                                            <p:strVal val="0-#ppt_w/2"/>
                                          </p:val>
                                        </p:tav>
                                        <p:tav tm="100000">
                                          <p:val>
                                            <p:strVal val="#ppt_x"/>
                                          </p:val>
                                        </p:tav>
                                      </p:tavLst>
                                    </p:anim>
                                    <p:anim calcmode="lin" valueType="num">
                                      <p:cBhvr additive="base">
                                        <p:cTn id="188" dur="500" fill="hold"/>
                                        <p:tgtEl>
                                          <p:spTgt spid="41"/>
                                        </p:tgtEl>
                                        <p:attrNameLst>
                                          <p:attrName>ppt_y</p:attrName>
                                        </p:attrNameLst>
                                      </p:cBhvr>
                                      <p:tavLst>
                                        <p:tav tm="0">
                                          <p:val>
                                            <p:strVal val="#ppt_y"/>
                                          </p:val>
                                        </p:tav>
                                        <p:tav tm="100000">
                                          <p:val>
                                            <p:strVal val="#ppt_y"/>
                                          </p:val>
                                        </p:tav>
                                      </p:tavLst>
                                    </p:anim>
                                  </p:childTnLst>
                                </p:cTn>
                              </p:par>
                            </p:childTnLst>
                          </p:cTn>
                        </p:par>
                      </p:childTnLst>
                    </p:cTn>
                  </p:par>
                  <p:par>
                    <p:cTn id="189" fill="hold">
                      <p:stCondLst>
                        <p:cond delay="indefinite"/>
                      </p:stCondLst>
                      <p:childTnLst>
                        <p:par>
                          <p:cTn id="190" fill="hold">
                            <p:stCondLst>
                              <p:cond delay="0"/>
                            </p:stCondLst>
                            <p:childTnLst>
                              <p:par>
                                <p:cTn id="191" presetID="2" presetClass="entr" presetSubtype="8" fill="hold" grpId="0" nodeType="clickEffect">
                                  <p:stCondLst>
                                    <p:cond delay="0"/>
                                  </p:stCondLst>
                                  <p:childTnLst>
                                    <p:set>
                                      <p:cBhvr>
                                        <p:cTn id="192" dur="1" fill="hold">
                                          <p:stCondLst>
                                            <p:cond delay="0"/>
                                          </p:stCondLst>
                                        </p:cTn>
                                        <p:tgtEl>
                                          <p:spTgt spid="42"/>
                                        </p:tgtEl>
                                        <p:attrNameLst>
                                          <p:attrName>style.visibility</p:attrName>
                                        </p:attrNameLst>
                                      </p:cBhvr>
                                      <p:to>
                                        <p:strVal val="visible"/>
                                      </p:to>
                                    </p:set>
                                    <p:anim calcmode="lin" valueType="num">
                                      <p:cBhvr additive="base">
                                        <p:cTn id="193" dur="500" fill="hold"/>
                                        <p:tgtEl>
                                          <p:spTgt spid="42"/>
                                        </p:tgtEl>
                                        <p:attrNameLst>
                                          <p:attrName>ppt_x</p:attrName>
                                        </p:attrNameLst>
                                      </p:cBhvr>
                                      <p:tavLst>
                                        <p:tav tm="0">
                                          <p:val>
                                            <p:strVal val="0-#ppt_w/2"/>
                                          </p:val>
                                        </p:tav>
                                        <p:tav tm="100000">
                                          <p:val>
                                            <p:strVal val="#ppt_x"/>
                                          </p:val>
                                        </p:tav>
                                      </p:tavLst>
                                    </p:anim>
                                    <p:anim calcmode="lin" valueType="num">
                                      <p:cBhvr additive="base">
                                        <p:cTn id="194"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195" fill="hold">
                      <p:stCondLst>
                        <p:cond delay="indefinite"/>
                      </p:stCondLst>
                      <p:childTnLst>
                        <p:par>
                          <p:cTn id="196" fill="hold">
                            <p:stCondLst>
                              <p:cond delay="0"/>
                            </p:stCondLst>
                            <p:childTnLst>
                              <p:par>
                                <p:cTn id="197" presetID="2" presetClass="entr" presetSubtype="8" fill="hold" grpId="0" nodeType="clickEffect">
                                  <p:stCondLst>
                                    <p:cond delay="0"/>
                                  </p:stCondLst>
                                  <p:childTnLst>
                                    <p:set>
                                      <p:cBhvr>
                                        <p:cTn id="198" dur="1" fill="hold">
                                          <p:stCondLst>
                                            <p:cond delay="0"/>
                                          </p:stCondLst>
                                        </p:cTn>
                                        <p:tgtEl>
                                          <p:spTgt spid="43"/>
                                        </p:tgtEl>
                                        <p:attrNameLst>
                                          <p:attrName>style.visibility</p:attrName>
                                        </p:attrNameLst>
                                      </p:cBhvr>
                                      <p:to>
                                        <p:strVal val="visible"/>
                                      </p:to>
                                    </p:set>
                                    <p:anim calcmode="lin" valueType="num">
                                      <p:cBhvr additive="base">
                                        <p:cTn id="199" dur="500" fill="hold"/>
                                        <p:tgtEl>
                                          <p:spTgt spid="43"/>
                                        </p:tgtEl>
                                        <p:attrNameLst>
                                          <p:attrName>ppt_x</p:attrName>
                                        </p:attrNameLst>
                                      </p:cBhvr>
                                      <p:tavLst>
                                        <p:tav tm="0">
                                          <p:val>
                                            <p:strVal val="0-#ppt_w/2"/>
                                          </p:val>
                                        </p:tav>
                                        <p:tav tm="100000">
                                          <p:val>
                                            <p:strVal val="#ppt_x"/>
                                          </p:val>
                                        </p:tav>
                                      </p:tavLst>
                                    </p:anim>
                                    <p:anim calcmode="lin" valueType="num">
                                      <p:cBhvr additive="base">
                                        <p:cTn id="200" dur="500" fill="hold"/>
                                        <p:tgtEl>
                                          <p:spTgt spid="43"/>
                                        </p:tgtEl>
                                        <p:attrNameLst>
                                          <p:attrName>ppt_y</p:attrName>
                                        </p:attrNameLst>
                                      </p:cBhvr>
                                      <p:tavLst>
                                        <p:tav tm="0">
                                          <p:val>
                                            <p:strVal val="#ppt_y"/>
                                          </p:val>
                                        </p:tav>
                                        <p:tav tm="100000">
                                          <p:val>
                                            <p:strVal val="#ppt_y"/>
                                          </p:val>
                                        </p:tav>
                                      </p:tavLst>
                                    </p:anim>
                                  </p:childTnLst>
                                </p:cTn>
                              </p:par>
                            </p:childTnLst>
                          </p:cTn>
                        </p:par>
                      </p:childTnLst>
                    </p:cTn>
                  </p:par>
                  <p:par>
                    <p:cTn id="201" fill="hold">
                      <p:stCondLst>
                        <p:cond delay="indefinite"/>
                      </p:stCondLst>
                      <p:childTnLst>
                        <p:par>
                          <p:cTn id="202" fill="hold">
                            <p:stCondLst>
                              <p:cond delay="0"/>
                            </p:stCondLst>
                            <p:childTnLst>
                              <p:par>
                                <p:cTn id="203" presetID="2" presetClass="entr" presetSubtype="8" fill="hold" grpId="0" nodeType="clickEffect">
                                  <p:stCondLst>
                                    <p:cond delay="0"/>
                                  </p:stCondLst>
                                  <p:childTnLst>
                                    <p:set>
                                      <p:cBhvr>
                                        <p:cTn id="204" dur="1" fill="hold">
                                          <p:stCondLst>
                                            <p:cond delay="0"/>
                                          </p:stCondLst>
                                        </p:cTn>
                                        <p:tgtEl>
                                          <p:spTgt spid="44"/>
                                        </p:tgtEl>
                                        <p:attrNameLst>
                                          <p:attrName>style.visibility</p:attrName>
                                        </p:attrNameLst>
                                      </p:cBhvr>
                                      <p:to>
                                        <p:strVal val="visible"/>
                                      </p:to>
                                    </p:set>
                                    <p:anim calcmode="lin" valueType="num">
                                      <p:cBhvr additive="base">
                                        <p:cTn id="205" dur="500" fill="hold"/>
                                        <p:tgtEl>
                                          <p:spTgt spid="44"/>
                                        </p:tgtEl>
                                        <p:attrNameLst>
                                          <p:attrName>ppt_x</p:attrName>
                                        </p:attrNameLst>
                                      </p:cBhvr>
                                      <p:tavLst>
                                        <p:tav tm="0">
                                          <p:val>
                                            <p:strVal val="0-#ppt_w/2"/>
                                          </p:val>
                                        </p:tav>
                                        <p:tav tm="100000">
                                          <p:val>
                                            <p:strVal val="#ppt_x"/>
                                          </p:val>
                                        </p:tav>
                                      </p:tavLst>
                                    </p:anim>
                                    <p:anim calcmode="lin" valueType="num">
                                      <p:cBhvr additive="base">
                                        <p:cTn id="206" dur="500" fill="hold"/>
                                        <p:tgtEl>
                                          <p:spTgt spid="44"/>
                                        </p:tgtEl>
                                        <p:attrNameLst>
                                          <p:attrName>ppt_y</p:attrName>
                                        </p:attrNameLst>
                                      </p:cBhvr>
                                      <p:tavLst>
                                        <p:tav tm="0">
                                          <p:val>
                                            <p:strVal val="#ppt_y"/>
                                          </p:val>
                                        </p:tav>
                                        <p:tav tm="100000">
                                          <p:val>
                                            <p:strVal val="#ppt_y"/>
                                          </p:val>
                                        </p:tav>
                                      </p:tavLst>
                                    </p:anim>
                                  </p:childTnLst>
                                </p:cTn>
                              </p:par>
                            </p:childTnLst>
                          </p:cTn>
                        </p:par>
                      </p:childTnLst>
                    </p:cTn>
                  </p:par>
                  <p:par>
                    <p:cTn id="207" fill="hold">
                      <p:stCondLst>
                        <p:cond delay="indefinite"/>
                      </p:stCondLst>
                      <p:childTnLst>
                        <p:par>
                          <p:cTn id="208" fill="hold">
                            <p:stCondLst>
                              <p:cond delay="0"/>
                            </p:stCondLst>
                            <p:childTnLst>
                              <p:par>
                                <p:cTn id="209" presetID="2" presetClass="entr" presetSubtype="8" fill="hold" nodeType="clickEffect">
                                  <p:stCondLst>
                                    <p:cond delay="0"/>
                                  </p:stCondLst>
                                  <p:childTnLst>
                                    <p:set>
                                      <p:cBhvr>
                                        <p:cTn id="210" dur="1" fill="hold">
                                          <p:stCondLst>
                                            <p:cond delay="0"/>
                                          </p:stCondLst>
                                        </p:cTn>
                                        <p:tgtEl>
                                          <p:spTgt spid="45"/>
                                        </p:tgtEl>
                                        <p:attrNameLst>
                                          <p:attrName>style.visibility</p:attrName>
                                        </p:attrNameLst>
                                      </p:cBhvr>
                                      <p:to>
                                        <p:strVal val="visible"/>
                                      </p:to>
                                    </p:set>
                                    <p:anim calcmode="lin" valueType="num">
                                      <p:cBhvr additive="base">
                                        <p:cTn id="211" dur="500" fill="hold"/>
                                        <p:tgtEl>
                                          <p:spTgt spid="45"/>
                                        </p:tgtEl>
                                        <p:attrNameLst>
                                          <p:attrName>ppt_x</p:attrName>
                                        </p:attrNameLst>
                                      </p:cBhvr>
                                      <p:tavLst>
                                        <p:tav tm="0">
                                          <p:val>
                                            <p:strVal val="0-#ppt_w/2"/>
                                          </p:val>
                                        </p:tav>
                                        <p:tav tm="100000">
                                          <p:val>
                                            <p:strVal val="#ppt_x"/>
                                          </p:val>
                                        </p:tav>
                                      </p:tavLst>
                                    </p:anim>
                                    <p:anim calcmode="lin" valueType="num">
                                      <p:cBhvr additive="base">
                                        <p:cTn id="212"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213" fill="hold">
                      <p:stCondLst>
                        <p:cond delay="indefinite"/>
                      </p:stCondLst>
                      <p:childTnLst>
                        <p:par>
                          <p:cTn id="214" fill="hold">
                            <p:stCondLst>
                              <p:cond delay="0"/>
                            </p:stCondLst>
                            <p:childTnLst>
                              <p:par>
                                <p:cTn id="215" presetID="2" presetClass="entr" presetSubtype="8" fill="hold" grpId="0" nodeType="clickEffect">
                                  <p:stCondLst>
                                    <p:cond delay="0"/>
                                  </p:stCondLst>
                                  <p:childTnLst>
                                    <p:set>
                                      <p:cBhvr>
                                        <p:cTn id="216" dur="1" fill="hold">
                                          <p:stCondLst>
                                            <p:cond delay="0"/>
                                          </p:stCondLst>
                                        </p:cTn>
                                        <p:tgtEl>
                                          <p:spTgt spid="46"/>
                                        </p:tgtEl>
                                        <p:attrNameLst>
                                          <p:attrName>style.visibility</p:attrName>
                                        </p:attrNameLst>
                                      </p:cBhvr>
                                      <p:to>
                                        <p:strVal val="visible"/>
                                      </p:to>
                                    </p:set>
                                    <p:anim calcmode="lin" valueType="num">
                                      <p:cBhvr additive="base">
                                        <p:cTn id="217" dur="500" fill="hold"/>
                                        <p:tgtEl>
                                          <p:spTgt spid="46"/>
                                        </p:tgtEl>
                                        <p:attrNameLst>
                                          <p:attrName>ppt_x</p:attrName>
                                        </p:attrNameLst>
                                      </p:cBhvr>
                                      <p:tavLst>
                                        <p:tav tm="0">
                                          <p:val>
                                            <p:strVal val="0-#ppt_w/2"/>
                                          </p:val>
                                        </p:tav>
                                        <p:tav tm="100000">
                                          <p:val>
                                            <p:strVal val="#ppt_x"/>
                                          </p:val>
                                        </p:tav>
                                      </p:tavLst>
                                    </p:anim>
                                    <p:anim calcmode="lin" valueType="num">
                                      <p:cBhvr additive="base">
                                        <p:cTn id="218"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219" fill="hold">
                      <p:stCondLst>
                        <p:cond delay="indefinite"/>
                      </p:stCondLst>
                      <p:childTnLst>
                        <p:par>
                          <p:cTn id="220" fill="hold">
                            <p:stCondLst>
                              <p:cond delay="0"/>
                            </p:stCondLst>
                            <p:childTnLst>
                              <p:par>
                                <p:cTn id="221" presetID="2" presetClass="entr" presetSubtype="8" fill="hold" grpId="0" nodeType="clickEffect">
                                  <p:stCondLst>
                                    <p:cond delay="0"/>
                                  </p:stCondLst>
                                  <p:childTnLst>
                                    <p:set>
                                      <p:cBhvr>
                                        <p:cTn id="222" dur="1" fill="hold">
                                          <p:stCondLst>
                                            <p:cond delay="0"/>
                                          </p:stCondLst>
                                        </p:cTn>
                                        <p:tgtEl>
                                          <p:spTgt spid="47"/>
                                        </p:tgtEl>
                                        <p:attrNameLst>
                                          <p:attrName>style.visibility</p:attrName>
                                        </p:attrNameLst>
                                      </p:cBhvr>
                                      <p:to>
                                        <p:strVal val="visible"/>
                                      </p:to>
                                    </p:set>
                                    <p:anim calcmode="lin" valueType="num">
                                      <p:cBhvr additive="base">
                                        <p:cTn id="223" dur="500" fill="hold"/>
                                        <p:tgtEl>
                                          <p:spTgt spid="47"/>
                                        </p:tgtEl>
                                        <p:attrNameLst>
                                          <p:attrName>ppt_x</p:attrName>
                                        </p:attrNameLst>
                                      </p:cBhvr>
                                      <p:tavLst>
                                        <p:tav tm="0">
                                          <p:val>
                                            <p:strVal val="0-#ppt_w/2"/>
                                          </p:val>
                                        </p:tav>
                                        <p:tav tm="100000">
                                          <p:val>
                                            <p:strVal val="#ppt_x"/>
                                          </p:val>
                                        </p:tav>
                                      </p:tavLst>
                                    </p:anim>
                                    <p:anim calcmode="lin" valueType="num">
                                      <p:cBhvr additive="base">
                                        <p:cTn id="224"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225" fill="hold">
                      <p:stCondLst>
                        <p:cond delay="indefinite"/>
                      </p:stCondLst>
                      <p:childTnLst>
                        <p:par>
                          <p:cTn id="226" fill="hold">
                            <p:stCondLst>
                              <p:cond delay="0"/>
                            </p:stCondLst>
                            <p:childTnLst>
                              <p:par>
                                <p:cTn id="227" presetID="2" presetClass="entr" presetSubtype="8" fill="hold" grpId="0" nodeType="clickEffect">
                                  <p:stCondLst>
                                    <p:cond delay="0"/>
                                  </p:stCondLst>
                                  <p:childTnLst>
                                    <p:set>
                                      <p:cBhvr>
                                        <p:cTn id="228" dur="1" fill="hold">
                                          <p:stCondLst>
                                            <p:cond delay="0"/>
                                          </p:stCondLst>
                                        </p:cTn>
                                        <p:tgtEl>
                                          <p:spTgt spid="48"/>
                                        </p:tgtEl>
                                        <p:attrNameLst>
                                          <p:attrName>style.visibility</p:attrName>
                                        </p:attrNameLst>
                                      </p:cBhvr>
                                      <p:to>
                                        <p:strVal val="visible"/>
                                      </p:to>
                                    </p:set>
                                    <p:anim calcmode="lin" valueType="num">
                                      <p:cBhvr additive="base">
                                        <p:cTn id="229" dur="500" fill="hold"/>
                                        <p:tgtEl>
                                          <p:spTgt spid="48"/>
                                        </p:tgtEl>
                                        <p:attrNameLst>
                                          <p:attrName>ppt_x</p:attrName>
                                        </p:attrNameLst>
                                      </p:cBhvr>
                                      <p:tavLst>
                                        <p:tav tm="0">
                                          <p:val>
                                            <p:strVal val="0-#ppt_w/2"/>
                                          </p:val>
                                        </p:tav>
                                        <p:tav tm="100000">
                                          <p:val>
                                            <p:strVal val="#ppt_x"/>
                                          </p:val>
                                        </p:tav>
                                      </p:tavLst>
                                    </p:anim>
                                    <p:anim calcmode="lin" valueType="num">
                                      <p:cBhvr additive="base">
                                        <p:cTn id="230"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231" fill="hold">
                      <p:stCondLst>
                        <p:cond delay="indefinite"/>
                      </p:stCondLst>
                      <p:childTnLst>
                        <p:par>
                          <p:cTn id="232" fill="hold">
                            <p:stCondLst>
                              <p:cond delay="0"/>
                            </p:stCondLst>
                            <p:childTnLst>
                              <p:par>
                                <p:cTn id="233" presetID="2" presetClass="entr" presetSubtype="8" fill="hold" grpId="0" nodeType="clickEffect">
                                  <p:stCondLst>
                                    <p:cond delay="0"/>
                                  </p:stCondLst>
                                  <p:childTnLst>
                                    <p:set>
                                      <p:cBhvr>
                                        <p:cTn id="234" dur="1" fill="hold">
                                          <p:stCondLst>
                                            <p:cond delay="0"/>
                                          </p:stCondLst>
                                        </p:cTn>
                                        <p:tgtEl>
                                          <p:spTgt spid="49"/>
                                        </p:tgtEl>
                                        <p:attrNameLst>
                                          <p:attrName>style.visibility</p:attrName>
                                        </p:attrNameLst>
                                      </p:cBhvr>
                                      <p:to>
                                        <p:strVal val="visible"/>
                                      </p:to>
                                    </p:set>
                                    <p:anim calcmode="lin" valueType="num">
                                      <p:cBhvr additive="base">
                                        <p:cTn id="235" dur="500" fill="hold"/>
                                        <p:tgtEl>
                                          <p:spTgt spid="49"/>
                                        </p:tgtEl>
                                        <p:attrNameLst>
                                          <p:attrName>ppt_x</p:attrName>
                                        </p:attrNameLst>
                                      </p:cBhvr>
                                      <p:tavLst>
                                        <p:tav tm="0">
                                          <p:val>
                                            <p:strVal val="0-#ppt_w/2"/>
                                          </p:val>
                                        </p:tav>
                                        <p:tav tm="100000">
                                          <p:val>
                                            <p:strVal val="#ppt_x"/>
                                          </p:val>
                                        </p:tav>
                                      </p:tavLst>
                                    </p:anim>
                                    <p:anim calcmode="lin" valueType="num">
                                      <p:cBhvr additive="base">
                                        <p:cTn id="236" dur="500" fill="hold"/>
                                        <p:tgtEl>
                                          <p:spTgt spid="49"/>
                                        </p:tgtEl>
                                        <p:attrNameLst>
                                          <p:attrName>ppt_y</p:attrName>
                                        </p:attrNameLst>
                                      </p:cBhvr>
                                      <p:tavLst>
                                        <p:tav tm="0">
                                          <p:val>
                                            <p:strVal val="#ppt_y"/>
                                          </p:val>
                                        </p:tav>
                                        <p:tav tm="100000">
                                          <p:val>
                                            <p:strVal val="#ppt_y"/>
                                          </p:val>
                                        </p:tav>
                                      </p:tavLst>
                                    </p:anim>
                                  </p:childTnLst>
                                </p:cTn>
                              </p:par>
                            </p:childTnLst>
                          </p:cTn>
                        </p:par>
                      </p:childTnLst>
                    </p:cTn>
                  </p:par>
                  <p:par>
                    <p:cTn id="237" fill="hold">
                      <p:stCondLst>
                        <p:cond delay="indefinite"/>
                      </p:stCondLst>
                      <p:childTnLst>
                        <p:par>
                          <p:cTn id="238" fill="hold">
                            <p:stCondLst>
                              <p:cond delay="0"/>
                            </p:stCondLst>
                            <p:childTnLst>
                              <p:par>
                                <p:cTn id="239" presetID="2" presetClass="entr" presetSubtype="8" fill="hold" nodeType="clickEffect">
                                  <p:stCondLst>
                                    <p:cond delay="0"/>
                                  </p:stCondLst>
                                  <p:childTnLst>
                                    <p:set>
                                      <p:cBhvr>
                                        <p:cTn id="240" dur="1" fill="hold">
                                          <p:stCondLst>
                                            <p:cond delay="0"/>
                                          </p:stCondLst>
                                        </p:cTn>
                                        <p:tgtEl>
                                          <p:spTgt spid="50"/>
                                        </p:tgtEl>
                                        <p:attrNameLst>
                                          <p:attrName>style.visibility</p:attrName>
                                        </p:attrNameLst>
                                      </p:cBhvr>
                                      <p:to>
                                        <p:strVal val="visible"/>
                                      </p:to>
                                    </p:set>
                                    <p:anim calcmode="lin" valueType="num">
                                      <p:cBhvr additive="base">
                                        <p:cTn id="241" dur="500" fill="hold"/>
                                        <p:tgtEl>
                                          <p:spTgt spid="50"/>
                                        </p:tgtEl>
                                        <p:attrNameLst>
                                          <p:attrName>ppt_x</p:attrName>
                                        </p:attrNameLst>
                                      </p:cBhvr>
                                      <p:tavLst>
                                        <p:tav tm="0">
                                          <p:val>
                                            <p:strVal val="0-#ppt_w/2"/>
                                          </p:val>
                                        </p:tav>
                                        <p:tav tm="100000">
                                          <p:val>
                                            <p:strVal val="#ppt_x"/>
                                          </p:val>
                                        </p:tav>
                                      </p:tavLst>
                                    </p:anim>
                                    <p:anim calcmode="lin" valueType="num">
                                      <p:cBhvr additive="base">
                                        <p:cTn id="242" dur="500" fill="hold"/>
                                        <p:tgtEl>
                                          <p:spTgt spid="50"/>
                                        </p:tgtEl>
                                        <p:attrNameLst>
                                          <p:attrName>ppt_y</p:attrName>
                                        </p:attrNameLst>
                                      </p:cBhvr>
                                      <p:tavLst>
                                        <p:tav tm="0">
                                          <p:val>
                                            <p:strVal val="#ppt_y"/>
                                          </p:val>
                                        </p:tav>
                                        <p:tav tm="100000">
                                          <p:val>
                                            <p:strVal val="#ppt_y"/>
                                          </p:val>
                                        </p:tav>
                                      </p:tavLst>
                                    </p:anim>
                                  </p:childTnLst>
                                </p:cTn>
                              </p:par>
                            </p:childTnLst>
                          </p:cTn>
                        </p:par>
                      </p:childTnLst>
                    </p:cTn>
                  </p:par>
                  <p:par>
                    <p:cTn id="243" fill="hold">
                      <p:stCondLst>
                        <p:cond delay="indefinite"/>
                      </p:stCondLst>
                      <p:childTnLst>
                        <p:par>
                          <p:cTn id="244" fill="hold">
                            <p:stCondLst>
                              <p:cond delay="0"/>
                            </p:stCondLst>
                            <p:childTnLst>
                              <p:par>
                                <p:cTn id="245" presetID="2" presetClass="entr" presetSubtype="8" fill="hold" grpId="0" nodeType="clickEffect">
                                  <p:stCondLst>
                                    <p:cond delay="0"/>
                                  </p:stCondLst>
                                  <p:childTnLst>
                                    <p:set>
                                      <p:cBhvr>
                                        <p:cTn id="246" dur="1" fill="hold">
                                          <p:stCondLst>
                                            <p:cond delay="0"/>
                                          </p:stCondLst>
                                        </p:cTn>
                                        <p:tgtEl>
                                          <p:spTgt spid="51"/>
                                        </p:tgtEl>
                                        <p:attrNameLst>
                                          <p:attrName>style.visibility</p:attrName>
                                        </p:attrNameLst>
                                      </p:cBhvr>
                                      <p:to>
                                        <p:strVal val="visible"/>
                                      </p:to>
                                    </p:set>
                                    <p:anim calcmode="lin" valueType="num">
                                      <p:cBhvr additive="base">
                                        <p:cTn id="247" dur="500" fill="hold"/>
                                        <p:tgtEl>
                                          <p:spTgt spid="51"/>
                                        </p:tgtEl>
                                        <p:attrNameLst>
                                          <p:attrName>ppt_x</p:attrName>
                                        </p:attrNameLst>
                                      </p:cBhvr>
                                      <p:tavLst>
                                        <p:tav tm="0">
                                          <p:val>
                                            <p:strVal val="0-#ppt_w/2"/>
                                          </p:val>
                                        </p:tav>
                                        <p:tav tm="100000">
                                          <p:val>
                                            <p:strVal val="#ppt_x"/>
                                          </p:val>
                                        </p:tav>
                                      </p:tavLst>
                                    </p:anim>
                                    <p:anim calcmode="lin" valueType="num">
                                      <p:cBhvr additive="base">
                                        <p:cTn id="248" dur="500" fill="hold"/>
                                        <p:tgtEl>
                                          <p:spTgt spid="51"/>
                                        </p:tgtEl>
                                        <p:attrNameLst>
                                          <p:attrName>ppt_y</p:attrName>
                                        </p:attrNameLst>
                                      </p:cBhvr>
                                      <p:tavLst>
                                        <p:tav tm="0">
                                          <p:val>
                                            <p:strVal val="#ppt_y"/>
                                          </p:val>
                                        </p:tav>
                                        <p:tav tm="100000">
                                          <p:val>
                                            <p:strVal val="#ppt_y"/>
                                          </p:val>
                                        </p:tav>
                                      </p:tavLst>
                                    </p:anim>
                                  </p:childTnLst>
                                </p:cTn>
                              </p:par>
                            </p:childTnLst>
                          </p:cTn>
                        </p:par>
                      </p:childTnLst>
                    </p:cTn>
                  </p:par>
                  <p:par>
                    <p:cTn id="249" fill="hold">
                      <p:stCondLst>
                        <p:cond delay="indefinite"/>
                      </p:stCondLst>
                      <p:childTnLst>
                        <p:par>
                          <p:cTn id="250" fill="hold">
                            <p:stCondLst>
                              <p:cond delay="0"/>
                            </p:stCondLst>
                            <p:childTnLst>
                              <p:par>
                                <p:cTn id="251" presetID="2" presetClass="entr" presetSubtype="8" fill="hold" grpId="0" nodeType="clickEffect">
                                  <p:stCondLst>
                                    <p:cond delay="0"/>
                                  </p:stCondLst>
                                  <p:childTnLst>
                                    <p:set>
                                      <p:cBhvr>
                                        <p:cTn id="252" dur="1" fill="hold">
                                          <p:stCondLst>
                                            <p:cond delay="0"/>
                                          </p:stCondLst>
                                        </p:cTn>
                                        <p:tgtEl>
                                          <p:spTgt spid="52"/>
                                        </p:tgtEl>
                                        <p:attrNameLst>
                                          <p:attrName>style.visibility</p:attrName>
                                        </p:attrNameLst>
                                      </p:cBhvr>
                                      <p:to>
                                        <p:strVal val="visible"/>
                                      </p:to>
                                    </p:set>
                                    <p:anim calcmode="lin" valueType="num">
                                      <p:cBhvr additive="base">
                                        <p:cTn id="253" dur="500" fill="hold"/>
                                        <p:tgtEl>
                                          <p:spTgt spid="52"/>
                                        </p:tgtEl>
                                        <p:attrNameLst>
                                          <p:attrName>ppt_x</p:attrName>
                                        </p:attrNameLst>
                                      </p:cBhvr>
                                      <p:tavLst>
                                        <p:tav tm="0">
                                          <p:val>
                                            <p:strVal val="0-#ppt_w/2"/>
                                          </p:val>
                                        </p:tav>
                                        <p:tav tm="100000">
                                          <p:val>
                                            <p:strVal val="#ppt_x"/>
                                          </p:val>
                                        </p:tav>
                                      </p:tavLst>
                                    </p:anim>
                                    <p:anim calcmode="lin" valueType="num">
                                      <p:cBhvr additive="base">
                                        <p:cTn id="254" dur="500" fill="hold"/>
                                        <p:tgtEl>
                                          <p:spTgt spid="52"/>
                                        </p:tgtEl>
                                        <p:attrNameLst>
                                          <p:attrName>ppt_y</p:attrName>
                                        </p:attrNameLst>
                                      </p:cBhvr>
                                      <p:tavLst>
                                        <p:tav tm="0">
                                          <p:val>
                                            <p:strVal val="#ppt_y"/>
                                          </p:val>
                                        </p:tav>
                                        <p:tav tm="100000">
                                          <p:val>
                                            <p:strVal val="#ppt_y"/>
                                          </p:val>
                                        </p:tav>
                                      </p:tavLst>
                                    </p:anim>
                                  </p:childTnLst>
                                </p:cTn>
                              </p:par>
                            </p:childTnLst>
                          </p:cTn>
                        </p:par>
                      </p:childTnLst>
                    </p:cTn>
                  </p:par>
                  <p:par>
                    <p:cTn id="255" fill="hold">
                      <p:stCondLst>
                        <p:cond delay="indefinite"/>
                      </p:stCondLst>
                      <p:childTnLst>
                        <p:par>
                          <p:cTn id="256" fill="hold">
                            <p:stCondLst>
                              <p:cond delay="0"/>
                            </p:stCondLst>
                            <p:childTnLst>
                              <p:par>
                                <p:cTn id="257" presetID="2" presetClass="entr" presetSubtype="8" fill="hold" grpId="0" nodeType="clickEffect">
                                  <p:stCondLst>
                                    <p:cond delay="0"/>
                                  </p:stCondLst>
                                  <p:childTnLst>
                                    <p:set>
                                      <p:cBhvr>
                                        <p:cTn id="258" dur="1" fill="hold">
                                          <p:stCondLst>
                                            <p:cond delay="0"/>
                                          </p:stCondLst>
                                        </p:cTn>
                                        <p:tgtEl>
                                          <p:spTgt spid="53"/>
                                        </p:tgtEl>
                                        <p:attrNameLst>
                                          <p:attrName>style.visibility</p:attrName>
                                        </p:attrNameLst>
                                      </p:cBhvr>
                                      <p:to>
                                        <p:strVal val="visible"/>
                                      </p:to>
                                    </p:set>
                                    <p:anim calcmode="lin" valueType="num">
                                      <p:cBhvr additive="base">
                                        <p:cTn id="259" dur="500" fill="hold"/>
                                        <p:tgtEl>
                                          <p:spTgt spid="53"/>
                                        </p:tgtEl>
                                        <p:attrNameLst>
                                          <p:attrName>ppt_x</p:attrName>
                                        </p:attrNameLst>
                                      </p:cBhvr>
                                      <p:tavLst>
                                        <p:tav tm="0">
                                          <p:val>
                                            <p:strVal val="0-#ppt_w/2"/>
                                          </p:val>
                                        </p:tav>
                                        <p:tav tm="100000">
                                          <p:val>
                                            <p:strVal val="#ppt_x"/>
                                          </p:val>
                                        </p:tav>
                                      </p:tavLst>
                                    </p:anim>
                                    <p:anim calcmode="lin" valueType="num">
                                      <p:cBhvr additive="base">
                                        <p:cTn id="260" dur="500" fill="hold"/>
                                        <p:tgtEl>
                                          <p:spTgt spid="53"/>
                                        </p:tgtEl>
                                        <p:attrNameLst>
                                          <p:attrName>ppt_y</p:attrName>
                                        </p:attrNameLst>
                                      </p:cBhvr>
                                      <p:tavLst>
                                        <p:tav tm="0">
                                          <p:val>
                                            <p:strVal val="#ppt_y"/>
                                          </p:val>
                                        </p:tav>
                                        <p:tav tm="100000">
                                          <p:val>
                                            <p:strVal val="#ppt_y"/>
                                          </p:val>
                                        </p:tav>
                                      </p:tavLst>
                                    </p:anim>
                                  </p:childTnLst>
                                </p:cTn>
                              </p:par>
                            </p:childTnLst>
                          </p:cTn>
                        </p:par>
                      </p:childTnLst>
                    </p:cTn>
                  </p:par>
                  <p:par>
                    <p:cTn id="261" fill="hold">
                      <p:stCondLst>
                        <p:cond delay="indefinite"/>
                      </p:stCondLst>
                      <p:childTnLst>
                        <p:par>
                          <p:cTn id="262" fill="hold">
                            <p:stCondLst>
                              <p:cond delay="0"/>
                            </p:stCondLst>
                            <p:childTnLst>
                              <p:par>
                                <p:cTn id="263" presetID="2" presetClass="entr" presetSubtype="8" fill="hold" grpId="0" nodeType="clickEffect">
                                  <p:stCondLst>
                                    <p:cond delay="0"/>
                                  </p:stCondLst>
                                  <p:childTnLst>
                                    <p:set>
                                      <p:cBhvr>
                                        <p:cTn id="264" dur="1" fill="hold">
                                          <p:stCondLst>
                                            <p:cond delay="0"/>
                                          </p:stCondLst>
                                        </p:cTn>
                                        <p:tgtEl>
                                          <p:spTgt spid="54"/>
                                        </p:tgtEl>
                                        <p:attrNameLst>
                                          <p:attrName>style.visibility</p:attrName>
                                        </p:attrNameLst>
                                      </p:cBhvr>
                                      <p:to>
                                        <p:strVal val="visible"/>
                                      </p:to>
                                    </p:set>
                                    <p:anim calcmode="lin" valueType="num">
                                      <p:cBhvr additive="base">
                                        <p:cTn id="265" dur="500" fill="hold"/>
                                        <p:tgtEl>
                                          <p:spTgt spid="54"/>
                                        </p:tgtEl>
                                        <p:attrNameLst>
                                          <p:attrName>ppt_x</p:attrName>
                                        </p:attrNameLst>
                                      </p:cBhvr>
                                      <p:tavLst>
                                        <p:tav tm="0">
                                          <p:val>
                                            <p:strVal val="0-#ppt_w/2"/>
                                          </p:val>
                                        </p:tav>
                                        <p:tav tm="100000">
                                          <p:val>
                                            <p:strVal val="#ppt_x"/>
                                          </p:val>
                                        </p:tav>
                                      </p:tavLst>
                                    </p:anim>
                                    <p:anim calcmode="lin" valueType="num">
                                      <p:cBhvr additive="base">
                                        <p:cTn id="266" dur="500" fill="hold"/>
                                        <p:tgtEl>
                                          <p:spTgt spid="54"/>
                                        </p:tgtEl>
                                        <p:attrNameLst>
                                          <p:attrName>ppt_y</p:attrName>
                                        </p:attrNameLst>
                                      </p:cBhvr>
                                      <p:tavLst>
                                        <p:tav tm="0">
                                          <p:val>
                                            <p:strVal val="#ppt_y"/>
                                          </p:val>
                                        </p:tav>
                                        <p:tav tm="100000">
                                          <p:val>
                                            <p:strVal val="#ppt_y"/>
                                          </p:val>
                                        </p:tav>
                                      </p:tavLst>
                                    </p:anim>
                                  </p:childTnLst>
                                </p:cTn>
                              </p:par>
                            </p:childTnLst>
                          </p:cTn>
                        </p:par>
                      </p:childTnLst>
                    </p:cTn>
                  </p:par>
                  <p:par>
                    <p:cTn id="267" fill="hold">
                      <p:stCondLst>
                        <p:cond delay="indefinite"/>
                      </p:stCondLst>
                      <p:childTnLst>
                        <p:par>
                          <p:cTn id="268" fill="hold">
                            <p:stCondLst>
                              <p:cond delay="0"/>
                            </p:stCondLst>
                            <p:childTnLst>
                              <p:par>
                                <p:cTn id="269" presetID="2" presetClass="entr" presetSubtype="8" fill="hold" nodeType="clickEffect">
                                  <p:stCondLst>
                                    <p:cond delay="0"/>
                                  </p:stCondLst>
                                  <p:childTnLst>
                                    <p:set>
                                      <p:cBhvr>
                                        <p:cTn id="270" dur="1" fill="hold">
                                          <p:stCondLst>
                                            <p:cond delay="0"/>
                                          </p:stCondLst>
                                        </p:cTn>
                                        <p:tgtEl>
                                          <p:spTgt spid="55"/>
                                        </p:tgtEl>
                                        <p:attrNameLst>
                                          <p:attrName>style.visibility</p:attrName>
                                        </p:attrNameLst>
                                      </p:cBhvr>
                                      <p:to>
                                        <p:strVal val="visible"/>
                                      </p:to>
                                    </p:set>
                                    <p:anim calcmode="lin" valueType="num">
                                      <p:cBhvr additive="base">
                                        <p:cTn id="271" dur="500" fill="hold"/>
                                        <p:tgtEl>
                                          <p:spTgt spid="55"/>
                                        </p:tgtEl>
                                        <p:attrNameLst>
                                          <p:attrName>ppt_x</p:attrName>
                                        </p:attrNameLst>
                                      </p:cBhvr>
                                      <p:tavLst>
                                        <p:tav tm="0">
                                          <p:val>
                                            <p:strVal val="0-#ppt_w/2"/>
                                          </p:val>
                                        </p:tav>
                                        <p:tav tm="100000">
                                          <p:val>
                                            <p:strVal val="#ppt_x"/>
                                          </p:val>
                                        </p:tav>
                                      </p:tavLst>
                                    </p:anim>
                                    <p:anim calcmode="lin" valueType="num">
                                      <p:cBhvr additive="base">
                                        <p:cTn id="272" dur="500" fill="hold"/>
                                        <p:tgtEl>
                                          <p:spTgt spid="55"/>
                                        </p:tgtEl>
                                        <p:attrNameLst>
                                          <p:attrName>ppt_y</p:attrName>
                                        </p:attrNameLst>
                                      </p:cBhvr>
                                      <p:tavLst>
                                        <p:tav tm="0">
                                          <p:val>
                                            <p:strVal val="#ppt_y"/>
                                          </p:val>
                                        </p:tav>
                                        <p:tav tm="100000">
                                          <p:val>
                                            <p:strVal val="#ppt_y"/>
                                          </p:val>
                                        </p:tav>
                                      </p:tavLst>
                                    </p:anim>
                                  </p:childTnLst>
                                </p:cTn>
                              </p:par>
                            </p:childTnLst>
                          </p:cTn>
                        </p:par>
                      </p:childTnLst>
                    </p:cTn>
                  </p:par>
                  <p:par>
                    <p:cTn id="273" fill="hold">
                      <p:stCondLst>
                        <p:cond delay="indefinite"/>
                      </p:stCondLst>
                      <p:childTnLst>
                        <p:par>
                          <p:cTn id="274" fill="hold">
                            <p:stCondLst>
                              <p:cond delay="0"/>
                            </p:stCondLst>
                            <p:childTnLst>
                              <p:par>
                                <p:cTn id="275" presetID="2" presetClass="entr" presetSubtype="8" fill="hold" grpId="0" nodeType="clickEffect">
                                  <p:stCondLst>
                                    <p:cond delay="0"/>
                                  </p:stCondLst>
                                  <p:childTnLst>
                                    <p:set>
                                      <p:cBhvr>
                                        <p:cTn id="276" dur="1" fill="hold">
                                          <p:stCondLst>
                                            <p:cond delay="0"/>
                                          </p:stCondLst>
                                        </p:cTn>
                                        <p:tgtEl>
                                          <p:spTgt spid="56"/>
                                        </p:tgtEl>
                                        <p:attrNameLst>
                                          <p:attrName>style.visibility</p:attrName>
                                        </p:attrNameLst>
                                      </p:cBhvr>
                                      <p:to>
                                        <p:strVal val="visible"/>
                                      </p:to>
                                    </p:set>
                                    <p:anim calcmode="lin" valueType="num">
                                      <p:cBhvr additive="base">
                                        <p:cTn id="277" dur="500" fill="hold"/>
                                        <p:tgtEl>
                                          <p:spTgt spid="56"/>
                                        </p:tgtEl>
                                        <p:attrNameLst>
                                          <p:attrName>ppt_x</p:attrName>
                                        </p:attrNameLst>
                                      </p:cBhvr>
                                      <p:tavLst>
                                        <p:tav tm="0">
                                          <p:val>
                                            <p:strVal val="0-#ppt_w/2"/>
                                          </p:val>
                                        </p:tav>
                                        <p:tav tm="100000">
                                          <p:val>
                                            <p:strVal val="#ppt_x"/>
                                          </p:val>
                                        </p:tav>
                                      </p:tavLst>
                                    </p:anim>
                                    <p:anim calcmode="lin" valueType="num">
                                      <p:cBhvr additive="base">
                                        <p:cTn id="278" dur="500" fill="hold"/>
                                        <p:tgtEl>
                                          <p:spTgt spid="56"/>
                                        </p:tgtEl>
                                        <p:attrNameLst>
                                          <p:attrName>ppt_y</p:attrName>
                                        </p:attrNameLst>
                                      </p:cBhvr>
                                      <p:tavLst>
                                        <p:tav tm="0">
                                          <p:val>
                                            <p:strVal val="#ppt_y"/>
                                          </p:val>
                                        </p:tav>
                                        <p:tav tm="100000">
                                          <p:val>
                                            <p:strVal val="#ppt_y"/>
                                          </p:val>
                                        </p:tav>
                                      </p:tavLst>
                                    </p:anim>
                                  </p:childTnLst>
                                </p:cTn>
                              </p:par>
                            </p:childTnLst>
                          </p:cTn>
                        </p:par>
                      </p:childTnLst>
                    </p:cTn>
                  </p:par>
                  <p:par>
                    <p:cTn id="279" fill="hold">
                      <p:stCondLst>
                        <p:cond delay="indefinite"/>
                      </p:stCondLst>
                      <p:childTnLst>
                        <p:par>
                          <p:cTn id="280" fill="hold">
                            <p:stCondLst>
                              <p:cond delay="0"/>
                            </p:stCondLst>
                            <p:childTnLst>
                              <p:par>
                                <p:cTn id="281" presetID="2" presetClass="entr" presetSubtype="8" fill="hold" grpId="0" nodeType="clickEffect">
                                  <p:stCondLst>
                                    <p:cond delay="0"/>
                                  </p:stCondLst>
                                  <p:childTnLst>
                                    <p:set>
                                      <p:cBhvr>
                                        <p:cTn id="282" dur="1" fill="hold">
                                          <p:stCondLst>
                                            <p:cond delay="0"/>
                                          </p:stCondLst>
                                        </p:cTn>
                                        <p:tgtEl>
                                          <p:spTgt spid="57"/>
                                        </p:tgtEl>
                                        <p:attrNameLst>
                                          <p:attrName>style.visibility</p:attrName>
                                        </p:attrNameLst>
                                      </p:cBhvr>
                                      <p:to>
                                        <p:strVal val="visible"/>
                                      </p:to>
                                    </p:set>
                                    <p:anim calcmode="lin" valueType="num">
                                      <p:cBhvr additive="base">
                                        <p:cTn id="283" dur="500" fill="hold"/>
                                        <p:tgtEl>
                                          <p:spTgt spid="57"/>
                                        </p:tgtEl>
                                        <p:attrNameLst>
                                          <p:attrName>ppt_x</p:attrName>
                                        </p:attrNameLst>
                                      </p:cBhvr>
                                      <p:tavLst>
                                        <p:tav tm="0">
                                          <p:val>
                                            <p:strVal val="0-#ppt_w/2"/>
                                          </p:val>
                                        </p:tav>
                                        <p:tav tm="100000">
                                          <p:val>
                                            <p:strVal val="#ppt_x"/>
                                          </p:val>
                                        </p:tav>
                                      </p:tavLst>
                                    </p:anim>
                                    <p:anim calcmode="lin" valueType="num">
                                      <p:cBhvr additive="base">
                                        <p:cTn id="284" dur="500" fill="hold"/>
                                        <p:tgtEl>
                                          <p:spTgt spid="57"/>
                                        </p:tgtEl>
                                        <p:attrNameLst>
                                          <p:attrName>ppt_y</p:attrName>
                                        </p:attrNameLst>
                                      </p:cBhvr>
                                      <p:tavLst>
                                        <p:tav tm="0">
                                          <p:val>
                                            <p:strVal val="#ppt_y"/>
                                          </p:val>
                                        </p:tav>
                                        <p:tav tm="100000">
                                          <p:val>
                                            <p:strVal val="#ppt_y"/>
                                          </p:val>
                                        </p:tav>
                                      </p:tavLst>
                                    </p:anim>
                                  </p:childTnLst>
                                </p:cTn>
                              </p:par>
                            </p:childTnLst>
                          </p:cTn>
                        </p:par>
                      </p:childTnLst>
                    </p:cTn>
                  </p:par>
                  <p:par>
                    <p:cTn id="285" fill="hold">
                      <p:stCondLst>
                        <p:cond delay="indefinite"/>
                      </p:stCondLst>
                      <p:childTnLst>
                        <p:par>
                          <p:cTn id="286" fill="hold">
                            <p:stCondLst>
                              <p:cond delay="0"/>
                            </p:stCondLst>
                            <p:childTnLst>
                              <p:par>
                                <p:cTn id="287" presetID="2" presetClass="entr" presetSubtype="8" fill="hold" grpId="0" nodeType="clickEffect">
                                  <p:stCondLst>
                                    <p:cond delay="0"/>
                                  </p:stCondLst>
                                  <p:childTnLst>
                                    <p:set>
                                      <p:cBhvr>
                                        <p:cTn id="288" dur="1" fill="hold">
                                          <p:stCondLst>
                                            <p:cond delay="0"/>
                                          </p:stCondLst>
                                        </p:cTn>
                                        <p:tgtEl>
                                          <p:spTgt spid="58"/>
                                        </p:tgtEl>
                                        <p:attrNameLst>
                                          <p:attrName>style.visibility</p:attrName>
                                        </p:attrNameLst>
                                      </p:cBhvr>
                                      <p:to>
                                        <p:strVal val="visible"/>
                                      </p:to>
                                    </p:set>
                                    <p:anim calcmode="lin" valueType="num">
                                      <p:cBhvr additive="base">
                                        <p:cTn id="289" dur="500" fill="hold"/>
                                        <p:tgtEl>
                                          <p:spTgt spid="58"/>
                                        </p:tgtEl>
                                        <p:attrNameLst>
                                          <p:attrName>ppt_x</p:attrName>
                                        </p:attrNameLst>
                                      </p:cBhvr>
                                      <p:tavLst>
                                        <p:tav tm="0">
                                          <p:val>
                                            <p:strVal val="0-#ppt_w/2"/>
                                          </p:val>
                                        </p:tav>
                                        <p:tav tm="100000">
                                          <p:val>
                                            <p:strVal val="#ppt_x"/>
                                          </p:val>
                                        </p:tav>
                                      </p:tavLst>
                                    </p:anim>
                                    <p:anim calcmode="lin" valueType="num">
                                      <p:cBhvr additive="base">
                                        <p:cTn id="290" dur="500" fill="hold"/>
                                        <p:tgtEl>
                                          <p:spTgt spid="58"/>
                                        </p:tgtEl>
                                        <p:attrNameLst>
                                          <p:attrName>ppt_y</p:attrName>
                                        </p:attrNameLst>
                                      </p:cBhvr>
                                      <p:tavLst>
                                        <p:tav tm="0">
                                          <p:val>
                                            <p:strVal val="#ppt_y"/>
                                          </p:val>
                                        </p:tav>
                                        <p:tav tm="100000">
                                          <p:val>
                                            <p:strVal val="#ppt_y"/>
                                          </p:val>
                                        </p:tav>
                                      </p:tavLst>
                                    </p:anim>
                                  </p:childTnLst>
                                </p:cTn>
                              </p:par>
                            </p:childTnLst>
                          </p:cTn>
                        </p:par>
                      </p:childTnLst>
                    </p:cTn>
                  </p:par>
                  <p:par>
                    <p:cTn id="291" fill="hold">
                      <p:stCondLst>
                        <p:cond delay="indefinite"/>
                      </p:stCondLst>
                      <p:childTnLst>
                        <p:par>
                          <p:cTn id="292" fill="hold">
                            <p:stCondLst>
                              <p:cond delay="0"/>
                            </p:stCondLst>
                            <p:childTnLst>
                              <p:par>
                                <p:cTn id="293" presetID="2" presetClass="entr" presetSubtype="8" fill="hold" grpId="0" nodeType="clickEffect">
                                  <p:stCondLst>
                                    <p:cond delay="0"/>
                                  </p:stCondLst>
                                  <p:childTnLst>
                                    <p:set>
                                      <p:cBhvr>
                                        <p:cTn id="294" dur="1" fill="hold">
                                          <p:stCondLst>
                                            <p:cond delay="0"/>
                                          </p:stCondLst>
                                        </p:cTn>
                                        <p:tgtEl>
                                          <p:spTgt spid="59"/>
                                        </p:tgtEl>
                                        <p:attrNameLst>
                                          <p:attrName>style.visibility</p:attrName>
                                        </p:attrNameLst>
                                      </p:cBhvr>
                                      <p:to>
                                        <p:strVal val="visible"/>
                                      </p:to>
                                    </p:set>
                                    <p:anim calcmode="lin" valueType="num">
                                      <p:cBhvr additive="base">
                                        <p:cTn id="295" dur="500" fill="hold"/>
                                        <p:tgtEl>
                                          <p:spTgt spid="59"/>
                                        </p:tgtEl>
                                        <p:attrNameLst>
                                          <p:attrName>ppt_x</p:attrName>
                                        </p:attrNameLst>
                                      </p:cBhvr>
                                      <p:tavLst>
                                        <p:tav tm="0">
                                          <p:val>
                                            <p:strVal val="0-#ppt_w/2"/>
                                          </p:val>
                                        </p:tav>
                                        <p:tav tm="100000">
                                          <p:val>
                                            <p:strVal val="#ppt_x"/>
                                          </p:val>
                                        </p:tav>
                                      </p:tavLst>
                                    </p:anim>
                                    <p:anim calcmode="lin" valueType="num">
                                      <p:cBhvr additive="base">
                                        <p:cTn id="296" dur="500" fill="hold"/>
                                        <p:tgtEl>
                                          <p:spTgt spid="59"/>
                                        </p:tgtEl>
                                        <p:attrNameLst>
                                          <p:attrName>ppt_y</p:attrName>
                                        </p:attrNameLst>
                                      </p:cBhvr>
                                      <p:tavLst>
                                        <p:tav tm="0">
                                          <p:val>
                                            <p:strVal val="#ppt_y"/>
                                          </p:val>
                                        </p:tav>
                                        <p:tav tm="100000">
                                          <p:val>
                                            <p:strVal val="#ppt_y"/>
                                          </p:val>
                                        </p:tav>
                                      </p:tavLst>
                                    </p:anim>
                                  </p:childTnLst>
                                </p:cTn>
                              </p:par>
                            </p:childTnLst>
                          </p:cTn>
                        </p:par>
                      </p:childTnLst>
                    </p:cTn>
                  </p:par>
                  <p:par>
                    <p:cTn id="297" fill="hold">
                      <p:stCondLst>
                        <p:cond delay="indefinite"/>
                      </p:stCondLst>
                      <p:childTnLst>
                        <p:par>
                          <p:cTn id="298" fill="hold">
                            <p:stCondLst>
                              <p:cond delay="0"/>
                            </p:stCondLst>
                            <p:childTnLst>
                              <p:par>
                                <p:cTn id="299" presetID="2" presetClass="entr" presetSubtype="8" fill="hold" nodeType="clickEffect">
                                  <p:stCondLst>
                                    <p:cond delay="0"/>
                                  </p:stCondLst>
                                  <p:childTnLst>
                                    <p:set>
                                      <p:cBhvr>
                                        <p:cTn id="300" dur="1" fill="hold">
                                          <p:stCondLst>
                                            <p:cond delay="0"/>
                                          </p:stCondLst>
                                        </p:cTn>
                                        <p:tgtEl>
                                          <p:spTgt spid="60"/>
                                        </p:tgtEl>
                                        <p:attrNameLst>
                                          <p:attrName>style.visibility</p:attrName>
                                        </p:attrNameLst>
                                      </p:cBhvr>
                                      <p:to>
                                        <p:strVal val="visible"/>
                                      </p:to>
                                    </p:set>
                                    <p:anim calcmode="lin" valueType="num">
                                      <p:cBhvr additive="base">
                                        <p:cTn id="301" dur="500" fill="hold"/>
                                        <p:tgtEl>
                                          <p:spTgt spid="60"/>
                                        </p:tgtEl>
                                        <p:attrNameLst>
                                          <p:attrName>ppt_x</p:attrName>
                                        </p:attrNameLst>
                                      </p:cBhvr>
                                      <p:tavLst>
                                        <p:tav tm="0">
                                          <p:val>
                                            <p:strVal val="0-#ppt_w/2"/>
                                          </p:val>
                                        </p:tav>
                                        <p:tav tm="100000">
                                          <p:val>
                                            <p:strVal val="#ppt_x"/>
                                          </p:val>
                                        </p:tav>
                                      </p:tavLst>
                                    </p:anim>
                                    <p:anim calcmode="lin" valueType="num">
                                      <p:cBhvr additive="base">
                                        <p:cTn id="302" dur="500" fill="hold"/>
                                        <p:tgtEl>
                                          <p:spTgt spid="60"/>
                                        </p:tgtEl>
                                        <p:attrNameLst>
                                          <p:attrName>ppt_y</p:attrName>
                                        </p:attrNameLst>
                                      </p:cBhvr>
                                      <p:tavLst>
                                        <p:tav tm="0">
                                          <p:val>
                                            <p:strVal val="#ppt_y"/>
                                          </p:val>
                                        </p:tav>
                                        <p:tav tm="100000">
                                          <p:val>
                                            <p:strVal val="#ppt_y"/>
                                          </p:val>
                                        </p:tav>
                                      </p:tavLst>
                                    </p:anim>
                                  </p:childTnLst>
                                </p:cTn>
                              </p:par>
                            </p:childTnLst>
                          </p:cTn>
                        </p:par>
                      </p:childTnLst>
                    </p:cTn>
                  </p:par>
                  <p:par>
                    <p:cTn id="303" fill="hold">
                      <p:stCondLst>
                        <p:cond delay="indefinite"/>
                      </p:stCondLst>
                      <p:childTnLst>
                        <p:par>
                          <p:cTn id="304" fill="hold">
                            <p:stCondLst>
                              <p:cond delay="0"/>
                            </p:stCondLst>
                            <p:childTnLst>
                              <p:par>
                                <p:cTn id="305" presetID="2" presetClass="entr" presetSubtype="8" fill="hold" grpId="0" nodeType="clickEffect">
                                  <p:stCondLst>
                                    <p:cond delay="0"/>
                                  </p:stCondLst>
                                  <p:childTnLst>
                                    <p:set>
                                      <p:cBhvr>
                                        <p:cTn id="306" dur="1" fill="hold">
                                          <p:stCondLst>
                                            <p:cond delay="0"/>
                                          </p:stCondLst>
                                        </p:cTn>
                                        <p:tgtEl>
                                          <p:spTgt spid="61"/>
                                        </p:tgtEl>
                                        <p:attrNameLst>
                                          <p:attrName>style.visibility</p:attrName>
                                        </p:attrNameLst>
                                      </p:cBhvr>
                                      <p:to>
                                        <p:strVal val="visible"/>
                                      </p:to>
                                    </p:set>
                                    <p:anim calcmode="lin" valueType="num">
                                      <p:cBhvr additive="base">
                                        <p:cTn id="307" dur="500" fill="hold"/>
                                        <p:tgtEl>
                                          <p:spTgt spid="61"/>
                                        </p:tgtEl>
                                        <p:attrNameLst>
                                          <p:attrName>ppt_x</p:attrName>
                                        </p:attrNameLst>
                                      </p:cBhvr>
                                      <p:tavLst>
                                        <p:tav tm="0">
                                          <p:val>
                                            <p:strVal val="0-#ppt_w/2"/>
                                          </p:val>
                                        </p:tav>
                                        <p:tav tm="100000">
                                          <p:val>
                                            <p:strVal val="#ppt_x"/>
                                          </p:val>
                                        </p:tav>
                                      </p:tavLst>
                                    </p:anim>
                                    <p:anim calcmode="lin" valueType="num">
                                      <p:cBhvr additive="base">
                                        <p:cTn id="308" dur="500" fill="hold"/>
                                        <p:tgtEl>
                                          <p:spTgt spid="61"/>
                                        </p:tgtEl>
                                        <p:attrNameLst>
                                          <p:attrName>ppt_y</p:attrName>
                                        </p:attrNameLst>
                                      </p:cBhvr>
                                      <p:tavLst>
                                        <p:tav tm="0">
                                          <p:val>
                                            <p:strVal val="#ppt_y"/>
                                          </p:val>
                                        </p:tav>
                                        <p:tav tm="100000">
                                          <p:val>
                                            <p:strVal val="#ppt_y"/>
                                          </p:val>
                                        </p:tav>
                                      </p:tavLst>
                                    </p:anim>
                                  </p:childTnLst>
                                </p:cTn>
                              </p:par>
                            </p:childTnLst>
                          </p:cTn>
                        </p:par>
                      </p:childTnLst>
                    </p:cTn>
                  </p:par>
                  <p:par>
                    <p:cTn id="309" fill="hold">
                      <p:stCondLst>
                        <p:cond delay="indefinite"/>
                      </p:stCondLst>
                      <p:childTnLst>
                        <p:par>
                          <p:cTn id="310" fill="hold">
                            <p:stCondLst>
                              <p:cond delay="0"/>
                            </p:stCondLst>
                            <p:childTnLst>
                              <p:par>
                                <p:cTn id="311" presetID="2" presetClass="entr" presetSubtype="8" fill="hold" grpId="0" nodeType="clickEffect">
                                  <p:stCondLst>
                                    <p:cond delay="0"/>
                                  </p:stCondLst>
                                  <p:childTnLst>
                                    <p:set>
                                      <p:cBhvr>
                                        <p:cTn id="312" dur="1" fill="hold">
                                          <p:stCondLst>
                                            <p:cond delay="0"/>
                                          </p:stCondLst>
                                        </p:cTn>
                                        <p:tgtEl>
                                          <p:spTgt spid="62"/>
                                        </p:tgtEl>
                                        <p:attrNameLst>
                                          <p:attrName>style.visibility</p:attrName>
                                        </p:attrNameLst>
                                      </p:cBhvr>
                                      <p:to>
                                        <p:strVal val="visible"/>
                                      </p:to>
                                    </p:set>
                                    <p:anim calcmode="lin" valueType="num">
                                      <p:cBhvr additive="base">
                                        <p:cTn id="313" dur="500" fill="hold"/>
                                        <p:tgtEl>
                                          <p:spTgt spid="62"/>
                                        </p:tgtEl>
                                        <p:attrNameLst>
                                          <p:attrName>ppt_x</p:attrName>
                                        </p:attrNameLst>
                                      </p:cBhvr>
                                      <p:tavLst>
                                        <p:tav tm="0">
                                          <p:val>
                                            <p:strVal val="0-#ppt_w/2"/>
                                          </p:val>
                                        </p:tav>
                                        <p:tav tm="100000">
                                          <p:val>
                                            <p:strVal val="#ppt_x"/>
                                          </p:val>
                                        </p:tav>
                                      </p:tavLst>
                                    </p:anim>
                                    <p:anim calcmode="lin" valueType="num">
                                      <p:cBhvr additive="base">
                                        <p:cTn id="314" dur="500" fill="hold"/>
                                        <p:tgtEl>
                                          <p:spTgt spid="62"/>
                                        </p:tgtEl>
                                        <p:attrNameLst>
                                          <p:attrName>ppt_y</p:attrName>
                                        </p:attrNameLst>
                                      </p:cBhvr>
                                      <p:tavLst>
                                        <p:tav tm="0">
                                          <p:val>
                                            <p:strVal val="#ppt_y"/>
                                          </p:val>
                                        </p:tav>
                                        <p:tav tm="100000">
                                          <p:val>
                                            <p:strVal val="#ppt_y"/>
                                          </p:val>
                                        </p:tav>
                                      </p:tavLst>
                                    </p:anim>
                                  </p:childTnLst>
                                </p:cTn>
                              </p:par>
                            </p:childTnLst>
                          </p:cTn>
                        </p:par>
                      </p:childTnLst>
                    </p:cTn>
                  </p:par>
                  <p:par>
                    <p:cTn id="315" fill="hold">
                      <p:stCondLst>
                        <p:cond delay="indefinite"/>
                      </p:stCondLst>
                      <p:childTnLst>
                        <p:par>
                          <p:cTn id="316" fill="hold">
                            <p:stCondLst>
                              <p:cond delay="0"/>
                            </p:stCondLst>
                            <p:childTnLst>
                              <p:par>
                                <p:cTn id="317" presetID="2" presetClass="entr" presetSubtype="8" fill="hold" grpId="0" nodeType="clickEffect">
                                  <p:stCondLst>
                                    <p:cond delay="0"/>
                                  </p:stCondLst>
                                  <p:childTnLst>
                                    <p:set>
                                      <p:cBhvr>
                                        <p:cTn id="318" dur="1" fill="hold">
                                          <p:stCondLst>
                                            <p:cond delay="0"/>
                                          </p:stCondLst>
                                        </p:cTn>
                                        <p:tgtEl>
                                          <p:spTgt spid="63"/>
                                        </p:tgtEl>
                                        <p:attrNameLst>
                                          <p:attrName>style.visibility</p:attrName>
                                        </p:attrNameLst>
                                      </p:cBhvr>
                                      <p:to>
                                        <p:strVal val="visible"/>
                                      </p:to>
                                    </p:set>
                                    <p:anim calcmode="lin" valueType="num">
                                      <p:cBhvr additive="base">
                                        <p:cTn id="319" dur="500" fill="hold"/>
                                        <p:tgtEl>
                                          <p:spTgt spid="63"/>
                                        </p:tgtEl>
                                        <p:attrNameLst>
                                          <p:attrName>ppt_x</p:attrName>
                                        </p:attrNameLst>
                                      </p:cBhvr>
                                      <p:tavLst>
                                        <p:tav tm="0">
                                          <p:val>
                                            <p:strVal val="0-#ppt_w/2"/>
                                          </p:val>
                                        </p:tav>
                                        <p:tav tm="100000">
                                          <p:val>
                                            <p:strVal val="#ppt_x"/>
                                          </p:val>
                                        </p:tav>
                                      </p:tavLst>
                                    </p:anim>
                                    <p:anim calcmode="lin" valueType="num">
                                      <p:cBhvr additive="base">
                                        <p:cTn id="320" dur="500" fill="hold"/>
                                        <p:tgtEl>
                                          <p:spTgt spid="63"/>
                                        </p:tgtEl>
                                        <p:attrNameLst>
                                          <p:attrName>ppt_y</p:attrName>
                                        </p:attrNameLst>
                                      </p:cBhvr>
                                      <p:tavLst>
                                        <p:tav tm="0">
                                          <p:val>
                                            <p:strVal val="#ppt_y"/>
                                          </p:val>
                                        </p:tav>
                                        <p:tav tm="100000">
                                          <p:val>
                                            <p:strVal val="#ppt_y"/>
                                          </p:val>
                                        </p:tav>
                                      </p:tavLst>
                                    </p:anim>
                                  </p:childTnLst>
                                </p:cTn>
                              </p:par>
                            </p:childTnLst>
                          </p:cTn>
                        </p:par>
                      </p:childTnLst>
                    </p:cTn>
                  </p:par>
                  <p:par>
                    <p:cTn id="321" fill="hold">
                      <p:stCondLst>
                        <p:cond delay="indefinite"/>
                      </p:stCondLst>
                      <p:childTnLst>
                        <p:par>
                          <p:cTn id="322" fill="hold">
                            <p:stCondLst>
                              <p:cond delay="0"/>
                            </p:stCondLst>
                            <p:childTnLst>
                              <p:par>
                                <p:cTn id="323" presetID="2" presetClass="entr" presetSubtype="8" fill="hold" grpId="0" nodeType="clickEffect">
                                  <p:stCondLst>
                                    <p:cond delay="0"/>
                                  </p:stCondLst>
                                  <p:childTnLst>
                                    <p:set>
                                      <p:cBhvr>
                                        <p:cTn id="324" dur="1" fill="hold">
                                          <p:stCondLst>
                                            <p:cond delay="0"/>
                                          </p:stCondLst>
                                        </p:cTn>
                                        <p:tgtEl>
                                          <p:spTgt spid="64"/>
                                        </p:tgtEl>
                                        <p:attrNameLst>
                                          <p:attrName>style.visibility</p:attrName>
                                        </p:attrNameLst>
                                      </p:cBhvr>
                                      <p:to>
                                        <p:strVal val="visible"/>
                                      </p:to>
                                    </p:set>
                                    <p:anim calcmode="lin" valueType="num">
                                      <p:cBhvr additive="base">
                                        <p:cTn id="325" dur="500" fill="hold"/>
                                        <p:tgtEl>
                                          <p:spTgt spid="64"/>
                                        </p:tgtEl>
                                        <p:attrNameLst>
                                          <p:attrName>ppt_x</p:attrName>
                                        </p:attrNameLst>
                                      </p:cBhvr>
                                      <p:tavLst>
                                        <p:tav tm="0">
                                          <p:val>
                                            <p:strVal val="0-#ppt_w/2"/>
                                          </p:val>
                                        </p:tav>
                                        <p:tav tm="100000">
                                          <p:val>
                                            <p:strVal val="#ppt_x"/>
                                          </p:val>
                                        </p:tav>
                                      </p:tavLst>
                                    </p:anim>
                                    <p:anim calcmode="lin" valueType="num">
                                      <p:cBhvr additive="base">
                                        <p:cTn id="326" dur="500" fill="hold"/>
                                        <p:tgtEl>
                                          <p:spTgt spid="64"/>
                                        </p:tgtEl>
                                        <p:attrNameLst>
                                          <p:attrName>ppt_y</p:attrName>
                                        </p:attrNameLst>
                                      </p:cBhvr>
                                      <p:tavLst>
                                        <p:tav tm="0">
                                          <p:val>
                                            <p:strVal val="#ppt_y"/>
                                          </p:val>
                                        </p:tav>
                                        <p:tav tm="100000">
                                          <p:val>
                                            <p:strVal val="#ppt_y"/>
                                          </p:val>
                                        </p:tav>
                                      </p:tavLst>
                                    </p:anim>
                                  </p:childTnLst>
                                </p:cTn>
                              </p:par>
                            </p:childTnLst>
                          </p:cTn>
                        </p:par>
                      </p:childTnLst>
                    </p:cTn>
                  </p:par>
                  <p:par>
                    <p:cTn id="327" fill="hold">
                      <p:stCondLst>
                        <p:cond delay="indefinite"/>
                      </p:stCondLst>
                      <p:childTnLst>
                        <p:par>
                          <p:cTn id="328" fill="hold">
                            <p:stCondLst>
                              <p:cond delay="0"/>
                            </p:stCondLst>
                            <p:childTnLst>
                              <p:par>
                                <p:cTn id="329" presetID="2" presetClass="entr" presetSubtype="8" fill="hold" nodeType="clickEffect">
                                  <p:stCondLst>
                                    <p:cond delay="0"/>
                                  </p:stCondLst>
                                  <p:childTnLst>
                                    <p:set>
                                      <p:cBhvr>
                                        <p:cTn id="330" dur="1" fill="hold">
                                          <p:stCondLst>
                                            <p:cond delay="0"/>
                                          </p:stCondLst>
                                        </p:cTn>
                                        <p:tgtEl>
                                          <p:spTgt spid="65"/>
                                        </p:tgtEl>
                                        <p:attrNameLst>
                                          <p:attrName>style.visibility</p:attrName>
                                        </p:attrNameLst>
                                      </p:cBhvr>
                                      <p:to>
                                        <p:strVal val="visible"/>
                                      </p:to>
                                    </p:set>
                                    <p:anim calcmode="lin" valueType="num">
                                      <p:cBhvr additive="base">
                                        <p:cTn id="331" dur="500" fill="hold"/>
                                        <p:tgtEl>
                                          <p:spTgt spid="65"/>
                                        </p:tgtEl>
                                        <p:attrNameLst>
                                          <p:attrName>ppt_x</p:attrName>
                                        </p:attrNameLst>
                                      </p:cBhvr>
                                      <p:tavLst>
                                        <p:tav tm="0">
                                          <p:val>
                                            <p:strVal val="0-#ppt_w/2"/>
                                          </p:val>
                                        </p:tav>
                                        <p:tav tm="100000">
                                          <p:val>
                                            <p:strVal val="#ppt_x"/>
                                          </p:val>
                                        </p:tav>
                                      </p:tavLst>
                                    </p:anim>
                                    <p:anim calcmode="lin" valueType="num">
                                      <p:cBhvr additive="base">
                                        <p:cTn id="332" dur="500" fill="hold"/>
                                        <p:tgtEl>
                                          <p:spTgt spid="65"/>
                                        </p:tgtEl>
                                        <p:attrNameLst>
                                          <p:attrName>ppt_y</p:attrName>
                                        </p:attrNameLst>
                                      </p:cBhvr>
                                      <p:tavLst>
                                        <p:tav tm="0">
                                          <p:val>
                                            <p:strVal val="#ppt_y"/>
                                          </p:val>
                                        </p:tav>
                                        <p:tav tm="100000">
                                          <p:val>
                                            <p:strVal val="#ppt_y"/>
                                          </p:val>
                                        </p:tav>
                                      </p:tavLst>
                                    </p:anim>
                                  </p:childTnLst>
                                </p:cTn>
                              </p:par>
                            </p:childTnLst>
                          </p:cTn>
                        </p:par>
                      </p:childTnLst>
                    </p:cTn>
                  </p:par>
                  <p:par>
                    <p:cTn id="333" fill="hold">
                      <p:stCondLst>
                        <p:cond delay="indefinite"/>
                      </p:stCondLst>
                      <p:childTnLst>
                        <p:par>
                          <p:cTn id="334" fill="hold">
                            <p:stCondLst>
                              <p:cond delay="0"/>
                            </p:stCondLst>
                            <p:childTnLst>
                              <p:par>
                                <p:cTn id="335" presetID="2" presetClass="entr" presetSubtype="8" fill="hold" grpId="0" nodeType="clickEffect">
                                  <p:stCondLst>
                                    <p:cond delay="0"/>
                                  </p:stCondLst>
                                  <p:childTnLst>
                                    <p:set>
                                      <p:cBhvr>
                                        <p:cTn id="336" dur="1" fill="hold">
                                          <p:stCondLst>
                                            <p:cond delay="0"/>
                                          </p:stCondLst>
                                        </p:cTn>
                                        <p:tgtEl>
                                          <p:spTgt spid="66"/>
                                        </p:tgtEl>
                                        <p:attrNameLst>
                                          <p:attrName>style.visibility</p:attrName>
                                        </p:attrNameLst>
                                      </p:cBhvr>
                                      <p:to>
                                        <p:strVal val="visible"/>
                                      </p:to>
                                    </p:set>
                                    <p:anim calcmode="lin" valueType="num">
                                      <p:cBhvr additive="base">
                                        <p:cTn id="337" dur="500" fill="hold"/>
                                        <p:tgtEl>
                                          <p:spTgt spid="66"/>
                                        </p:tgtEl>
                                        <p:attrNameLst>
                                          <p:attrName>ppt_x</p:attrName>
                                        </p:attrNameLst>
                                      </p:cBhvr>
                                      <p:tavLst>
                                        <p:tav tm="0">
                                          <p:val>
                                            <p:strVal val="0-#ppt_w/2"/>
                                          </p:val>
                                        </p:tav>
                                        <p:tav tm="100000">
                                          <p:val>
                                            <p:strVal val="#ppt_x"/>
                                          </p:val>
                                        </p:tav>
                                      </p:tavLst>
                                    </p:anim>
                                    <p:anim calcmode="lin" valueType="num">
                                      <p:cBhvr additive="base">
                                        <p:cTn id="338" dur="500" fill="hold"/>
                                        <p:tgtEl>
                                          <p:spTgt spid="66"/>
                                        </p:tgtEl>
                                        <p:attrNameLst>
                                          <p:attrName>ppt_y</p:attrName>
                                        </p:attrNameLst>
                                      </p:cBhvr>
                                      <p:tavLst>
                                        <p:tav tm="0">
                                          <p:val>
                                            <p:strVal val="#ppt_y"/>
                                          </p:val>
                                        </p:tav>
                                        <p:tav tm="100000">
                                          <p:val>
                                            <p:strVal val="#ppt_y"/>
                                          </p:val>
                                        </p:tav>
                                      </p:tavLst>
                                    </p:anim>
                                  </p:childTnLst>
                                </p:cTn>
                              </p:par>
                            </p:childTnLst>
                          </p:cTn>
                        </p:par>
                      </p:childTnLst>
                    </p:cTn>
                  </p:par>
                  <p:par>
                    <p:cTn id="339" fill="hold">
                      <p:stCondLst>
                        <p:cond delay="indefinite"/>
                      </p:stCondLst>
                      <p:childTnLst>
                        <p:par>
                          <p:cTn id="340" fill="hold">
                            <p:stCondLst>
                              <p:cond delay="0"/>
                            </p:stCondLst>
                            <p:childTnLst>
                              <p:par>
                                <p:cTn id="341" presetID="2" presetClass="entr" presetSubtype="8" fill="hold" grpId="0" nodeType="clickEffect">
                                  <p:stCondLst>
                                    <p:cond delay="0"/>
                                  </p:stCondLst>
                                  <p:childTnLst>
                                    <p:set>
                                      <p:cBhvr>
                                        <p:cTn id="342" dur="1" fill="hold">
                                          <p:stCondLst>
                                            <p:cond delay="0"/>
                                          </p:stCondLst>
                                        </p:cTn>
                                        <p:tgtEl>
                                          <p:spTgt spid="67"/>
                                        </p:tgtEl>
                                        <p:attrNameLst>
                                          <p:attrName>style.visibility</p:attrName>
                                        </p:attrNameLst>
                                      </p:cBhvr>
                                      <p:to>
                                        <p:strVal val="visible"/>
                                      </p:to>
                                    </p:set>
                                    <p:anim calcmode="lin" valueType="num">
                                      <p:cBhvr additive="base">
                                        <p:cTn id="343" dur="500" fill="hold"/>
                                        <p:tgtEl>
                                          <p:spTgt spid="67"/>
                                        </p:tgtEl>
                                        <p:attrNameLst>
                                          <p:attrName>ppt_x</p:attrName>
                                        </p:attrNameLst>
                                      </p:cBhvr>
                                      <p:tavLst>
                                        <p:tav tm="0">
                                          <p:val>
                                            <p:strVal val="0-#ppt_w/2"/>
                                          </p:val>
                                        </p:tav>
                                        <p:tav tm="100000">
                                          <p:val>
                                            <p:strVal val="#ppt_x"/>
                                          </p:val>
                                        </p:tav>
                                      </p:tavLst>
                                    </p:anim>
                                    <p:anim calcmode="lin" valueType="num">
                                      <p:cBhvr additive="base">
                                        <p:cTn id="344" dur="500" fill="hold"/>
                                        <p:tgtEl>
                                          <p:spTgt spid="67"/>
                                        </p:tgtEl>
                                        <p:attrNameLst>
                                          <p:attrName>ppt_y</p:attrName>
                                        </p:attrNameLst>
                                      </p:cBhvr>
                                      <p:tavLst>
                                        <p:tav tm="0">
                                          <p:val>
                                            <p:strVal val="#ppt_y"/>
                                          </p:val>
                                        </p:tav>
                                        <p:tav tm="100000">
                                          <p:val>
                                            <p:strVal val="#ppt_y"/>
                                          </p:val>
                                        </p:tav>
                                      </p:tavLst>
                                    </p:anim>
                                  </p:childTnLst>
                                </p:cTn>
                              </p:par>
                            </p:childTnLst>
                          </p:cTn>
                        </p:par>
                      </p:childTnLst>
                    </p:cTn>
                  </p:par>
                  <p:par>
                    <p:cTn id="345" fill="hold">
                      <p:stCondLst>
                        <p:cond delay="indefinite"/>
                      </p:stCondLst>
                      <p:childTnLst>
                        <p:par>
                          <p:cTn id="346" fill="hold">
                            <p:stCondLst>
                              <p:cond delay="0"/>
                            </p:stCondLst>
                            <p:childTnLst>
                              <p:par>
                                <p:cTn id="347" presetID="2" presetClass="entr" presetSubtype="8" fill="hold" grpId="0" nodeType="clickEffect">
                                  <p:stCondLst>
                                    <p:cond delay="0"/>
                                  </p:stCondLst>
                                  <p:childTnLst>
                                    <p:set>
                                      <p:cBhvr>
                                        <p:cTn id="348" dur="1" fill="hold">
                                          <p:stCondLst>
                                            <p:cond delay="0"/>
                                          </p:stCondLst>
                                        </p:cTn>
                                        <p:tgtEl>
                                          <p:spTgt spid="68"/>
                                        </p:tgtEl>
                                        <p:attrNameLst>
                                          <p:attrName>style.visibility</p:attrName>
                                        </p:attrNameLst>
                                      </p:cBhvr>
                                      <p:to>
                                        <p:strVal val="visible"/>
                                      </p:to>
                                    </p:set>
                                    <p:anim calcmode="lin" valueType="num">
                                      <p:cBhvr additive="base">
                                        <p:cTn id="349" dur="500" fill="hold"/>
                                        <p:tgtEl>
                                          <p:spTgt spid="68"/>
                                        </p:tgtEl>
                                        <p:attrNameLst>
                                          <p:attrName>ppt_x</p:attrName>
                                        </p:attrNameLst>
                                      </p:cBhvr>
                                      <p:tavLst>
                                        <p:tav tm="0">
                                          <p:val>
                                            <p:strVal val="0-#ppt_w/2"/>
                                          </p:val>
                                        </p:tav>
                                        <p:tav tm="100000">
                                          <p:val>
                                            <p:strVal val="#ppt_x"/>
                                          </p:val>
                                        </p:tav>
                                      </p:tavLst>
                                    </p:anim>
                                    <p:anim calcmode="lin" valueType="num">
                                      <p:cBhvr additive="base">
                                        <p:cTn id="350" dur="500" fill="hold"/>
                                        <p:tgtEl>
                                          <p:spTgt spid="68"/>
                                        </p:tgtEl>
                                        <p:attrNameLst>
                                          <p:attrName>ppt_y</p:attrName>
                                        </p:attrNameLst>
                                      </p:cBhvr>
                                      <p:tavLst>
                                        <p:tav tm="0">
                                          <p:val>
                                            <p:strVal val="#ppt_y"/>
                                          </p:val>
                                        </p:tav>
                                        <p:tav tm="100000">
                                          <p:val>
                                            <p:strVal val="#ppt_y"/>
                                          </p:val>
                                        </p:tav>
                                      </p:tavLst>
                                    </p:anim>
                                  </p:childTnLst>
                                </p:cTn>
                              </p:par>
                            </p:childTnLst>
                          </p:cTn>
                        </p:par>
                      </p:childTnLst>
                    </p:cTn>
                  </p:par>
                  <p:par>
                    <p:cTn id="351" fill="hold">
                      <p:stCondLst>
                        <p:cond delay="indefinite"/>
                      </p:stCondLst>
                      <p:childTnLst>
                        <p:par>
                          <p:cTn id="352" fill="hold">
                            <p:stCondLst>
                              <p:cond delay="0"/>
                            </p:stCondLst>
                            <p:childTnLst>
                              <p:par>
                                <p:cTn id="353" presetID="2" presetClass="entr" presetSubtype="8" fill="hold" grpId="0" nodeType="clickEffect">
                                  <p:stCondLst>
                                    <p:cond delay="0"/>
                                  </p:stCondLst>
                                  <p:childTnLst>
                                    <p:set>
                                      <p:cBhvr>
                                        <p:cTn id="354" dur="1" fill="hold">
                                          <p:stCondLst>
                                            <p:cond delay="0"/>
                                          </p:stCondLst>
                                        </p:cTn>
                                        <p:tgtEl>
                                          <p:spTgt spid="69"/>
                                        </p:tgtEl>
                                        <p:attrNameLst>
                                          <p:attrName>style.visibility</p:attrName>
                                        </p:attrNameLst>
                                      </p:cBhvr>
                                      <p:to>
                                        <p:strVal val="visible"/>
                                      </p:to>
                                    </p:set>
                                    <p:anim calcmode="lin" valueType="num">
                                      <p:cBhvr additive="base">
                                        <p:cTn id="355" dur="500" fill="hold"/>
                                        <p:tgtEl>
                                          <p:spTgt spid="69"/>
                                        </p:tgtEl>
                                        <p:attrNameLst>
                                          <p:attrName>ppt_x</p:attrName>
                                        </p:attrNameLst>
                                      </p:cBhvr>
                                      <p:tavLst>
                                        <p:tav tm="0">
                                          <p:val>
                                            <p:strVal val="0-#ppt_w/2"/>
                                          </p:val>
                                        </p:tav>
                                        <p:tav tm="100000">
                                          <p:val>
                                            <p:strVal val="#ppt_x"/>
                                          </p:val>
                                        </p:tav>
                                      </p:tavLst>
                                    </p:anim>
                                    <p:anim calcmode="lin" valueType="num">
                                      <p:cBhvr additive="base">
                                        <p:cTn id="356" dur="500" fill="hold"/>
                                        <p:tgtEl>
                                          <p:spTgt spid="69"/>
                                        </p:tgtEl>
                                        <p:attrNameLst>
                                          <p:attrName>ppt_y</p:attrName>
                                        </p:attrNameLst>
                                      </p:cBhvr>
                                      <p:tavLst>
                                        <p:tav tm="0">
                                          <p:val>
                                            <p:strVal val="#ppt_y"/>
                                          </p:val>
                                        </p:tav>
                                        <p:tav tm="100000">
                                          <p:val>
                                            <p:strVal val="#ppt_y"/>
                                          </p:val>
                                        </p:tav>
                                      </p:tavLst>
                                    </p:anim>
                                  </p:childTnLst>
                                </p:cTn>
                              </p:par>
                            </p:childTnLst>
                          </p:cTn>
                        </p:par>
                      </p:childTnLst>
                    </p:cTn>
                  </p:par>
                  <p:par>
                    <p:cTn id="357" fill="hold">
                      <p:stCondLst>
                        <p:cond delay="indefinite"/>
                      </p:stCondLst>
                      <p:childTnLst>
                        <p:par>
                          <p:cTn id="358" fill="hold">
                            <p:stCondLst>
                              <p:cond delay="0"/>
                            </p:stCondLst>
                            <p:childTnLst>
                              <p:par>
                                <p:cTn id="359" presetID="2" presetClass="entr" presetSubtype="8" fill="hold" nodeType="clickEffect">
                                  <p:stCondLst>
                                    <p:cond delay="0"/>
                                  </p:stCondLst>
                                  <p:childTnLst>
                                    <p:set>
                                      <p:cBhvr>
                                        <p:cTn id="360" dur="1" fill="hold">
                                          <p:stCondLst>
                                            <p:cond delay="0"/>
                                          </p:stCondLst>
                                        </p:cTn>
                                        <p:tgtEl>
                                          <p:spTgt spid="70"/>
                                        </p:tgtEl>
                                        <p:attrNameLst>
                                          <p:attrName>style.visibility</p:attrName>
                                        </p:attrNameLst>
                                      </p:cBhvr>
                                      <p:to>
                                        <p:strVal val="visible"/>
                                      </p:to>
                                    </p:set>
                                    <p:anim calcmode="lin" valueType="num">
                                      <p:cBhvr additive="base">
                                        <p:cTn id="361" dur="500" fill="hold"/>
                                        <p:tgtEl>
                                          <p:spTgt spid="70"/>
                                        </p:tgtEl>
                                        <p:attrNameLst>
                                          <p:attrName>ppt_x</p:attrName>
                                        </p:attrNameLst>
                                      </p:cBhvr>
                                      <p:tavLst>
                                        <p:tav tm="0">
                                          <p:val>
                                            <p:strVal val="0-#ppt_w/2"/>
                                          </p:val>
                                        </p:tav>
                                        <p:tav tm="100000">
                                          <p:val>
                                            <p:strVal val="#ppt_x"/>
                                          </p:val>
                                        </p:tav>
                                      </p:tavLst>
                                    </p:anim>
                                    <p:anim calcmode="lin" valueType="num">
                                      <p:cBhvr additive="base">
                                        <p:cTn id="362" dur="500" fill="hold"/>
                                        <p:tgtEl>
                                          <p:spTgt spid="70"/>
                                        </p:tgtEl>
                                        <p:attrNameLst>
                                          <p:attrName>ppt_y</p:attrName>
                                        </p:attrNameLst>
                                      </p:cBhvr>
                                      <p:tavLst>
                                        <p:tav tm="0">
                                          <p:val>
                                            <p:strVal val="#ppt_y"/>
                                          </p:val>
                                        </p:tav>
                                        <p:tav tm="100000">
                                          <p:val>
                                            <p:strVal val="#ppt_y"/>
                                          </p:val>
                                        </p:tav>
                                      </p:tavLst>
                                    </p:anim>
                                  </p:childTnLst>
                                </p:cTn>
                              </p:par>
                            </p:childTnLst>
                          </p:cTn>
                        </p:par>
                      </p:childTnLst>
                    </p:cTn>
                  </p:par>
                  <p:par>
                    <p:cTn id="363" fill="hold">
                      <p:stCondLst>
                        <p:cond delay="indefinite"/>
                      </p:stCondLst>
                      <p:childTnLst>
                        <p:par>
                          <p:cTn id="364" fill="hold">
                            <p:stCondLst>
                              <p:cond delay="0"/>
                            </p:stCondLst>
                            <p:childTnLst>
                              <p:par>
                                <p:cTn id="365" presetID="2" presetClass="entr" presetSubtype="8" fill="hold" grpId="0" nodeType="clickEffect">
                                  <p:stCondLst>
                                    <p:cond delay="0"/>
                                  </p:stCondLst>
                                  <p:childTnLst>
                                    <p:set>
                                      <p:cBhvr>
                                        <p:cTn id="366" dur="1" fill="hold">
                                          <p:stCondLst>
                                            <p:cond delay="0"/>
                                          </p:stCondLst>
                                        </p:cTn>
                                        <p:tgtEl>
                                          <p:spTgt spid="71"/>
                                        </p:tgtEl>
                                        <p:attrNameLst>
                                          <p:attrName>style.visibility</p:attrName>
                                        </p:attrNameLst>
                                      </p:cBhvr>
                                      <p:to>
                                        <p:strVal val="visible"/>
                                      </p:to>
                                    </p:set>
                                    <p:anim calcmode="lin" valueType="num">
                                      <p:cBhvr additive="base">
                                        <p:cTn id="367" dur="500" fill="hold"/>
                                        <p:tgtEl>
                                          <p:spTgt spid="71"/>
                                        </p:tgtEl>
                                        <p:attrNameLst>
                                          <p:attrName>ppt_x</p:attrName>
                                        </p:attrNameLst>
                                      </p:cBhvr>
                                      <p:tavLst>
                                        <p:tav tm="0">
                                          <p:val>
                                            <p:strVal val="0-#ppt_w/2"/>
                                          </p:val>
                                        </p:tav>
                                        <p:tav tm="100000">
                                          <p:val>
                                            <p:strVal val="#ppt_x"/>
                                          </p:val>
                                        </p:tav>
                                      </p:tavLst>
                                    </p:anim>
                                    <p:anim calcmode="lin" valueType="num">
                                      <p:cBhvr additive="base">
                                        <p:cTn id="368" dur="500" fill="hold"/>
                                        <p:tgtEl>
                                          <p:spTgt spid="71"/>
                                        </p:tgtEl>
                                        <p:attrNameLst>
                                          <p:attrName>ppt_y</p:attrName>
                                        </p:attrNameLst>
                                      </p:cBhvr>
                                      <p:tavLst>
                                        <p:tav tm="0">
                                          <p:val>
                                            <p:strVal val="#ppt_y"/>
                                          </p:val>
                                        </p:tav>
                                        <p:tav tm="100000">
                                          <p:val>
                                            <p:strVal val="#ppt_y"/>
                                          </p:val>
                                        </p:tav>
                                      </p:tavLst>
                                    </p:anim>
                                  </p:childTnLst>
                                </p:cTn>
                              </p:par>
                            </p:childTnLst>
                          </p:cTn>
                        </p:par>
                      </p:childTnLst>
                    </p:cTn>
                  </p:par>
                  <p:par>
                    <p:cTn id="369" fill="hold">
                      <p:stCondLst>
                        <p:cond delay="indefinite"/>
                      </p:stCondLst>
                      <p:childTnLst>
                        <p:par>
                          <p:cTn id="370" fill="hold">
                            <p:stCondLst>
                              <p:cond delay="0"/>
                            </p:stCondLst>
                            <p:childTnLst>
                              <p:par>
                                <p:cTn id="371" presetID="2" presetClass="entr" presetSubtype="8" fill="hold" grpId="0" nodeType="clickEffect">
                                  <p:stCondLst>
                                    <p:cond delay="0"/>
                                  </p:stCondLst>
                                  <p:childTnLst>
                                    <p:set>
                                      <p:cBhvr>
                                        <p:cTn id="372" dur="1" fill="hold">
                                          <p:stCondLst>
                                            <p:cond delay="0"/>
                                          </p:stCondLst>
                                        </p:cTn>
                                        <p:tgtEl>
                                          <p:spTgt spid="72"/>
                                        </p:tgtEl>
                                        <p:attrNameLst>
                                          <p:attrName>style.visibility</p:attrName>
                                        </p:attrNameLst>
                                      </p:cBhvr>
                                      <p:to>
                                        <p:strVal val="visible"/>
                                      </p:to>
                                    </p:set>
                                    <p:anim calcmode="lin" valueType="num">
                                      <p:cBhvr additive="base">
                                        <p:cTn id="373" dur="500" fill="hold"/>
                                        <p:tgtEl>
                                          <p:spTgt spid="72"/>
                                        </p:tgtEl>
                                        <p:attrNameLst>
                                          <p:attrName>ppt_x</p:attrName>
                                        </p:attrNameLst>
                                      </p:cBhvr>
                                      <p:tavLst>
                                        <p:tav tm="0">
                                          <p:val>
                                            <p:strVal val="0-#ppt_w/2"/>
                                          </p:val>
                                        </p:tav>
                                        <p:tav tm="100000">
                                          <p:val>
                                            <p:strVal val="#ppt_x"/>
                                          </p:val>
                                        </p:tav>
                                      </p:tavLst>
                                    </p:anim>
                                    <p:anim calcmode="lin" valueType="num">
                                      <p:cBhvr additive="base">
                                        <p:cTn id="374" dur="500" fill="hold"/>
                                        <p:tgtEl>
                                          <p:spTgt spid="72"/>
                                        </p:tgtEl>
                                        <p:attrNameLst>
                                          <p:attrName>ppt_y</p:attrName>
                                        </p:attrNameLst>
                                      </p:cBhvr>
                                      <p:tavLst>
                                        <p:tav tm="0">
                                          <p:val>
                                            <p:strVal val="#ppt_y"/>
                                          </p:val>
                                        </p:tav>
                                        <p:tav tm="100000">
                                          <p:val>
                                            <p:strVal val="#ppt_y"/>
                                          </p:val>
                                        </p:tav>
                                      </p:tavLst>
                                    </p:anim>
                                  </p:childTnLst>
                                </p:cTn>
                              </p:par>
                            </p:childTnLst>
                          </p:cTn>
                        </p:par>
                      </p:childTnLst>
                    </p:cTn>
                  </p:par>
                  <p:par>
                    <p:cTn id="375" fill="hold">
                      <p:stCondLst>
                        <p:cond delay="indefinite"/>
                      </p:stCondLst>
                      <p:childTnLst>
                        <p:par>
                          <p:cTn id="376" fill="hold">
                            <p:stCondLst>
                              <p:cond delay="0"/>
                            </p:stCondLst>
                            <p:childTnLst>
                              <p:par>
                                <p:cTn id="377" presetID="2" presetClass="entr" presetSubtype="8" fill="hold" grpId="0" nodeType="clickEffect">
                                  <p:stCondLst>
                                    <p:cond delay="0"/>
                                  </p:stCondLst>
                                  <p:childTnLst>
                                    <p:set>
                                      <p:cBhvr>
                                        <p:cTn id="378" dur="1" fill="hold">
                                          <p:stCondLst>
                                            <p:cond delay="0"/>
                                          </p:stCondLst>
                                        </p:cTn>
                                        <p:tgtEl>
                                          <p:spTgt spid="73"/>
                                        </p:tgtEl>
                                        <p:attrNameLst>
                                          <p:attrName>style.visibility</p:attrName>
                                        </p:attrNameLst>
                                      </p:cBhvr>
                                      <p:to>
                                        <p:strVal val="visible"/>
                                      </p:to>
                                    </p:set>
                                    <p:anim calcmode="lin" valueType="num">
                                      <p:cBhvr additive="base">
                                        <p:cTn id="379" dur="500" fill="hold"/>
                                        <p:tgtEl>
                                          <p:spTgt spid="73"/>
                                        </p:tgtEl>
                                        <p:attrNameLst>
                                          <p:attrName>ppt_x</p:attrName>
                                        </p:attrNameLst>
                                      </p:cBhvr>
                                      <p:tavLst>
                                        <p:tav tm="0">
                                          <p:val>
                                            <p:strVal val="0-#ppt_w/2"/>
                                          </p:val>
                                        </p:tav>
                                        <p:tav tm="100000">
                                          <p:val>
                                            <p:strVal val="#ppt_x"/>
                                          </p:val>
                                        </p:tav>
                                      </p:tavLst>
                                    </p:anim>
                                    <p:anim calcmode="lin" valueType="num">
                                      <p:cBhvr additive="base">
                                        <p:cTn id="380" dur="500" fill="hold"/>
                                        <p:tgtEl>
                                          <p:spTgt spid="73"/>
                                        </p:tgtEl>
                                        <p:attrNameLst>
                                          <p:attrName>ppt_y</p:attrName>
                                        </p:attrNameLst>
                                      </p:cBhvr>
                                      <p:tavLst>
                                        <p:tav tm="0">
                                          <p:val>
                                            <p:strVal val="#ppt_y"/>
                                          </p:val>
                                        </p:tav>
                                        <p:tav tm="100000">
                                          <p:val>
                                            <p:strVal val="#ppt_y"/>
                                          </p:val>
                                        </p:tav>
                                      </p:tavLst>
                                    </p:anim>
                                  </p:childTnLst>
                                </p:cTn>
                              </p:par>
                            </p:childTnLst>
                          </p:cTn>
                        </p:par>
                      </p:childTnLst>
                    </p:cTn>
                  </p:par>
                  <p:par>
                    <p:cTn id="381" fill="hold">
                      <p:stCondLst>
                        <p:cond delay="indefinite"/>
                      </p:stCondLst>
                      <p:childTnLst>
                        <p:par>
                          <p:cTn id="382" fill="hold">
                            <p:stCondLst>
                              <p:cond delay="0"/>
                            </p:stCondLst>
                            <p:childTnLst>
                              <p:par>
                                <p:cTn id="383" presetID="2" presetClass="entr" presetSubtype="8" fill="hold" grpId="0" nodeType="clickEffect">
                                  <p:stCondLst>
                                    <p:cond delay="0"/>
                                  </p:stCondLst>
                                  <p:childTnLst>
                                    <p:set>
                                      <p:cBhvr>
                                        <p:cTn id="384" dur="1" fill="hold">
                                          <p:stCondLst>
                                            <p:cond delay="0"/>
                                          </p:stCondLst>
                                        </p:cTn>
                                        <p:tgtEl>
                                          <p:spTgt spid="74"/>
                                        </p:tgtEl>
                                        <p:attrNameLst>
                                          <p:attrName>style.visibility</p:attrName>
                                        </p:attrNameLst>
                                      </p:cBhvr>
                                      <p:to>
                                        <p:strVal val="visible"/>
                                      </p:to>
                                    </p:set>
                                    <p:anim calcmode="lin" valueType="num">
                                      <p:cBhvr additive="base">
                                        <p:cTn id="385" dur="500" fill="hold"/>
                                        <p:tgtEl>
                                          <p:spTgt spid="74"/>
                                        </p:tgtEl>
                                        <p:attrNameLst>
                                          <p:attrName>ppt_x</p:attrName>
                                        </p:attrNameLst>
                                      </p:cBhvr>
                                      <p:tavLst>
                                        <p:tav tm="0">
                                          <p:val>
                                            <p:strVal val="0-#ppt_w/2"/>
                                          </p:val>
                                        </p:tav>
                                        <p:tav tm="100000">
                                          <p:val>
                                            <p:strVal val="#ppt_x"/>
                                          </p:val>
                                        </p:tav>
                                      </p:tavLst>
                                    </p:anim>
                                    <p:anim calcmode="lin" valueType="num">
                                      <p:cBhvr additive="base">
                                        <p:cTn id="386" dur="500" fill="hold"/>
                                        <p:tgtEl>
                                          <p:spTgt spid="74"/>
                                        </p:tgtEl>
                                        <p:attrNameLst>
                                          <p:attrName>ppt_y</p:attrName>
                                        </p:attrNameLst>
                                      </p:cBhvr>
                                      <p:tavLst>
                                        <p:tav tm="0">
                                          <p:val>
                                            <p:strVal val="#ppt_y"/>
                                          </p:val>
                                        </p:tav>
                                        <p:tav tm="100000">
                                          <p:val>
                                            <p:strVal val="#ppt_y"/>
                                          </p:val>
                                        </p:tav>
                                      </p:tavLst>
                                    </p:anim>
                                  </p:childTnLst>
                                </p:cTn>
                              </p:par>
                            </p:childTnLst>
                          </p:cTn>
                        </p:par>
                      </p:childTnLst>
                    </p:cTn>
                  </p:par>
                  <p:par>
                    <p:cTn id="387" fill="hold">
                      <p:stCondLst>
                        <p:cond delay="indefinite"/>
                      </p:stCondLst>
                      <p:childTnLst>
                        <p:par>
                          <p:cTn id="388" fill="hold">
                            <p:stCondLst>
                              <p:cond delay="0"/>
                            </p:stCondLst>
                            <p:childTnLst>
                              <p:par>
                                <p:cTn id="389" presetID="2" presetClass="entr" presetSubtype="8" fill="hold" nodeType="clickEffect">
                                  <p:stCondLst>
                                    <p:cond delay="0"/>
                                  </p:stCondLst>
                                  <p:childTnLst>
                                    <p:set>
                                      <p:cBhvr>
                                        <p:cTn id="390" dur="1" fill="hold">
                                          <p:stCondLst>
                                            <p:cond delay="0"/>
                                          </p:stCondLst>
                                        </p:cTn>
                                        <p:tgtEl>
                                          <p:spTgt spid="75"/>
                                        </p:tgtEl>
                                        <p:attrNameLst>
                                          <p:attrName>style.visibility</p:attrName>
                                        </p:attrNameLst>
                                      </p:cBhvr>
                                      <p:to>
                                        <p:strVal val="visible"/>
                                      </p:to>
                                    </p:set>
                                    <p:anim calcmode="lin" valueType="num">
                                      <p:cBhvr additive="base">
                                        <p:cTn id="391" dur="500" fill="hold"/>
                                        <p:tgtEl>
                                          <p:spTgt spid="75"/>
                                        </p:tgtEl>
                                        <p:attrNameLst>
                                          <p:attrName>ppt_x</p:attrName>
                                        </p:attrNameLst>
                                      </p:cBhvr>
                                      <p:tavLst>
                                        <p:tav tm="0">
                                          <p:val>
                                            <p:strVal val="0-#ppt_w/2"/>
                                          </p:val>
                                        </p:tav>
                                        <p:tav tm="100000">
                                          <p:val>
                                            <p:strVal val="#ppt_x"/>
                                          </p:val>
                                        </p:tav>
                                      </p:tavLst>
                                    </p:anim>
                                    <p:anim calcmode="lin" valueType="num">
                                      <p:cBhvr additive="base">
                                        <p:cTn id="392" dur="500" fill="hold"/>
                                        <p:tgtEl>
                                          <p:spTgt spid="75"/>
                                        </p:tgtEl>
                                        <p:attrNameLst>
                                          <p:attrName>ppt_y</p:attrName>
                                        </p:attrNameLst>
                                      </p:cBhvr>
                                      <p:tavLst>
                                        <p:tav tm="0">
                                          <p:val>
                                            <p:strVal val="#ppt_y"/>
                                          </p:val>
                                        </p:tav>
                                        <p:tav tm="100000">
                                          <p:val>
                                            <p:strVal val="#ppt_y"/>
                                          </p:val>
                                        </p:tav>
                                      </p:tavLst>
                                    </p:anim>
                                  </p:childTnLst>
                                </p:cTn>
                              </p:par>
                            </p:childTnLst>
                          </p:cTn>
                        </p:par>
                      </p:childTnLst>
                    </p:cTn>
                  </p:par>
                  <p:par>
                    <p:cTn id="393" fill="hold">
                      <p:stCondLst>
                        <p:cond delay="indefinite"/>
                      </p:stCondLst>
                      <p:childTnLst>
                        <p:par>
                          <p:cTn id="394" fill="hold">
                            <p:stCondLst>
                              <p:cond delay="0"/>
                            </p:stCondLst>
                            <p:childTnLst>
                              <p:par>
                                <p:cTn id="395" presetID="2" presetClass="entr" presetSubtype="8" fill="hold" grpId="0" nodeType="clickEffect">
                                  <p:stCondLst>
                                    <p:cond delay="0"/>
                                  </p:stCondLst>
                                  <p:childTnLst>
                                    <p:set>
                                      <p:cBhvr>
                                        <p:cTn id="396" dur="1" fill="hold">
                                          <p:stCondLst>
                                            <p:cond delay="0"/>
                                          </p:stCondLst>
                                        </p:cTn>
                                        <p:tgtEl>
                                          <p:spTgt spid="76"/>
                                        </p:tgtEl>
                                        <p:attrNameLst>
                                          <p:attrName>style.visibility</p:attrName>
                                        </p:attrNameLst>
                                      </p:cBhvr>
                                      <p:to>
                                        <p:strVal val="visible"/>
                                      </p:to>
                                    </p:set>
                                    <p:anim calcmode="lin" valueType="num">
                                      <p:cBhvr additive="base">
                                        <p:cTn id="397" dur="500" fill="hold"/>
                                        <p:tgtEl>
                                          <p:spTgt spid="76"/>
                                        </p:tgtEl>
                                        <p:attrNameLst>
                                          <p:attrName>ppt_x</p:attrName>
                                        </p:attrNameLst>
                                      </p:cBhvr>
                                      <p:tavLst>
                                        <p:tav tm="0">
                                          <p:val>
                                            <p:strVal val="0-#ppt_w/2"/>
                                          </p:val>
                                        </p:tav>
                                        <p:tav tm="100000">
                                          <p:val>
                                            <p:strVal val="#ppt_x"/>
                                          </p:val>
                                        </p:tav>
                                      </p:tavLst>
                                    </p:anim>
                                    <p:anim calcmode="lin" valueType="num">
                                      <p:cBhvr additive="base">
                                        <p:cTn id="398" dur="500" fill="hold"/>
                                        <p:tgtEl>
                                          <p:spTgt spid="76"/>
                                        </p:tgtEl>
                                        <p:attrNameLst>
                                          <p:attrName>ppt_y</p:attrName>
                                        </p:attrNameLst>
                                      </p:cBhvr>
                                      <p:tavLst>
                                        <p:tav tm="0">
                                          <p:val>
                                            <p:strVal val="#ppt_y"/>
                                          </p:val>
                                        </p:tav>
                                        <p:tav tm="100000">
                                          <p:val>
                                            <p:strVal val="#ppt_y"/>
                                          </p:val>
                                        </p:tav>
                                      </p:tavLst>
                                    </p:anim>
                                  </p:childTnLst>
                                </p:cTn>
                              </p:par>
                            </p:childTnLst>
                          </p:cTn>
                        </p:par>
                      </p:childTnLst>
                    </p:cTn>
                  </p:par>
                  <p:par>
                    <p:cTn id="399" fill="hold">
                      <p:stCondLst>
                        <p:cond delay="indefinite"/>
                      </p:stCondLst>
                      <p:childTnLst>
                        <p:par>
                          <p:cTn id="400" fill="hold">
                            <p:stCondLst>
                              <p:cond delay="0"/>
                            </p:stCondLst>
                            <p:childTnLst>
                              <p:par>
                                <p:cTn id="401" presetID="2" presetClass="entr" presetSubtype="8" fill="hold" grpId="0" nodeType="clickEffect">
                                  <p:stCondLst>
                                    <p:cond delay="0"/>
                                  </p:stCondLst>
                                  <p:childTnLst>
                                    <p:set>
                                      <p:cBhvr>
                                        <p:cTn id="402" dur="1" fill="hold">
                                          <p:stCondLst>
                                            <p:cond delay="0"/>
                                          </p:stCondLst>
                                        </p:cTn>
                                        <p:tgtEl>
                                          <p:spTgt spid="77"/>
                                        </p:tgtEl>
                                        <p:attrNameLst>
                                          <p:attrName>style.visibility</p:attrName>
                                        </p:attrNameLst>
                                      </p:cBhvr>
                                      <p:to>
                                        <p:strVal val="visible"/>
                                      </p:to>
                                    </p:set>
                                    <p:anim calcmode="lin" valueType="num">
                                      <p:cBhvr additive="base">
                                        <p:cTn id="403" dur="500" fill="hold"/>
                                        <p:tgtEl>
                                          <p:spTgt spid="77"/>
                                        </p:tgtEl>
                                        <p:attrNameLst>
                                          <p:attrName>ppt_x</p:attrName>
                                        </p:attrNameLst>
                                      </p:cBhvr>
                                      <p:tavLst>
                                        <p:tav tm="0">
                                          <p:val>
                                            <p:strVal val="0-#ppt_w/2"/>
                                          </p:val>
                                        </p:tav>
                                        <p:tav tm="100000">
                                          <p:val>
                                            <p:strVal val="#ppt_x"/>
                                          </p:val>
                                        </p:tav>
                                      </p:tavLst>
                                    </p:anim>
                                    <p:anim calcmode="lin" valueType="num">
                                      <p:cBhvr additive="base">
                                        <p:cTn id="404" dur="500" fill="hold"/>
                                        <p:tgtEl>
                                          <p:spTgt spid="77"/>
                                        </p:tgtEl>
                                        <p:attrNameLst>
                                          <p:attrName>ppt_y</p:attrName>
                                        </p:attrNameLst>
                                      </p:cBhvr>
                                      <p:tavLst>
                                        <p:tav tm="0">
                                          <p:val>
                                            <p:strVal val="#ppt_y"/>
                                          </p:val>
                                        </p:tav>
                                        <p:tav tm="100000">
                                          <p:val>
                                            <p:strVal val="#ppt_y"/>
                                          </p:val>
                                        </p:tav>
                                      </p:tavLst>
                                    </p:anim>
                                  </p:childTnLst>
                                </p:cTn>
                              </p:par>
                            </p:childTnLst>
                          </p:cTn>
                        </p:par>
                      </p:childTnLst>
                    </p:cTn>
                  </p:par>
                  <p:par>
                    <p:cTn id="405" fill="hold">
                      <p:stCondLst>
                        <p:cond delay="indefinite"/>
                      </p:stCondLst>
                      <p:childTnLst>
                        <p:par>
                          <p:cTn id="406" fill="hold">
                            <p:stCondLst>
                              <p:cond delay="0"/>
                            </p:stCondLst>
                            <p:childTnLst>
                              <p:par>
                                <p:cTn id="407" presetID="2" presetClass="entr" presetSubtype="8" fill="hold" grpId="0" nodeType="clickEffect">
                                  <p:stCondLst>
                                    <p:cond delay="0"/>
                                  </p:stCondLst>
                                  <p:childTnLst>
                                    <p:set>
                                      <p:cBhvr>
                                        <p:cTn id="408" dur="1" fill="hold">
                                          <p:stCondLst>
                                            <p:cond delay="0"/>
                                          </p:stCondLst>
                                        </p:cTn>
                                        <p:tgtEl>
                                          <p:spTgt spid="78"/>
                                        </p:tgtEl>
                                        <p:attrNameLst>
                                          <p:attrName>style.visibility</p:attrName>
                                        </p:attrNameLst>
                                      </p:cBhvr>
                                      <p:to>
                                        <p:strVal val="visible"/>
                                      </p:to>
                                    </p:set>
                                    <p:anim calcmode="lin" valueType="num">
                                      <p:cBhvr additive="base">
                                        <p:cTn id="409" dur="500" fill="hold"/>
                                        <p:tgtEl>
                                          <p:spTgt spid="78"/>
                                        </p:tgtEl>
                                        <p:attrNameLst>
                                          <p:attrName>ppt_x</p:attrName>
                                        </p:attrNameLst>
                                      </p:cBhvr>
                                      <p:tavLst>
                                        <p:tav tm="0">
                                          <p:val>
                                            <p:strVal val="0-#ppt_w/2"/>
                                          </p:val>
                                        </p:tav>
                                        <p:tav tm="100000">
                                          <p:val>
                                            <p:strVal val="#ppt_x"/>
                                          </p:val>
                                        </p:tav>
                                      </p:tavLst>
                                    </p:anim>
                                    <p:anim calcmode="lin" valueType="num">
                                      <p:cBhvr additive="base">
                                        <p:cTn id="410" dur="500" fill="hold"/>
                                        <p:tgtEl>
                                          <p:spTgt spid="78"/>
                                        </p:tgtEl>
                                        <p:attrNameLst>
                                          <p:attrName>ppt_y</p:attrName>
                                        </p:attrNameLst>
                                      </p:cBhvr>
                                      <p:tavLst>
                                        <p:tav tm="0">
                                          <p:val>
                                            <p:strVal val="#ppt_y"/>
                                          </p:val>
                                        </p:tav>
                                        <p:tav tm="100000">
                                          <p:val>
                                            <p:strVal val="#ppt_y"/>
                                          </p:val>
                                        </p:tav>
                                      </p:tavLst>
                                    </p:anim>
                                  </p:childTnLst>
                                </p:cTn>
                              </p:par>
                            </p:childTnLst>
                          </p:cTn>
                        </p:par>
                      </p:childTnLst>
                    </p:cTn>
                  </p:par>
                  <p:par>
                    <p:cTn id="411" fill="hold">
                      <p:stCondLst>
                        <p:cond delay="indefinite"/>
                      </p:stCondLst>
                      <p:childTnLst>
                        <p:par>
                          <p:cTn id="412" fill="hold">
                            <p:stCondLst>
                              <p:cond delay="0"/>
                            </p:stCondLst>
                            <p:childTnLst>
                              <p:par>
                                <p:cTn id="413" presetID="2" presetClass="entr" presetSubtype="8" fill="hold" grpId="0" nodeType="clickEffect">
                                  <p:stCondLst>
                                    <p:cond delay="0"/>
                                  </p:stCondLst>
                                  <p:childTnLst>
                                    <p:set>
                                      <p:cBhvr>
                                        <p:cTn id="414" dur="1" fill="hold">
                                          <p:stCondLst>
                                            <p:cond delay="0"/>
                                          </p:stCondLst>
                                        </p:cTn>
                                        <p:tgtEl>
                                          <p:spTgt spid="79"/>
                                        </p:tgtEl>
                                        <p:attrNameLst>
                                          <p:attrName>style.visibility</p:attrName>
                                        </p:attrNameLst>
                                      </p:cBhvr>
                                      <p:to>
                                        <p:strVal val="visible"/>
                                      </p:to>
                                    </p:set>
                                    <p:anim calcmode="lin" valueType="num">
                                      <p:cBhvr additive="base">
                                        <p:cTn id="415" dur="500" fill="hold"/>
                                        <p:tgtEl>
                                          <p:spTgt spid="79"/>
                                        </p:tgtEl>
                                        <p:attrNameLst>
                                          <p:attrName>ppt_x</p:attrName>
                                        </p:attrNameLst>
                                      </p:cBhvr>
                                      <p:tavLst>
                                        <p:tav tm="0">
                                          <p:val>
                                            <p:strVal val="0-#ppt_w/2"/>
                                          </p:val>
                                        </p:tav>
                                        <p:tav tm="100000">
                                          <p:val>
                                            <p:strVal val="#ppt_x"/>
                                          </p:val>
                                        </p:tav>
                                      </p:tavLst>
                                    </p:anim>
                                    <p:anim calcmode="lin" valueType="num">
                                      <p:cBhvr additive="base">
                                        <p:cTn id="416" dur="500" fill="hold"/>
                                        <p:tgtEl>
                                          <p:spTgt spid="79"/>
                                        </p:tgtEl>
                                        <p:attrNameLst>
                                          <p:attrName>ppt_y</p:attrName>
                                        </p:attrNameLst>
                                      </p:cBhvr>
                                      <p:tavLst>
                                        <p:tav tm="0">
                                          <p:val>
                                            <p:strVal val="#ppt_y"/>
                                          </p:val>
                                        </p:tav>
                                        <p:tav tm="100000">
                                          <p:val>
                                            <p:strVal val="#ppt_y"/>
                                          </p:val>
                                        </p:tav>
                                      </p:tavLst>
                                    </p:anim>
                                  </p:childTnLst>
                                </p:cTn>
                              </p:par>
                            </p:childTnLst>
                          </p:cTn>
                        </p:par>
                      </p:childTnLst>
                    </p:cTn>
                  </p:par>
                  <p:par>
                    <p:cTn id="417" fill="hold">
                      <p:stCondLst>
                        <p:cond delay="indefinite"/>
                      </p:stCondLst>
                      <p:childTnLst>
                        <p:par>
                          <p:cTn id="418" fill="hold">
                            <p:stCondLst>
                              <p:cond delay="0"/>
                            </p:stCondLst>
                            <p:childTnLst>
                              <p:par>
                                <p:cTn id="419" presetID="2" presetClass="entr" presetSubtype="8" fill="hold" nodeType="clickEffect">
                                  <p:stCondLst>
                                    <p:cond delay="0"/>
                                  </p:stCondLst>
                                  <p:childTnLst>
                                    <p:set>
                                      <p:cBhvr>
                                        <p:cTn id="420" dur="1" fill="hold">
                                          <p:stCondLst>
                                            <p:cond delay="0"/>
                                          </p:stCondLst>
                                        </p:cTn>
                                        <p:tgtEl>
                                          <p:spTgt spid="80"/>
                                        </p:tgtEl>
                                        <p:attrNameLst>
                                          <p:attrName>style.visibility</p:attrName>
                                        </p:attrNameLst>
                                      </p:cBhvr>
                                      <p:to>
                                        <p:strVal val="visible"/>
                                      </p:to>
                                    </p:set>
                                    <p:anim calcmode="lin" valueType="num">
                                      <p:cBhvr additive="base">
                                        <p:cTn id="421" dur="500" fill="hold"/>
                                        <p:tgtEl>
                                          <p:spTgt spid="80"/>
                                        </p:tgtEl>
                                        <p:attrNameLst>
                                          <p:attrName>ppt_x</p:attrName>
                                        </p:attrNameLst>
                                      </p:cBhvr>
                                      <p:tavLst>
                                        <p:tav tm="0">
                                          <p:val>
                                            <p:strVal val="0-#ppt_w/2"/>
                                          </p:val>
                                        </p:tav>
                                        <p:tav tm="100000">
                                          <p:val>
                                            <p:strVal val="#ppt_x"/>
                                          </p:val>
                                        </p:tav>
                                      </p:tavLst>
                                    </p:anim>
                                    <p:anim calcmode="lin" valueType="num">
                                      <p:cBhvr additive="base">
                                        <p:cTn id="422" dur="500" fill="hold"/>
                                        <p:tgtEl>
                                          <p:spTgt spid="80"/>
                                        </p:tgtEl>
                                        <p:attrNameLst>
                                          <p:attrName>ppt_y</p:attrName>
                                        </p:attrNameLst>
                                      </p:cBhvr>
                                      <p:tavLst>
                                        <p:tav tm="0">
                                          <p:val>
                                            <p:strVal val="#ppt_y"/>
                                          </p:val>
                                        </p:tav>
                                        <p:tav tm="100000">
                                          <p:val>
                                            <p:strVal val="#ppt_y"/>
                                          </p:val>
                                        </p:tav>
                                      </p:tavLst>
                                    </p:anim>
                                  </p:childTnLst>
                                </p:cTn>
                              </p:par>
                            </p:childTnLst>
                          </p:cTn>
                        </p:par>
                      </p:childTnLst>
                    </p:cTn>
                  </p:par>
                  <p:par>
                    <p:cTn id="423" fill="hold">
                      <p:stCondLst>
                        <p:cond delay="indefinite"/>
                      </p:stCondLst>
                      <p:childTnLst>
                        <p:par>
                          <p:cTn id="424" fill="hold">
                            <p:stCondLst>
                              <p:cond delay="0"/>
                            </p:stCondLst>
                            <p:childTnLst>
                              <p:par>
                                <p:cTn id="425" presetID="2" presetClass="entr" presetSubtype="8" fill="hold" grpId="0" nodeType="clickEffect">
                                  <p:stCondLst>
                                    <p:cond delay="0"/>
                                  </p:stCondLst>
                                  <p:childTnLst>
                                    <p:set>
                                      <p:cBhvr>
                                        <p:cTn id="426" dur="1" fill="hold">
                                          <p:stCondLst>
                                            <p:cond delay="0"/>
                                          </p:stCondLst>
                                        </p:cTn>
                                        <p:tgtEl>
                                          <p:spTgt spid="81"/>
                                        </p:tgtEl>
                                        <p:attrNameLst>
                                          <p:attrName>style.visibility</p:attrName>
                                        </p:attrNameLst>
                                      </p:cBhvr>
                                      <p:to>
                                        <p:strVal val="visible"/>
                                      </p:to>
                                    </p:set>
                                    <p:anim calcmode="lin" valueType="num">
                                      <p:cBhvr additive="base">
                                        <p:cTn id="427" dur="500" fill="hold"/>
                                        <p:tgtEl>
                                          <p:spTgt spid="81"/>
                                        </p:tgtEl>
                                        <p:attrNameLst>
                                          <p:attrName>ppt_x</p:attrName>
                                        </p:attrNameLst>
                                      </p:cBhvr>
                                      <p:tavLst>
                                        <p:tav tm="0">
                                          <p:val>
                                            <p:strVal val="0-#ppt_w/2"/>
                                          </p:val>
                                        </p:tav>
                                        <p:tav tm="100000">
                                          <p:val>
                                            <p:strVal val="#ppt_x"/>
                                          </p:val>
                                        </p:tav>
                                      </p:tavLst>
                                    </p:anim>
                                    <p:anim calcmode="lin" valueType="num">
                                      <p:cBhvr additive="base">
                                        <p:cTn id="428" dur="500" fill="hold"/>
                                        <p:tgtEl>
                                          <p:spTgt spid="81"/>
                                        </p:tgtEl>
                                        <p:attrNameLst>
                                          <p:attrName>ppt_y</p:attrName>
                                        </p:attrNameLst>
                                      </p:cBhvr>
                                      <p:tavLst>
                                        <p:tav tm="0">
                                          <p:val>
                                            <p:strVal val="#ppt_y"/>
                                          </p:val>
                                        </p:tav>
                                        <p:tav tm="100000">
                                          <p:val>
                                            <p:strVal val="#ppt_y"/>
                                          </p:val>
                                        </p:tav>
                                      </p:tavLst>
                                    </p:anim>
                                  </p:childTnLst>
                                </p:cTn>
                              </p:par>
                            </p:childTnLst>
                          </p:cTn>
                        </p:par>
                      </p:childTnLst>
                    </p:cTn>
                  </p:par>
                  <p:par>
                    <p:cTn id="429" fill="hold">
                      <p:stCondLst>
                        <p:cond delay="indefinite"/>
                      </p:stCondLst>
                      <p:childTnLst>
                        <p:par>
                          <p:cTn id="430" fill="hold">
                            <p:stCondLst>
                              <p:cond delay="0"/>
                            </p:stCondLst>
                            <p:childTnLst>
                              <p:par>
                                <p:cTn id="431" presetID="2" presetClass="entr" presetSubtype="8" fill="hold" grpId="0" nodeType="clickEffect">
                                  <p:stCondLst>
                                    <p:cond delay="0"/>
                                  </p:stCondLst>
                                  <p:childTnLst>
                                    <p:set>
                                      <p:cBhvr>
                                        <p:cTn id="432" dur="1" fill="hold">
                                          <p:stCondLst>
                                            <p:cond delay="0"/>
                                          </p:stCondLst>
                                        </p:cTn>
                                        <p:tgtEl>
                                          <p:spTgt spid="82"/>
                                        </p:tgtEl>
                                        <p:attrNameLst>
                                          <p:attrName>style.visibility</p:attrName>
                                        </p:attrNameLst>
                                      </p:cBhvr>
                                      <p:to>
                                        <p:strVal val="visible"/>
                                      </p:to>
                                    </p:set>
                                    <p:anim calcmode="lin" valueType="num">
                                      <p:cBhvr additive="base">
                                        <p:cTn id="433" dur="500" fill="hold"/>
                                        <p:tgtEl>
                                          <p:spTgt spid="82"/>
                                        </p:tgtEl>
                                        <p:attrNameLst>
                                          <p:attrName>ppt_x</p:attrName>
                                        </p:attrNameLst>
                                      </p:cBhvr>
                                      <p:tavLst>
                                        <p:tav tm="0">
                                          <p:val>
                                            <p:strVal val="0-#ppt_w/2"/>
                                          </p:val>
                                        </p:tav>
                                        <p:tav tm="100000">
                                          <p:val>
                                            <p:strVal val="#ppt_x"/>
                                          </p:val>
                                        </p:tav>
                                      </p:tavLst>
                                    </p:anim>
                                    <p:anim calcmode="lin" valueType="num">
                                      <p:cBhvr additive="base">
                                        <p:cTn id="434" dur="500" fill="hold"/>
                                        <p:tgtEl>
                                          <p:spTgt spid="82"/>
                                        </p:tgtEl>
                                        <p:attrNameLst>
                                          <p:attrName>ppt_y</p:attrName>
                                        </p:attrNameLst>
                                      </p:cBhvr>
                                      <p:tavLst>
                                        <p:tav tm="0">
                                          <p:val>
                                            <p:strVal val="#ppt_y"/>
                                          </p:val>
                                        </p:tav>
                                        <p:tav tm="100000">
                                          <p:val>
                                            <p:strVal val="#ppt_y"/>
                                          </p:val>
                                        </p:tav>
                                      </p:tavLst>
                                    </p:anim>
                                  </p:childTnLst>
                                </p:cTn>
                              </p:par>
                            </p:childTnLst>
                          </p:cTn>
                        </p:par>
                      </p:childTnLst>
                    </p:cTn>
                  </p:par>
                  <p:par>
                    <p:cTn id="435" fill="hold">
                      <p:stCondLst>
                        <p:cond delay="indefinite"/>
                      </p:stCondLst>
                      <p:childTnLst>
                        <p:par>
                          <p:cTn id="436" fill="hold">
                            <p:stCondLst>
                              <p:cond delay="0"/>
                            </p:stCondLst>
                            <p:childTnLst>
                              <p:par>
                                <p:cTn id="437" presetID="2" presetClass="entr" presetSubtype="8" fill="hold" grpId="0" nodeType="clickEffect">
                                  <p:stCondLst>
                                    <p:cond delay="0"/>
                                  </p:stCondLst>
                                  <p:childTnLst>
                                    <p:set>
                                      <p:cBhvr>
                                        <p:cTn id="438" dur="1" fill="hold">
                                          <p:stCondLst>
                                            <p:cond delay="0"/>
                                          </p:stCondLst>
                                        </p:cTn>
                                        <p:tgtEl>
                                          <p:spTgt spid="83"/>
                                        </p:tgtEl>
                                        <p:attrNameLst>
                                          <p:attrName>style.visibility</p:attrName>
                                        </p:attrNameLst>
                                      </p:cBhvr>
                                      <p:to>
                                        <p:strVal val="visible"/>
                                      </p:to>
                                    </p:set>
                                    <p:anim calcmode="lin" valueType="num">
                                      <p:cBhvr additive="base">
                                        <p:cTn id="439" dur="500" fill="hold"/>
                                        <p:tgtEl>
                                          <p:spTgt spid="83"/>
                                        </p:tgtEl>
                                        <p:attrNameLst>
                                          <p:attrName>ppt_x</p:attrName>
                                        </p:attrNameLst>
                                      </p:cBhvr>
                                      <p:tavLst>
                                        <p:tav tm="0">
                                          <p:val>
                                            <p:strVal val="0-#ppt_w/2"/>
                                          </p:val>
                                        </p:tav>
                                        <p:tav tm="100000">
                                          <p:val>
                                            <p:strVal val="#ppt_x"/>
                                          </p:val>
                                        </p:tav>
                                      </p:tavLst>
                                    </p:anim>
                                    <p:anim calcmode="lin" valueType="num">
                                      <p:cBhvr additive="base">
                                        <p:cTn id="440" dur="500" fill="hold"/>
                                        <p:tgtEl>
                                          <p:spTgt spid="83"/>
                                        </p:tgtEl>
                                        <p:attrNameLst>
                                          <p:attrName>ppt_y</p:attrName>
                                        </p:attrNameLst>
                                      </p:cBhvr>
                                      <p:tavLst>
                                        <p:tav tm="0">
                                          <p:val>
                                            <p:strVal val="#ppt_y"/>
                                          </p:val>
                                        </p:tav>
                                        <p:tav tm="100000">
                                          <p:val>
                                            <p:strVal val="#ppt_y"/>
                                          </p:val>
                                        </p:tav>
                                      </p:tavLst>
                                    </p:anim>
                                  </p:childTnLst>
                                </p:cTn>
                              </p:par>
                            </p:childTnLst>
                          </p:cTn>
                        </p:par>
                      </p:childTnLst>
                    </p:cTn>
                  </p:par>
                  <p:par>
                    <p:cTn id="441" fill="hold">
                      <p:stCondLst>
                        <p:cond delay="indefinite"/>
                      </p:stCondLst>
                      <p:childTnLst>
                        <p:par>
                          <p:cTn id="442" fill="hold">
                            <p:stCondLst>
                              <p:cond delay="0"/>
                            </p:stCondLst>
                            <p:childTnLst>
                              <p:par>
                                <p:cTn id="443" presetID="2" presetClass="entr" presetSubtype="8" fill="hold" grpId="0" nodeType="clickEffect">
                                  <p:stCondLst>
                                    <p:cond delay="0"/>
                                  </p:stCondLst>
                                  <p:childTnLst>
                                    <p:set>
                                      <p:cBhvr>
                                        <p:cTn id="444" dur="1" fill="hold">
                                          <p:stCondLst>
                                            <p:cond delay="0"/>
                                          </p:stCondLst>
                                        </p:cTn>
                                        <p:tgtEl>
                                          <p:spTgt spid="84"/>
                                        </p:tgtEl>
                                        <p:attrNameLst>
                                          <p:attrName>style.visibility</p:attrName>
                                        </p:attrNameLst>
                                      </p:cBhvr>
                                      <p:to>
                                        <p:strVal val="visible"/>
                                      </p:to>
                                    </p:set>
                                    <p:anim calcmode="lin" valueType="num">
                                      <p:cBhvr additive="base">
                                        <p:cTn id="445" dur="500" fill="hold"/>
                                        <p:tgtEl>
                                          <p:spTgt spid="84"/>
                                        </p:tgtEl>
                                        <p:attrNameLst>
                                          <p:attrName>ppt_x</p:attrName>
                                        </p:attrNameLst>
                                      </p:cBhvr>
                                      <p:tavLst>
                                        <p:tav tm="0">
                                          <p:val>
                                            <p:strVal val="0-#ppt_w/2"/>
                                          </p:val>
                                        </p:tav>
                                        <p:tav tm="100000">
                                          <p:val>
                                            <p:strVal val="#ppt_x"/>
                                          </p:val>
                                        </p:tav>
                                      </p:tavLst>
                                    </p:anim>
                                    <p:anim calcmode="lin" valueType="num">
                                      <p:cBhvr additive="base">
                                        <p:cTn id="446" dur="500" fill="hold"/>
                                        <p:tgtEl>
                                          <p:spTgt spid="84"/>
                                        </p:tgtEl>
                                        <p:attrNameLst>
                                          <p:attrName>ppt_y</p:attrName>
                                        </p:attrNameLst>
                                      </p:cBhvr>
                                      <p:tavLst>
                                        <p:tav tm="0">
                                          <p:val>
                                            <p:strVal val="#ppt_y"/>
                                          </p:val>
                                        </p:tav>
                                        <p:tav tm="100000">
                                          <p:val>
                                            <p:strVal val="#ppt_y"/>
                                          </p:val>
                                        </p:tav>
                                      </p:tavLst>
                                    </p:anim>
                                  </p:childTnLst>
                                </p:cTn>
                              </p:par>
                            </p:childTnLst>
                          </p:cTn>
                        </p:par>
                      </p:childTnLst>
                    </p:cTn>
                  </p:par>
                  <p:par>
                    <p:cTn id="447" fill="hold">
                      <p:stCondLst>
                        <p:cond delay="indefinite"/>
                      </p:stCondLst>
                      <p:childTnLst>
                        <p:par>
                          <p:cTn id="448" fill="hold">
                            <p:stCondLst>
                              <p:cond delay="0"/>
                            </p:stCondLst>
                            <p:childTnLst>
                              <p:par>
                                <p:cTn id="449" presetID="2" presetClass="entr" presetSubtype="8" fill="hold" nodeType="clickEffect">
                                  <p:stCondLst>
                                    <p:cond delay="0"/>
                                  </p:stCondLst>
                                  <p:childTnLst>
                                    <p:set>
                                      <p:cBhvr>
                                        <p:cTn id="450" dur="1" fill="hold">
                                          <p:stCondLst>
                                            <p:cond delay="0"/>
                                          </p:stCondLst>
                                        </p:cTn>
                                        <p:tgtEl>
                                          <p:spTgt spid="85"/>
                                        </p:tgtEl>
                                        <p:attrNameLst>
                                          <p:attrName>style.visibility</p:attrName>
                                        </p:attrNameLst>
                                      </p:cBhvr>
                                      <p:to>
                                        <p:strVal val="visible"/>
                                      </p:to>
                                    </p:set>
                                    <p:anim calcmode="lin" valueType="num">
                                      <p:cBhvr additive="base">
                                        <p:cTn id="451" dur="500" fill="hold"/>
                                        <p:tgtEl>
                                          <p:spTgt spid="85"/>
                                        </p:tgtEl>
                                        <p:attrNameLst>
                                          <p:attrName>ppt_x</p:attrName>
                                        </p:attrNameLst>
                                      </p:cBhvr>
                                      <p:tavLst>
                                        <p:tav tm="0">
                                          <p:val>
                                            <p:strVal val="0-#ppt_w/2"/>
                                          </p:val>
                                        </p:tav>
                                        <p:tav tm="100000">
                                          <p:val>
                                            <p:strVal val="#ppt_x"/>
                                          </p:val>
                                        </p:tav>
                                      </p:tavLst>
                                    </p:anim>
                                    <p:anim calcmode="lin" valueType="num">
                                      <p:cBhvr additive="base">
                                        <p:cTn id="452" dur="500" fill="hold"/>
                                        <p:tgtEl>
                                          <p:spTgt spid="85"/>
                                        </p:tgtEl>
                                        <p:attrNameLst>
                                          <p:attrName>ppt_y</p:attrName>
                                        </p:attrNameLst>
                                      </p:cBhvr>
                                      <p:tavLst>
                                        <p:tav tm="0">
                                          <p:val>
                                            <p:strVal val="#ppt_y"/>
                                          </p:val>
                                        </p:tav>
                                        <p:tav tm="100000">
                                          <p:val>
                                            <p:strVal val="#ppt_y"/>
                                          </p:val>
                                        </p:tav>
                                      </p:tavLst>
                                    </p:anim>
                                  </p:childTnLst>
                                </p:cTn>
                              </p:par>
                            </p:childTnLst>
                          </p:cTn>
                        </p:par>
                      </p:childTnLst>
                    </p:cTn>
                  </p:par>
                  <p:par>
                    <p:cTn id="453" fill="hold">
                      <p:stCondLst>
                        <p:cond delay="indefinite"/>
                      </p:stCondLst>
                      <p:childTnLst>
                        <p:par>
                          <p:cTn id="454" fill="hold">
                            <p:stCondLst>
                              <p:cond delay="0"/>
                            </p:stCondLst>
                            <p:childTnLst>
                              <p:par>
                                <p:cTn id="455" presetID="2" presetClass="entr" presetSubtype="8" fill="hold" grpId="0" nodeType="clickEffect">
                                  <p:stCondLst>
                                    <p:cond delay="0"/>
                                  </p:stCondLst>
                                  <p:childTnLst>
                                    <p:set>
                                      <p:cBhvr>
                                        <p:cTn id="456" dur="1" fill="hold">
                                          <p:stCondLst>
                                            <p:cond delay="0"/>
                                          </p:stCondLst>
                                        </p:cTn>
                                        <p:tgtEl>
                                          <p:spTgt spid="86"/>
                                        </p:tgtEl>
                                        <p:attrNameLst>
                                          <p:attrName>style.visibility</p:attrName>
                                        </p:attrNameLst>
                                      </p:cBhvr>
                                      <p:to>
                                        <p:strVal val="visible"/>
                                      </p:to>
                                    </p:set>
                                    <p:anim calcmode="lin" valueType="num">
                                      <p:cBhvr additive="base">
                                        <p:cTn id="457" dur="500" fill="hold"/>
                                        <p:tgtEl>
                                          <p:spTgt spid="86"/>
                                        </p:tgtEl>
                                        <p:attrNameLst>
                                          <p:attrName>ppt_x</p:attrName>
                                        </p:attrNameLst>
                                      </p:cBhvr>
                                      <p:tavLst>
                                        <p:tav tm="0">
                                          <p:val>
                                            <p:strVal val="0-#ppt_w/2"/>
                                          </p:val>
                                        </p:tav>
                                        <p:tav tm="100000">
                                          <p:val>
                                            <p:strVal val="#ppt_x"/>
                                          </p:val>
                                        </p:tav>
                                      </p:tavLst>
                                    </p:anim>
                                    <p:anim calcmode="lin" valueType="num">
                                      <p:cBhvr additive="base">
                                        <p:cTn id="458" dur="500" fill="hold"/>
                                        <p:tgtEl>
                                          <p:spTgt spid="86"/>
                                        </p:tgtEl>
                                        <p:attrNameLst>
                                          <p:attrName>ppt_y</p:attrName>
                                        </p:attrNameLst>
                                      </p:cBhvr>
                                      <p:tavLst>
                                        <p:tav tm="0">
                                          <p:val>
                                            <p:strVal val="#ppt_y"/>
                                          </p:val>
                                        </p:tav>
                                        <p:tav tm="100000">
                                          <p:val>
                                            <p:strVal val="#ppt_y"/>
                                          </p:val>
                                        </p:tav>
                                      </p:tavLst>
                                    </p:anim>
                                  </p:childTnLst>
                                </p:cTn>
                              </p:par>
                            </p:childTnLst>
                          </p:cTn>
                        </p:par>
                      </p:childTnLst>
                    </p:cTn>
                  </p:par>
                  <p:par>
                    <p:cTn id="459" fill="hold">
                      <p:stCondLst>
                        <p:cond delay="indefinite"/>
                      </p:stCondLst>
                      <p:childTnLst>
                        <p:par>
                          <p:cTn id="460" fill="hold">
                            <p:stCondLst>
                              <p:cond delay="0"/>
                            </p:stCondLst>
                            <p:childTnLst>
                              <p:par>
                                <p:cTn id="461" presetID="2" presetClass="entr" presetSubtype="8" fill="hold" grpId="0" nodeType="clickEffect">
                                  <p:stCondLst>
                                    <p:cond delay="0"/>
                                  </p:stCondLst>
                                  <p:childTnLst>
                                    <p:set>
                                      <p:cBhvr>
                                        <p:cTn id="462" dur="1" fill="hold">
                                          <p:stCondLst>
                                            <p:cond delay="0"/>
                                          </p:stCondLst>
                                        </p:cTn>
                                        <p:tgtEl>
                                          <p:spTgt spid="87"/>
                                        </p:tgtEl>
                                        <p:attrNameLst>
                                          <p:attrName>style.visibility</p:attrName>
                                        </p:attrNameLst>
                                      </p:cBhvr>
                                      <p:to>
                                        <p:strVal val="visible"/>
                                      </p:to>
                                    </p:set>
                                    <p:anim calcmode="lin" valueType="num">
                                      <p:cBhvr additive="base">
                                        <p:cTn id="463" dur="500" fill="hold"/>
                                        <p:tgtEl>
                                          <p:spTgt spid="87"/>
                                        </p:tgtEl>
                                        <p:attrNameLst>
                                          <p:attrName>ppt_x</p:attrName>
                                        </p:attrNameLst>
                                      </p:cBhvr>
                                      <p:tavLst>
                                        <p:tav tm="0">
                                          <p:val>
                                            <p:strVal val="0-#ppt_w/2"/>
                                          </p:val>
                                        </p:tav>
                                        <p:tav tm="100000">
                                          <p:val>
                                            <p:strVal val="#ppt_x"/>
                                          </p:val>
                                        </p:tav>
                                      </p:tavLst>
                                    </p:anim>
                                    <p:anim calcmode="lin" valueType="num">
                                      <p:cBhvr additive="base">
                                        <p:cTn id="464" dur="500" fill="hold"/>
                                        <p:tgtEl>
                                          <p:spTgt spid="87"/>
                                        </p:tgtEl>
                                        <p:attrNameLst>
                                          <p:attrName>ppt_y</p:attrName>
                                        </p:attrNameLst>
                                      </p:cBhvr>
                                      <p:tavLst>
                                        <p:tav tm="0">
                                          <p:val>
                                            <p:strVal val="#ppt_y"/>
                                          </p:val>
                                        </p:tav>
                                        <p:tav tm="100000">
                                          <p:val>
                                            <p:strVal val="#ppt_y"/>
                                          </p:val>
                                        </p:tav>
                                      </p:tavLst>
                                    </p:anim>
                                  </p:childTnLst>
                                </p:cTn>
                              </p:par>
                            </p:childTnLst>
                          </p:cTn>
                        </p:par>
                      </p:childTnLst>
                    </p:cTn>
                  </p:par>
                  <p:par>
                    <p:cTn id="465" fill="hold">
                      <p:stCondLst>
                        <p:cond delay="indefinite"/>
                      </p:stCondLst>
                      <p:childTnLst>
                        <p:par>
                          <p:cTn id="466" fill="hold">
                            <p:stCondLst>
                              <p:cond delay="0"/>
                            </p:stCondLst>
                            <p:childTnLst>
                              <p:par>
                                <p:cTn id="467" presetID="2" presetClass="entr" presetSubtype="8" fill="hold" grpId="0" nodeType="clickEffect">
                                  <p:stCondLst>
                                    <p:cond delay="0"/>
                                  </p:stCondLst>
                                  <p:childTnLst>
                                    <p:set>
                                      <p:cBhvr>
                                        <p:cTn id="468" dur="1" fill="hold">
                                          <p:stCondLst>
                                            <p:cond delay="0"/>
                                          </p:stCondLst>
                                        </p:cTn>
                                        <p:tgtEl>
                                          <p:spTgt spid="88"/>
                                        </p:tgtEl>
                                        <p:attrNameLst>
                                          <p:attrName>style.visibility</p:attrName>
                                        </p:attrNameLst>
                                      </p:cBhvr>
                                      <p:to>
                                        <p:strVal val="visible"/>
                                      </p:to>
                                    </p:set>
                                    <p:anim calcmode="lin" valueType="num">
                                      <p:cBhvr additive="base">
                                        <p:cTn id="469" dur="500" fill="hold"/>
                                        <p:tgtEl>
                                          <p:spTgt spid="88"/>
                                        </p:tgtEl>
                                        <p:attrNameLst>
                                          <p:attrName>ppt_x</p:attrName>
                                        </p:attrNameLst>
                                      </p:cBhvr>
                                      <p:tavLst>
                                        <p:tav tm="0">
                                          <p:val>
                                            <p:strVal val="0-#ppt_w/2"/>
                                          </p:val>
                                        </p:tav>
                                        <p:tav tm="100000">
                                          <p:val>
                                            <p:strVal val="#ppt_x"/>
                                          </p:val>
                                        </p:tav>
                                      </p:tavLst>
                                    </p:anim>
                                    <p:anim calcmode="lin" valueType="num">
                                      <p:cBhvr additive="base">
                                        <p:cTn id="470" dur="500" fill="hold"/>
                                        <p:tgtEl>
                                          <p:spTgt spid="88"/>
                                        </p:tgtEl>
                                        <p:attrNameLst>
                                          <p:attrName>ppt_y</p:attrName>
                                        </p:attrNameLst>
                                      </p:cBhvr>
                                      <p:tavLst>
                                        <p:tav tm="0">
                                          <p:val>
                                            <p:strVal val="#ppt_y"/>
                                          </p:val>
                                        </p:tav>
                                        <p:tav tm="100000">
                                          <p:val>
                                            <p:strVal val="#ppt_y"/>
                                          </p:val>
                                        </p:tav>
                                      </p:tavLst>
                                    </p:anim>
                                  </p:childTnLst>
                                </p:cTn>
                              </p:par>
                            </p:childTnLst>
                          </p:cTn>
                        </p:par>
                      </p:childTnLst>
                    </p:cTn>
                  </p:par>
                  <p:par>
                    <p:cTn id="471" fill="hold">
                      <p:stCondLst>
                        <p:cond delay="indefinite"/>
                      </p:stCondLst>
                      <p:childTnLst>
                        <p:par>
                          <p:cTn id="472" fill="hold">
                            <p:stCondLst>
                              <p:cond delay="0"/>
                            </p:stCondLst>
                            <p:childTnLst>
                              <p:par>
                                <p:cTn id="473" presetID="2" presetClass="entr" presetSubtype="8" fill="hold" grpId="0" nodeType="clickEffect">
                                  <p:stCondLst>
                                    <p:cond delay="0"/>
                                  </p:stCondLst>
                                  <p:childTnLst>
                                    <p:set>
                                      <p:cBhvr>
                                        <p:cTn id="474" dur="1" fill="hold">
                                          <p:stCondLst>
                                            <p:cond delay="0"/>
                                          </p:stCondLst>
                                        </p:cTn>
                                        <p:tgtEl>
                                          <p:spTgt spid="89"/>
                                        </p:tgtEl>
                                        <p:attrNameLst>
                                          <p:attrName>style.visibility</p:attrName>
                                        </p:attrNameLst>
                                      </p:cBhvr>
                                      <p:to>
                                        <p:strVal val="visible"/>
                                      </p:to>
                                    </p:set>
                                    <p:anim calcmode="lin" valueType="num">
                                      <p:cBhvr additive="base">
                                        <p:cTn id="475" dur="500" fill="hold"/>
                                        <p:tgtEl>
                                          <p:spTgt spid="89"/>
                                        </p:tgtEl>
                                        <p:attrNameLst>
                                          <p:attrName>ppt_x</p:attrName>
                                        </p:attrNameLst>
                                      </p:cBhvr>
                                      <p:tavLst>
                                        <p:tav tm="0">
                                          <p:val>
                                            <p:strVal val="0-#ppt_w/2"/>
                                          </p:val>
                                        </p:tav>
                                        <p:tav tm="100000">
                                          <p:val>
                                            <p:strVal val="#ppt_x"/>
                                          </p:val>
                                        </p:tav>
                                      </p:tavLst>
                                    </p:anim>
                                    <p:anim calcmode="lin" valueType="num">
                                      <p:cBhvr additive="base">
                                        <p:cTn id="476" dur="500" fill="hold"/>
                                        <p:tgtEl>
                                          <p:spTgt spid="89"/>
                                        </p:tgtEl>
                                        <p:attrNameLst>
                                          <p:attrName>ppt_y</p:attrName>
                                        </p:attrNameLst>
                                      </p:cBhvr>
                                      <p:tavLst>
                                        <p:tav tm="0">
                                          <p:val>
                                            <p:strVal val="#ppt_y"/>
                                          </p:val>
                                        </p:tav>
                                        <p:tav tm="100000">
                                          <p:val>
                                            <p:strVal val="#ppt_y"/>
                                          </p:val>
                                        </p:tav>
                                      </p:tavLst>
                                    </p:anim>
                                  </p:childTnLst>
                                </p:cTn>
                              </p:par>
                            </p:childTnLst>
                          </p:cTn>
                        </p:par>
                      </p:childTnLst>
                    </p:cTn>
                  </p:par>
                  <p:par>
                    <p:cTn id="477" fill="hold">
                      <p:stCondLst>
                        <p:cond delay="indefinite"/>
                      </p:stCondLst>
                      <p:childTnLst>
                        <p:par>
                          <p:cTn id="478" fill="hold">
                            <p:stCondLst>
                              <p:cond delay="0"/>
                            </p:stCondLst>
                            <p:childTnLst>
                              <p:par>
                                <p:cTn id="479" presetID="2" presetClass="entr" presetSubtype="8" fill="hold" nodeType="clickEffect">
                                  <p:stCondLst>
                                    <p:cond delay="0"/>
                                  </p:stCondLst>
                                  <p:childTnLst>
                                    <p:set>
                                      <p:cBhvr>
                                        <p:cTn id="480" dur="1" fill="hold">
                                          <p:stCondLst>
                                            <p:cond delay="0"/>
                                          </p:stCondLst>
                                        </p:cTn>
                                        <p:tgtEl>
                                          <p:spTgt spid="90"/>
                                        </p:tgtEl>
                                        <p:attrNameLst>
                                          <p:attrName>style.visibility</p:attrName>
                                        </p:attrNameLst>
                                      </p:cBhvr>
                                      <p:to>
                                        <p:strVal val="visible"/>
                                      </p:to>
                                    </p:set>
                                    <p:anim calcmode="lin" valueType="num">
                                      <p:cBhvr additive="base">
                                        <p:cTn id="481" dur="500" fill="hold"/>
                                        <p:tgtEl>
                                          <p:spTgt spid="90"/>
                                        </p:tgtEl>
                                        <p:attrNameLst>
                                          <p:attrName>ppt_x</p:attrName>
                                        </p:attrNameLst>
                                      </p:cBhvr>
                                      <p:tavLst>
                                        <p:tav tm="0">
                                          <p:val>
                                            <p:strVal val="0-#ppt_w/2"/>
                                          </p:val>
                                        </p:tav>
                                        <p:tav tm="100000">
                                          <p:val>
                                            <p:strVal val="#ppt_x"/>
                                          </p:val>
                                        </p:tav>
                                      </p:tavLst>
                                    </p:anim>
                                    <p:anim calcmode="lin" valueType="num">
                                      <p:cBhvr additive="base">
                                        <p:cTn id="482" dur="500" fill="hold"/>
                                        <p:tgtEl>
                                          <p:spTgt spid="90"/>
                                        </p:tgtEl>
                                        <p:attrNameLst>
                                          <p:attrName>ppt_y</p:attrName>
                                        </p:attrNameLst>
                                      </p:cBhvr>
                                      <p:tavLst>
                                        <p:tav tm="0">
                                          <p:val>
                                            <p:strVal val="#ppt_y"/>
                                          </p:val>
                                        </p:tav>
                                        <p:tav tm="100000">
                                          <p:val>
                                            <p:strVal val="#ppt_y"/>
                                          </p:val>
                                        </p:tav>
                                      </p:tavLst>
                                    </p:anim>
                                  </p:childTnLst>
                                </p:cTn>
                              </p:par>
                            </p:childTnLst>
                          </p:cTn>
                        </p:par>
                      </p:childTnLst>
                    </p:cTn>
                  </p:par>
                  <p:par>
                    <p:cTn id="483" fill="hold">
                      <p:stCondLst>
                        <p:cond delay="indefinite"/>
                      </p:stCondLst>
                      <p:childTnLst>
                        <p:par>
                          <p:cTn id="484" fill="hold">
                            <p:stCondLst>
                              <p:cond delay="0"/>
                            </p:stCondLst>
                            <p:childTnLst>
                              <p:par>
                                <p:cTn id="485" presetID="2" presetClass="entr" presetSubtype="8" fill="hold" grpId="0" nodeType="clickEffect">
                                  <p:stCondLst>
                                    <p:cond delay="0"/>
                                  </p:stCondLst>
                                  <p:childTnLst>
                                    <p:set>
                                      <p:cBhvr>
                                        <p:cTn id="486" dur="1" fill="hold">
                                          <p:stCondLst>
                                            <p:cond delay="0"/>
                                          </p:stCondLst>
                                        </p:cTn>
                                        <p:tgtEl>
                                          <p:spTgt spid="91"/>
                                        </p:tgtEl>
                                        <p:attrNameLst>
                                          <p:attrName>style.visibility</p:attrName>
                                        </p:attrNameLst>
                                      </p:cBhvr>
                                      <p:to>
                                        <p:strVal val="visible"/>
                                      </p:to>
                                    </p:set>
                                    <p:anim calcmode="lin" valueType="num">
                                      <p:cBhvr additive="base">
                                        <p:cTn id="487" dur="500" fill="hold"/>
                                        <p:tgtEl>
                                          <p:spTgt spid="91"/>
                                        </p:tgtEl>
                                        <p:attrNameLst>
                                          <p:attrName>ppt_x</p:attrName>
                                        </p:attrNameLst>
                                      </p:cBhvr>
                                      <p:tavLst>
                                        <p:tav tm="0">
                                          <p:val>
                                            <p:strVal val="0-#ppt_w/2"/>
                                          </p:val>
                                        </p:tav>
                                        <p:tav tm="100000">
                                          <p:val>
                                            <p:strVal val="#ppt_x"/>
                                          </p:val>
                                        </p:tav>
                                      </p:tavLst>
                                    </p:anim>
                                    <p:anim calcmode="lin" valueType="num">
                                      <p:cBhvr additive="base">
                                        <p:cTn id="488" dur="500" fill="hold"/>
                                        <p:tgtEl>
                                          <p:spTgt spid="91"/>
                                        </p:tgtEl>
                                        <p:attrNameLst>
                                          <p:attrName>ppt_y</p:attrName>
                                        </p:attrNameLst>
                                      </p:cBhvr>
                                      <p:tavLst>
                                        <p:tav tm="0">
                                          <p:val>
                                            <p:strVal val="#ppt_y"/>
                                          </p:val>
                                        </p:tav>
                                        <p:tav tm="100000">
                                          <p:val>
                                            <p:strVal val="#ppt_y"/>
                                          </p:val>
                                        </p:tav>
                                      </p:tavLst>
                                    </p:anim>
                                  </p:childTnLst>
                                </p:cTn>
                              </p:par>
                            </p:childTnLst>
                          </p:cTn>
                        </p:par>
                      </p:childTnLst>
                    </p:cTn>
                  </p:par>
                  <p:par>
                    <p:cTn id="489" fill="hold">
                      <p:stCondLst>
                        <p:cond delay="indefinite"/>
                      </p:stCondLst>
                      <p:childTnLst>
                        <p:par>
                          <p:cTn id="490" fill="hold">
                            <p:stCondLst>
                              <p:cond delay="0"/>
                            </p:stCondLst>
                            <p:childTnLst>
                              <p:par>
                                <p:cTn id="491" presetID="2" presetClass="entr" presetSubtype="8" fill="hold" grpId="0" nodeType="clickEffect">
                                  <p:stCondLst>
                                    <p:cond delay="0"/>
                                  </p:stCondLst>
                                  <p:childTnLst>
                                    <p:set>
                                      <p:cBhvr>
                                        <p:cTn id="492" dur="1" fill="hold">
                                          <p:stCondLst>
                                            <p:cond delay="0"/>
                                          </p:stCondLst>
                                        </p:cTn>
                                        <p:tgtEl>
                                          <p:spTgt spid="92"/>
                                        </p:tgtEl>
                                        <p:attrNameLst>
                                          <p:attrName>style.visibility</p:attrName>
                                        </p:attrNameLst>
                                      </p:cBhvr>
                                      <p:to>
                                        <p:strVal val="visible"/>
                                      </p:to>
                                    </p:set>
                                    <p:anim calcmode="lin" valueType="num">
                                      <p:cBhvr additive="base">
                                        <p:cTn id="493" dur="500" fill="hold"/>
                                        <p:tgtEl>
                                          <p:spTgt spid="92"/>
                                        </p:tgtEl>
                                        <p:attrNameLst>
                                          <p:attrName>ppt_x</p:attrName>
                                        </p:attrNameLst>
                                      </p:cBhvr>
                                      <p:tavLst>
                                        <p:tav tm="0">
                                          <p:val>
                                            <p:strVal val="0-#ppt_w/2"/>
                                          </p:val>
                                        </p:tav>
                                        <p:tav tm="100000">
                                          <p:val>
                                            <p:strVal val="#ppt_x"/>
                                          </p:val>
                                        </p:tav>
                                      </p:tavLst>
                                    </p:anim>
                                    <p:anim calcmode="lin" valueType="num">
                                      <p:cBhvr additive="base">
                                        <p:cTn id="494" dur="500" fill="hold"/>
                                        <p:tgtEl>
                                          <p:spTgt spid="92"/>
                                        </p:tgtEl>
                                        <p:attrNameLst>
                                          <p:attrName>ppt_y</p:attrName>
                                        </p:attrNameLst>
                                      </p:cBhvr>
                                      <p:tavLst>
                                        <p:tav tm="0">
                                          <p:val>
                                            <p:strVal val="#ppt_y"/>
                                          </p:val>
                                        </p:tav>
                                        <p:tav tm="100000">
                                          <p:val>
                                            <p:strVal val="#ppt_y"/>
                                          </p:val>
                                        </p:tav>
                                      </p:tavLst>
                                    </p:anim>
                                  </p:childTnLst>
                                </p:cTn>
                              </p:par>
                            </p:childTnLst>
                          </p:cTn>
                        </p:par>
                      </p:childTnLst>
                    </p:cTn>
                  </p:par>
                  <p:par>
                    <p:cTn id="495" fill="hold">
                      <p:stCondLst>
                        <p:cond delay="indefinite"/>
                      </p:stCondLst>
                      <p:childTnLst>
                        <p:par>
                          <p:cTn id="496" fill="hold">
                            <p:stCondLst>
                              <p:cond delay="0"/>
                            </p:stCondLst>
                            <p:childTnLst>
                              <p:par>
                                <p:cTn id="497" presetID="2" presetClass="entr" presetSubtype="8" fill="hold" grpId="0" nodeType="clickEffect">
                                  <p:stCondLst>
                                    <p:cond delay="0"/>
                                  </p:stCondLst>
                                  <p:childTnLst>
                                    <p:set>
                                      <p:cBhvr>
                                        <p:cTn id="498" dur="1" fill="hold">
                                          <p:stCondLst>
                                            <p:cond delay="0"/>
                                          </p:stCondLst>
                                        </p:cTn>
                                        <p:tgtEl>
                                          <p:spTgt spid="93"/>
                                        </p:tgtEl>
                                        <p:attrNameLst>
                                          <p:attrName>style.visibility</p:attrName>
                                        </p:attrNameLst>
                                      </p:cBhvr>
                                      <p:to>
                                        <p:strVal val="visible"/>
                                      </p:to>
                                    </p:set>
                                    <p:anim calcmode="lin" valueType="num">
                                      <p:cBhvr additive="base">
                                        <p:cTn id="499" dur="500" fill="hold"/>
                                        <p:tgtEl>
                                          <p:spTgt spid="93"/>
                                        </p:tgtEl>
                                        <p:attrNameLst>
                                          <p:attrName>ppt_x</p:attrName>
                                        </p:attrNameLst>
                                      </p:cBhvr>
                                      <p:tavLst>
                                        <p:tav tm="0">
                                          <p:val>
                                            <p:strVal val="0-#ppt_w/2"/>
                                          </p:val>
                                        </p:tav>
                                        <p:tav tm="100000">
                                          <p:val>
                                            <p:strVal val="#ppt_x"/>
                                          </p:val>
                                        </p:tav>
                                      </p:tavLst>
                                    </p:anim>
                                    <p:anim calcmode="lin" valueType="num">
                                      <p:cBhvr additive="base">
                                        <p:cTn id="500" dur="500" fill="hold"/>
                                        <p:tgtEl>
                                          <p:spTgt spid="93"/>
                                        </p:tgtEl>
                                        <p:attrNameLst>
                                          <p:attrName>ppt_y</p:attrName>
                                        </p:attrNameLst>
                                      </p:cBhvr>
                                      <p:tavLst>
                                        <p:tav tm="0">
                                          <p:val>
                                            <p:strVal val="#ppt_y"/>
                                          </p:val>
                                        </p:tav>
                                        <p:tav tm="100000">
                                          <p:val>
                                            <p:strVal val="#ppt_y"/>
                                          </p:val>
                                        </p:tav>
                                      </p:tavLst>
                                    </p:anim>
                                  </p:childTnLst>
                                </p:cTn>
                              </p:par>
                            </p:childTnLst>
                          </p:cTn>
                        </p:par>
                      </p:childTnLst>
                    </p:cTn>
                  </p:par>
                  <p:par>
                    <p:cTn id="501" fill="hold">
                      <p:stCondLst>
                        <p:cond delay="indefinite"/>
                      </p:stCondLst>
                      <p:childTnLst>
                        <p:par>
                          <p:cTn id="502" fill="hold">
                            <p:stCondLst>
                              <p:cond delay="0"/>
                            </p:stCondLst>
                            <p:childTnLst>
                              <p:par>
                                <p:cTn id="503" presetID="2" presetClass="entr" presetSubtype="8" fill="hold" grpId="0" nodeType="clickEffect">
                                  <p:stCondLst>
                                    <p:cond delay="0"/>
                                  </p:stCondLst>
                                  <p:childTnLst>
                                    <p:set>
                                      <p:cBhvr>
                                        <p:cTn id="504" dur="1" fill="hold">
                                          <p:stCondLst>
                                            <p:cond delay="0"/>
                                          </p:stCondLst>
                                        </p:cTn>
                                        <p:tgtEl>
                                          <p:spTgt spid="98"/>
                                        </p:tgtEl>
                                        <p:attrNameLst>
                                          <p:attrName>style.visibility</p:attrName>
                                        </p:attrNameLst>
                                      </p:cBhvr>
                                      <p:to>
                                        <p:strVal val="visible"/>
                                      </p:to>
                                    </p:set>
                                    <p:anim calcmode="lin" valueType="num">
                                      <p:cBhvr additive="base">
                                        <p:cTn id="505" dur="500" fill="hold"/>
                                        <p:tgtEl>
                                          <p:spTgt spid="98"/>
                                        </p:tgtEl>
                                        <p:attrNameLst>
                                          <p:attrName>ppt_x</p:attrName>
                                        </p:attrNameLst>
                                      </p:cBhvr>
                                      <p:tavLst>
                                        <p:tav tm="0">
                                          <p:val>
                                            <p:strVal val="0-#ppt_w/2"/>
                                          </p:val>
                                        </p:tav>
                                        <p:tav tm="100000">
                                          <p:val>
                                            <p:strVal val="#ppt_x"/>
                                          </p:val>
                                        </p:tav>
                                      </p:tavLst>
                                    </p:anim>
                                    <p:anim calcmode="lin" valueType="num">
                                      <p:cBhvr additive="base">
                                        <p:cTn id="506" dur="500" fill="hold"/>
                                        <p:tgtEl>
                                          <p:spTgt spid="98"/>
                                        </p:tgtEl>
                                        <p:attrNameLst>
                                          <p:attrName>ppt_y</p:attrName>
                                        </p:attrNameLst>
                                      </p:cBhvr>
                                      <p:tavLst>
                                        <p:tav tm="0">
                                          <p:val>
                                            <p:strVal val="#ppt_y"/>
                                          </p:val>
                                        </p:tav>
                                        <p:tav tm="100000">
                                          <p:val>
                                            <p:strVal val="#ppt_y"/>
                                          </p:val>
                                        </p:tav>
                                      </p:tavLst>
                                    </p:anim>
                                  </p:childTnLst>
                                </p:cTn>
                              </p:par>
                            </p:childTnLst>
                          </p:cTn>
                        </p:par>
                      </p:childTnLst>
                    </p:cTn>
                  </p:par>
                  <p:par>
                    <p:cTn id="507" fill="hold">
                      <p:stCondLst>
                        <p:cond delay="indefinite"/>
                      </p:stCondLst>
                      <p:childTnLst>
                        <p:par>
                          <p:cTn id="508" fill="hold">
                            <p:stCondLst>
                              <p:cond delay="0"/>
                            </p:stCondLst>
                            <p:childTnLst>
                              <p:par>
                                <p:cTn id="509" presetID="2" presetClass="entr" presetSubtype="8" fill="hold" nodeType="clickEffect">
                                  <p:stCondLst>
                                    <p:cond delay="0"/>
                                  </p:stCondLst>
                                  <p:childTnLst>
                                    <p:set>
                                      <p:cBhvr>
                                        <p:cTn id="510" dur="1" fill="hold">
                                          <p:stCondLst>
                                            <p:cond delay="0"/>
                                          </p:stCondLst>
                                        </p:cTn>
                                        <p:tgtEl>
                                          <p:spTgt spid="94"/>
                                        </p:tgtEl>
                                        <p:attrNameLst>
                                          <p:attrName>style.visibility</p:attrName>
                                        </p:attrNameLst>
                                      </p:cBhvr>
                                      <p:to>
                                        <p:strVal val="visible"/>
                                      </p:to>
                                    </p:set>
                                    <p:anim calcmode="lin" valueType="num">
                                      <p:cBhvr additive="base">
                                        <p:cTn id="511" dur="500" fill="hold"/>
                                        <p:tgtEl>
                                          <p:spTgt spid="94"/>
                                        </p:tgtEl>
                                        <p:attrNameLst>
                                          <p:attrName>ppt_x</p:attrName>
                                        </p:attrNameLst>
                                      </p:cBhvr>
                                      <p:tavLst>
                                        <p:tav tm="0">
                                          <p:val>
                                            <p:strVal val="0-#ppt_w/2"/>
                                          </p:val>
                                        </p:tav>
                                        <p:tav tm="100000">
                                          <p:val>
                                            <p:strVal val="#ppt_x"/>
                                          </p:val>
                                        </p:tav>
                                      </p:tavLst>
                                    </p:anim>
                                    <p:anim calcmode="lin" valueType="num">
                                      <p:cBhvr additive="base">
                                        <p:cTn id="512" dur="500" fill="hold"/>
                                        <p:tgtEl>
                                          <p:spTgt spid="94"/>
                                        </p:tgtEl>
                                        <p:attrNameLst>
                                          <p:attrName>ppt_y</p:attrName>
                                        </p:attrNameLst>
                                      </p:cBhvr>
                                      <p:tavLst>
                                        <p:tav tm="0">
                                          <p:val>
                                            <p:strVal val="#ppt_y"/>
                                          </p:val>
                                        </p:tav>
                                        <p:tav tm="100000">
                                          <p:val>
                                            <p:strVal val="#ppt_y"/>
                                          </p:val>
                                        </p:tav>
                                      </p:tavLst>
                                    </p:anim>
                                  </p:childTnLst>
                                </p:cTn>
                              </p:par>
                            </p:childTnLst>
                          </p:cTn>
                        </p:par>
                      </p:childTnLst>
                    </p:cTn>
                  </p:par>
                  <p:par>
                    <p:cTn id="513" fill="hold">
                      <p:stCondLst>
                        <p:cond delay="indefinite"/>
                      </p:stCondLst>
                      <p:childTnLst>
                        <p:par>
                          <p:cTn id="514" fill="hold">
                            <p:stCondLst>
                              <p:cond delay="0"/>
                            </p:stCondLst>
                            <p:childTnLst>
                              <p:par>
                                <p:cTn id="515" presetID="2" presetClass="entr" presetSubtype="8" fill="hold" grpId="0" nodeType="clickEffect">
                                  <p:stCondLst>
                                    <p:cond delay="0"/>
                                  </p:stCondLst>
                                  <p:childTnLst>
                                    <p:set>
                                      <p:cBhvr>
                                        <p:cTn id="516" dur="1" fill="hold">
                                          <p:stCondLst>
                                            <p:cond delay="0"/>
                                          </p:stCondLst>
                                        </p:cTn>
                                        <p:tgtEl>
                                          <p:spTgt spid="95"/>
                                        </p:tgtEl>
                                        <p:attrNameLst>
                                          <p:attrName>style.visibility</p:attrName>
                                        </p:attrNameLst>
                                      </p:cBhvr>
                                      <p:to>
                                        <p:strVal val="visible"/>
                                      </p:to>
                                    </p:set>
                                    <p:anim calcmode="lin" valueType="num">
                                      <p:cBhvr additive="base">
                                        <p:cTn id="517" dur="500" fill="hold"/>
                                        <p:tgtEl>
                                          <p:spTgt spid="95"/>
                                        </p:tgtEl>
                                        <p:attrNameLst>
                                          <p:attrName>ppt_x</p:attrName>
                                        </p:attrNameLst>
                                      </p:cBhvr>
                                      <p:tavLst>
                                        <p:tav tm="0">
                                          <p:val>
                                            <p:strVal val="0-#ppt_w/2"/>
                                          </p:val>
                                        </p:tav>
                                        <p:tav tm="100000">
                                          <p:val>
                                            <p:strVal val="#ppt_x"/>
                                          </p:val>
                                        </p:tav>
                                      </p:tavLst>
                                    </p:anim>
                                    <p:anim calcmode="lin" valueType="num">
                                      <p:cBhvr additive="base">
                                        <p:cTn id="518" dur="500" fill="hold"/>
                                        <p:tgtEl>
                                          <p:spTgt spid="95"/>
                                        </p:tgtEl>
                                        <p:attrNameLst>
                                          <p:attrName>ppt_y</p:attrName>
                                        </p:attrNameLst>
                                      </p:cBhvr>
                                      <p:tavLst>
                                        <p:tav tm="0">
                                          <p:val>
                                            <p:strVal val="#ppt_y"/>
                                          </p:val>
                                        </p:tav>
                                        <p:tav tm="100000">
                                          <p:val>
                                            <p:strVal val="#ppt_y"/>
                                          </p:val>
                                        </p:tav>
                                      </p:tavLst>
                                    </p:anim>
                                  </p:childTnLst>
                                </p:cTn>
                              </p:par>
                            </p:childTnLst>
                          </p:cTn>
                        </p:par>
                      </p:childTnLst>
                    </p:cTn>
                  </p:par>
                  <p:par>
                    <p:cTn id="519" fill="hold">
                      <p:stCondLst>
                        <p:cond delay="indefinite"/>
                      </p:stCondLst>
                      <p:childTnLst>
                        <p:par>
                          <p:cTn id="520" fill="hold">
                            <p:stCondLst>
                              <p:cond delay="0"/>
                            </p:stCondLst>
                            <p:childTnLst>
                              <p:par>
                                <p:cTn id="521" presetID="2" presetClass="entr" presetSubtype="8" fill="hold" grpId="0" nodeType="clickEffect">
                                  <p:stCondLst>
                                    <p:cond delay="0"/>
                                  </p:stCondLst>
                                  <p:childTnLst>
                                    <p:set>
                                      <p:cBhvr>
                                        <p:cTn id="522" dur="1" fill="hold">
                                          <p:stCondLst>
                                            <p:cond delay="0"/>
                                          </p:stCondLst>
                                        </p:cTn>
                                        <p:tgtEl>
                                          <p:spTgt spid="96"/>
                                        </p:tgtEl>
                                        <p:attrNameLst>
                                          <p:attrName>style.visibility</p:attrName>
                                        </p:attrNameLst>
                                      </p:cBhvr>
                                      <p:to>
                                        <p:strVal val="visible"/>
                                      </p:to>
                                    </p:set>
                                    <p:anim calcmode="lin" valueType="num">
                                      <p:cBhvr additive="base">
                                        <p:cTn id="523" dur="500" fill="hold"/>
                                        <p:tgtEl>
                                          <p:spTgt spid="96"/>
                                        </p:tgtEl>
                                        <p:attrNameLst>
                                          <p:attrName>ppt_x</p:attrName>
                                        </p:attrNameLst>
                                      </p:cBhvr>
                                      <p:tavLst>
                                        <p:tav tm="0">
                                          <p:val>
                                            <p:strVal val="0-#ppt_w/2"/>
                                          </p:val>
                                        </p:tav>
                                        <p:tav tm="100000">
                                          <p:val>
                                            <p:strVal val="#ppt_x"/>
                                          </p:val>
                                        </p:tav>
                                      </p:tavLst>
                                    </p:anim>
                                    <p:anim calcmode="lin" valueType="num">
                                      <p:cBhvr additive="base">
                                        <p:cTn id="524" dur="500" fill="hold"/>
                                        <p:tgtEl>
                                          <p:spTgt spid="96"/>
                                        </p:tgtEl>
                                        <p:attrNameLst>
                                          <p:attrName>ppt_y</p:attrName>
                                        </p:attrNameLst>
                                      </p:cBhvr>
                                      <p:tavLst>
                                        <p:tav tm="0">
                                          <p:val>
                                            <p:strVal val="#ppt_y"/>
                                          </p:val>
                                        </p:tav>
                                        <p:tav tm="100000">
                                          <p:val>
                                            <p:strVal val="#ppt_y"/>
                                          </p:val>
                                        </p:tav>
                                      </p:tavLst>
                                    </p:anim>
                                  </p:childTnLst>
                                </p:cTn>
                              </p:par>
                            </p:childTnLst>
                          </p:cTn>
                        </p:par>
                      </p:childTnLst>
                    </p:cTn>
                  </p:par>
                  <p:par>
                    <p:cTn id="525" fill="hold">
                      <p:stCondLst>
                        <p:cond delay="indefinite"/>
                      </p:stCondLst>
                      <p:childTnLst>
                        <p:par>
                          <p:cTn id="526" fill="hold">
                            <p:stCondLst>
                              <p:cond delay="0"/>
                            </p:stCondLst>
                            <p:childTnLst>
                              <p:par>
                                <p:cTn id="527" presetID="2" presetClass="entr" presetSubtype="8" fill="hold" grpId="0" nodeType="clickEffect">
                                  <p:stCondLst>
                                    <p:cond delay="0"/>
                                  </p:stCondLst>
                                  <p:childTnLst>
                                    <p:set>
                                      <p:cBhvr>
                                        <p:cTn id="528" dur="1" fill="hold">
                                          <p:stCondLst>
                                            <p:cond delay="0"/>
                                          </p:stCondLst>
                                        </p:cTn>
                                        <p:tgtEl>
                                          <p:spTgt spid="97"/>
                                        </p:tgtEl>
                                        <p:attrNameLst>
                                          <p:attrName>style.visibility</p:attrName>
                                        </p:attrNameLst>
                                      </p:cBhvr>
                                      <p:to>
                                        <p:strVal val="visible"/>
                                      </p:to>
                                    </p:set>
                                    <p:anim calcmode="lin" valueType="num">
                                      <p:cBhvr additive="base">
                                        <p:cTn id="529" dur="500" fill="hold"/>
                                        <p:tgtEl>
                                          <p:spTgt spid="97"/>
                                        </p:tgtEl>
                                        <p:attrNameLst>
                                          <p:attrName>ppt_x</p:attrName>
                                        </p:attrNameLst>
                                      </p:cBhvr>
                                      <p:tavLst>
                                        <p:tav tm="0">
                                          <p:val>
                                            <p:strVal val="0-#ppt_w/2"/>
                                          </p:val>
                                        </p:tav>
                                        <p:tav tm="100000">
                                          <p:val>
                                            <p:strVal val="#ppt_x"/>
                                          </p:val>
                                        </p:tav>
                                      </p:tavLst>
                                    </p:anim>
                                    <p:anim calcmode="lin" valueType="num">
                                      <p:cBhvr additive="base">
                                        <p:cTn id="530" dur="500" fill="hold"/>
                                        <p:tgtEl>
                                          <p:spTgt spid="97"/>
                                        </p:tgtEl>
                                        <p:attrNameLst>
                                          <p:attrName>ppt_y</p:attrName>
                                        </p:attrNameLst>
                                      </p:cBhvr>
                                      <p:tavLst>
                                        <p:tav tm="0">
                                          <p:val>
                                            <p:strVal val="#ppt_y"/>
                                          </p:val>
                                        </p:tav>
                                        <p:tav tm="100000">
                                          <p:val>
                                            <p:strVal val="#ppt_y"/>
                                          </p:val>
                                        </p:tav>
                                      </p:tavLst>
                                    </p:anim>
                                  </p:childTnLst>
                                </p:cTn>
                              </p:par>
                            </p:childTnLst>
                          </p:cTn>
                        </p:par>
                      </p:childTnLst>
                    </p:cTn>
                  </p:par>
                  <p:par>
                    <p:cTn id="531" fill="hold">
                      <p:stCondLst>
                        <p:cond delay="indefinite"/>
                      </p:stCondLst>
                      <p:childTnLst>
                        <p:par>
                          <p:cTn id="532" fill="hold">
                            <p:stCondLst>
                              <p:cond delay="0"/>
                            </p:stCondLst>
                            <p:childTnLst>
                              <p:par>
                                <p:cTn id="533" presetID="2" presetClass="entr" presetSubtype="8" fill="hold" grpId="0" nodeType="clickEffect">
                                  <p:stCondLst>
                                    <p:cond delay="0"/>
                                  </p:stCondLst>
                                  <p:childTnLst>
                                    <p:set>
                                      <p:cBhvr>
                                        <p:cTn id="534" dur="1" fill="hold">
                                          <p:stCondLst>
                                            <p:cond delay="0"/>
                                          </p:stCondLst>
                                        </p:cTn>
                                        <p:tgtEl>
                                          <p:spTgt spid="99"/>
                                        </p:tgtEl>
                                        <p:attrNameLst>
                                          <p:attrName>style.visibility</p:attrName>
                                        </p:attrNameLst>
                                      </p:cBhvr>
                                      <p:to>
                                        <p:strVal val="visible"/>
                                      </p:to>
                                    </p:set>
                                    <p:anim calcmode="lin" valueType="num">
                                      <p:cBhvr additive="base">
                                        <p:cTn id="535" dur="500" fill="hold"/>
                                        <p:tgtEl>
                                          <p:spTgt spid="99"/>
                                        </p:tgtEl>
                                        <p:attrNameLst>
                                          <p:attrName>ppt_x</p:attrName>
                                        </p:attrNameLst>
                                      </p:cBhvr>
                                      <p:tavLst>
                                        <p:tav tm="0">
                                          <p:val>
                                            <p:strVal val="0-#ppt_w/2"/>
                                          </p:val>
                                        </p:tav>
                                        <p:tav tm="100000">
                                          <p:val>
                                            <p:strVal val="#ppt_x"/>
                                          </p:val>
                                        </p:tav>
                                      </p:tavLst>
                                    </p:anim>
                                    <p:anim calcmode="lin" valueType="num">
                                      <p:cBhvr additive="base">
                                        <p:cTn id="536" dur="500" fill="hold"/>
                                        <p:tgtEl>
                                          <p:spTgt spid="99"/>
                                        </p:tgtEl>
                                        <p:attrNameLst>
                                          <p:attrName>ppt_y</p:attrName>
                                        </p:attrNameLst>
                                      </p:cBhvr>
                                      <p:tavLst>
                                        <p:tav tm="0">
                                          <p:val>
                                            <p:strVal val="#ppt_y"/>
                                          </p:val>
                                        </p:tav>
                                        <p:tav tm="100000">
                                          <p:val>
                                            <p:strVal val="#ppt_y"/>
                                          </p:val>
                                        </p:tav>
                                      </p:tavLst>
                                    </p:anim>
                                  </p:childTnLst>
                                </p:cTn>
                              </p:par>
                            </p:childTnLst>
                          </p:cTn>
                        </p:par>
                      </p:childTnLst>
                    </p:cTn>
                  </p:par>
                  <p:par>
                    <p:cTn id="537" fill="hold">
                      <p:stCondLst>
                        <p:cond delay="indefinite"/>
                      </p:stCondLst>
                      <p:childTnLst>
                        <p:par>
                          <p:cTn id="538" fill="hold">
                            <p:stCondLst>
                              <p:cond delay="0"/>
                            </p:stCondLst>
                            <p:childTnLst>
                              <p:par>
                                <p:cTn id="539" presetID="2" presetClass="entr" presetSubtype="8" fill="hold" nodeType="clickEffect">
                                  <p:stCondLst>
                                    <p:cond delay="0"/>
                                  </p:stCondLst>
                                  <p:childTnLst>
                                    <p:set>
                                      <p:cBhvr>
                                        <p:cTn id="540" dur="1" fill="hold">
                                          <p:stCondLst>
                                            <p:cond delay="0"/>
                                          </p:stCondLst>
                                        </p:cTn>
                                        <p:tgtEl>
                                          <p:spTgt spid="100"/>
                                        </p:tgtEl>
                                        <p:attrNameLst>
                                          <p:attrName>style.visibility</p:attrName>
                                        </p:attrNameLst>
                                      </p:cBhvr>
                                      <p:to>
                                        <p:strVal val="visible"/>
                                      </p:to>
                                    </p:set>
                                    <p:anim calcmode="lin" valueType="num">
                                      <p:cBhvr additive="base">
                                        <p:cTn id="541" dur="500" fill="hold"/>
                                        <p:tgtEl>
                                          <p:spTgt spid="100"/>
                                        </p:tgtEl>
                                        <p:attrNameLst>
                                          <p:attrName>ppt_x</p:attrName>
                                        </p:attrNameLst>
                                      </p:cBhvr>
                                      <p:tavLst>
                                        <p:tav tm="0">
                                          <p:val>
                                            <p:strVal val="0-#ppt_w/2"/>
                                          </p:val>
                                        </p:tav>
                                        <p:tav tm="100000">
                                          <p:val>
                                            <p:strVal val="#ppt_x"/>
                                          </p:val>
                                        </p:tav>
                                      </p:tavLst>
                                    </p:anim>
                                    <p:anim calcmode="lin" valueType="num">
                                      <p:cBhvr additive="base">
                                        <p:cTn id="542" dur="500" fill="hold"/>
                                        <p:tgtEl>
                                          <p:spTgt spid="100"/>
                                        </p:tgtEl>
                                        <p:attrNameLst>
                                          <p:attrName>ppt_y</p:attrName>
                                        </p:attrNameLst>
                                      </p:cBhvr>
                                      <p:tavLst>
                                        <p:tav tm="0">
                                          <p:val>
                                            <p:strVal val="#ppt_y"/>
                                          </p:val>
                                        </p:tav>
                                        <p:tav tm="100000">
                                          <p:val>
                                            <p:strVal val="#ppt_y"/>
                                          </p:val>
                                        </p:tav>
                                      </p:tavLst>
                                    </p:anim>
                                  </p:childTnLst>
                                </p:cTn>
                              </p:par>
                            </p:childTnLst>
                          </p:cTn>
                        </p:par>
                      </p:childTnLst>
                    </p:cTn>
                  </p:par>
                  <p:par>
                    <p:cTn id="543" fill="hold">
                      <p:stCondLst>
                        <p:cond delay="indefinite"/>
                      </p:stCondLst>
                      <p:childTnLst>
                        <p:par>
                          <p:cTn id="544" fill="hold">
                            <p:stCondLst>
                              <p:cond delay="0"/>
                            </p:stCondLst>
                            <p:childTnLst>
                              <p:par>
                                <p:cTn id="545" presetID="2" presetClass="entr" presetSubtype="8" fill="hold" grpId="0" nodeType="clickEffect">
                                  <p:stCondLst>
                                    <p:cond delay="0"/>
                                  </p:stCondLst>
                                  <p:childTnLst>
                                    <p:set>
                                      <p:cBhvr>
                                        <p:cTn id="546" dur="1" fill="hold">
                                          <p:stCondLst>
                                            <p:cond delay="0"/>
                                          </p:stCondLst>
                                        </p:cTn>
                                        <p:tgtEl>
                                          <p:spTgt spid="102"/>
                                        </p:tgtEl>
                                        <p:attrNameLst>
                                          <p:attrName>style.visibility</p:attrName>
                                        </p:attrNameLst>
                                      </p:cBhvr>
                                      <p:to>
                                        <p:strVal val="visible"/>
                                      </p:to>
                                    </p:set>
                                    <p:anim calcmode="lin" valueType="num">
                                      <p:cBhvr additive="base">
                                        <p:cTn id="547" dur="500" fill="hold"/>
                                        <p:tgtEl>
                                          <p:spTgt spid="102"/>
                                        </p:tgtEl>
                                        <p:attrNameLst>
                                          <p:attrName>ppt_x</p:attrName>
                                        </p:attrNameLst>
                                      </p:cBhvr>
                                      <p:tavLst>
                                        <p:tav tm="0">
                                          <p:val>
                                            <p:strVal val="0-#ppt_w/2"/>
                                          </p:val>
                                        </p:tav>
                                        <p:tav tm="100000">
                                          <p:val>
                                            <p:strVal val="#ppt_x"/>
                                          </p:val>
                                        </p:tav>
                                      </p:tavLst>
                                    </p:anim>
                                    <p:anim calcmode="lin" valueType="num">
                                      <p:cBhvr additive="base">
                                        <p:cTn id="548" dur="500" fill="hold"/>
                                        <p:tgtEl>
                                          <p:spTgt spid="102"/>
                                        </p:tgtEl>
                                        <p:attrNameLst>
                                          <p:attrName>ppt_y</p:attrName>
                                        </p:attrNameLst>
                                      </p:cBhvr>
                                      <p:tavLst>
                                        <p:tav tm="0">
                                          <p:val>
                                            <p:strVal val="#ppt_y"/>
                                          </p:val>
                                        </p:tav>
                                        <p:tav tm="100000">
                                          <p:val>
                                            <p:strVal val="#ppt_y"/>
                                          </p:val>
                                        </p:tav>
                                      </p:tavLst>
                                    </p:anim>
                                  </p:childTnLst>
                                </p:cTn>
                              </p:par>
                            </p:childTnLst>
                          </p:cTn>
                        </p:par>
                      </p:childTnLst>
                    </p:cTn>
                  </p:par>
                  <p:par>
                    <p:cTn id="549" fill="hold">
                      <p:stCondLst>
                        <p:cond delay="indefinite"/>
                      </p:stCondLst>
                      <p:childTnLst>
                        <p:par>
                          <p:cTn id="550" fill="hold">
                            <p:stCondLst>
                              <p:cond delay="0"/>
                            </p:stCondLst>
                            <p:childTnLst>
                              <p:par>
                                <p:cTn id="551" presetID="2" presetClass="entr" presetSubtype="8" fill="hold" grpId="0" nodeType="clickEffect">
                                  <p:stCondLst>
                                    <p:cond delay="0"/>
                                  </p:stCondLst>
                                  <p:childTnLst>
                                    <p:set>
                                      <p:cBhvr>
                                        <p:cTn id="552" dur="1" fill="hold">
                                          <p:stCondLst>
                                            <p:cond delay="0"/>
                                          </p:stCondLst>
                                        </p:cTn>
                                        <p:tgtEl>
                                          <p:spTgt spid="103"/>
                                        </p:tgtEl>
                                        <p:attrNameLst>
                                          <p:attrName>style.visibility</p:attrName>
                                        </p:attrNameLst>
                                      </p:cBhvr>
                                      <p:to>
                                        <p:strVal val="visible"/>
                                      </p:to>
                                    </p:set>
                                    <p:anim calcmode="lin" valueType="num">
                                      <p:cBhvr additive="base">
                                        <p:cTn id="553" dur="500" fill="hold"/>
                                        <p:tgtEl>
                                          <p:spTgt spid="103"/>
                                        </p:tgtEl>
                                        <p:attrNameLst>
                                          <p:attrName>ppt_x</p:attrName>
                                        </p:attrNameLst>
                                      </p:cBhvr>
                                      <p:tavLst>
                                        <p:tav tm="0">
                                          <p:val>
                                            <p:strVal val="0-#ppt_w/2"/>
                                          </p:val>
                                        </p:tav>
                                        <p:tav tm="100000">
                                          <p:val>
                                            <p:strVal val="#ppt_x"/>
                                          </p:val>
                                        </p:tav>
                                      </p:tavLst>
                                    </p:anim>
                                    <p:anim calcmode="lin" valueType="num">
                                      <p:cBhvr additive="base">
                                        <p:cTn id="554" dur="500" fill="hold"/>
                                        <p:tgtEl>
                                          <p:spTgt spid="103"/>
                                        </p:tgtEl>
                                        <p:attrNameLst>
                                          <p:attrName>ppt_y</p:attrName>
                                        </p:attrNameLst>
                                      </p:cBhvr>
                                      <p:tavLst>
                                        <p:tav tm="0">
                                          <p:val>
                                            <p:strVal val="#ppt_y"/>
                                          </p:val>
                                        </p:tav>
                                        <p:tav tm="100000">
                                          <p:val>
                                            <p:strVal val="#ppt_y"/>
                                          </p:val>
                                        </p:tav>
                                      </p:tavLst>
                                    </p:anim>
                                  </p:childTnLst>
                                </p:cTn>
                              </p:par>
                            </p:childTnLst>
                          </p:cTn>
                        </p:par>
                      </p:childTnLst>
                    </p:cTn>
                  </p:par>
                  <p:par>
                    <p:cTn id="555" fill="hold">
                      <p:stCondLst>
                        <p:cond delay="indefinite"/>
                      </p:stCondLst>
                      <p:childTnLst>
                        <p:par>
                          <p:cTn id="556" fill="hold">
                            <p:stCondLst>
                              <p:cond delay="0"/>
                            </p:stCondLst>
                            <p:childTnLst>
                              <p:par>
                                <p:cTn id="557" presetID="2" presetClass="entr" presetSubtype="8" fill="hold" grpId="0" nodeType="clickEffect">
                                  <p:stCondLst>
                                    <p:cond delay="0"/>
                                  </p:stCondLst>
                                  <p:childTnLst>
                                    <p:set>
                                      <p:cBhvr>
                                        <p:cTn id="558" dur="1" fill="hold">
                                          <p:stCondLst>
                                            <p:cond delay="0"/>
                                          </p:stCondLst>
                                        </p:cTn>
                                        <p:tgtEl>
                                          <p:spTgt spid="104"/>
                                        </p:tgtEl>
                                        <p:attrNameLst>
                                          <p:attrName>style.visibility</p:attrName>
                                        </p:attrNameLst>
                                      </p:cBhvr>
                                      <p:to>
                                        <p:strVal val="visible"/>
                                      </p:to>
                                    </p:set>
                                    <p:anim calcmode="lin" valueType="num">
                                      <p:cBhvr additive="base">
                                        <p:cTn id="559" dur="500" fill="hold"/>
                                        <p:tgtEl>
                                          <p:spTgt spid="104"/>
                                        </p:tgtEl>
                                        <p:attrNameLst>
                                          <p:attrName>ppt_x</p:attrName>
                                        </p:attrNameLst>
                                      </p:cBhvr>
                                      <p:tavLst>
                                        <p:tav tm="0">
                                          <p:val>
                                            <p:strVal val="0-#ppt_w/2"/>
                                          </p:val>
                                        </p:tav>
                                        <p:tav tm="100000">
                                          <p:val>
                                            <p:strVal val="#ppt_x"/>
                                          </p:val>
                                        </p:tav>
                                      </p:tavLst>
                                    </p:anim>
                                    <p:anim calcmode="lin" valueType="num">
                                      <p:cBhvr additive="base">
                                        <p:cTn id="560" dur="500" fill="hold"/>
                                        <p:tgtEl>
                                          <p:spTgt spid="104"/>
                                        </p:tgtEl>
                                        <p:attrNameLst>
                                          <p:attrName>ppt_y</p:attrName>
                                        </p:attrNameLst>
                                      </p:cBhvr>
                                      <p:tavLst>
                                        <p:tav tm="0">
                                          <p:val>
                                            <p:strVal val="#ppt_y"/>
                                          </p:val>
                                        </p:tav>
                                        <p:tav tm="100000">
                                          <p:val>
                                            <p:strVal val="#ppt_y"/>
                                          </p:val>
                                        </p:tav>
                                      </p:tavLst>
                                    </p:anim>
                                  </p:childTnLst>
                                </p:cTn>
                              </p:par>
                            </p:childTnLst>
                          </p:cTn>
                        </p:par>
                      </p:childTnLst>
                    </p:cTn>
                  </p:par>
                  <p:par>
                    <p:cTn id="561" fill="hold">
                      <p:stCondLst>
                        <p:cond delay="indefinite"/>
                      </p:stCondLst>
                      <p:childTnLst>
                        <p:par>
                          <p:cTn id="562" fill="hold">
                            <p:stCondLst>
                              <p:cond delay="0"/>
                            </p:stCondLst>
                            <p:childTnLst>
                              <p:par>
                                <p:cTn id="563" presetID="2" presetClass="entr" presetSubtype="8" fill="hold" grpId="0" nodeType="clickEffect">
                                  <p:stCondLst>
                                    <p:cond delay="0"/>
                                  </p:stCondLst>
                                  <p:childTnLst>
                                    <p:set>
                                      <p:cBhvr>
                                        <p:cTn id="564" dur="1" fill="hold">
                                          <p:stCondLst>
                                            <p:cond delay="0"/>
                                          </p:stCondLst>
                                        </p:cTn>
                                        <p:tgtEl>
                                          <p:spTgt spid="105"/>
                                        </p:tgtEl>
                                        <p:attrNameLst>
                                          <p:attrName>style.visibility</p:attrName>
                                        </p:attrNameLst>
                                      </p:cBhvr>
                                      <p:to>
                                        <p:strVal val="visible"/>
                                      </p:to>
                                    </p:set>
                                    <p:anim calcmode="lin" valueType="num">
                                      <p:cBhvr additive="base">
                                        <p:cTn id="565" dur="500" fill="hold"/>
                                        <p:tgtEl>
                                          <p:spTgt spid="105"/>
                                        </p:tgtEl>
                                        <p:attrNameLst>
                                          <p:attrName>ppt_x</p:attrName>
                                        </p:attrNameLst>
                                      </p:cBhvr>
                                      <p:tavLst>
                                        <p:tav tm="0">
                                          <p:val>
                                            <p:strVal val="0-#ppt_w/2"/>
                                          </p:val>
                                        </p:tav>
                                        <p:tav tm="100000">
                                          <p:val>
                                            <p:strVal val="#ppt_x"/>
                                          </p:val>
                                        </p:tav>
                                      </p:tavLst>
                                    </p:anim>
                                    <p:anim calcmode="lin" valueType="num">
                                      <p:cBhvr additive="base">
                                        <p:cTn id="566" dur="500" fill="hold"/>
                                        <p:tgtEl>
                                          <p:spTgt spid="105"/>
                                        </p:tgtEl>
                                        <p:attrNameLst>
                                          <p:attrName>ppt_y</p:attrName>
                                        </p:attrNameLst>
                                      </p:cBhvr>
                                      <p:tavLst>
                                        <p:tav tm="0">
                                          <p:val>
                                            <p:strVal val="#ppt_y"/>
                                          </p:val>
                                        </p:tav>
                                        <p:tav tm="100000">
                                          <p:val>
                                            <p:strVal val="#ppt_y"/>
                                          </p:val>
                                        </p:tav>
                                      </p:tavLst>
                                    </p:anim>
                                  </p:childTnLst>
                                </p:cTn>
                              </p:par>
                            </p:childTnLst>
                          </p:cTn>
                        </p:par>
                      </p:childTnLst>
                    </p:cTn>
                  </p:par>
                  <p:par>
                    <p:cTn id="567" fill="hold">
                      <p:stCondLst>
                        <p:cond delay="indefinite"/>
                      </p:stCondLst>
                      <p:childTnLst>
                        <p:par>
                          <p:cTn id="568" fill="hold">
                            <p:stCondLst>
                              <p:cond delay="0"/>
                            </p:stCondLst>
                            <p:childTnLst>
                              <p:par>
                                <p:cTn id="569" presetID="2" presetClass="entr" presetSubtype="8" fill="hold" nodeType="clickEffect">
                                  <p:stCondLst>
                                    <p:cond delay="0"/>
                                  </p:stCondLst>
                                  <p:childTnLst>
                                    <p:set>
                                      <p:cBhvr>
                                        <p:cTn id="570" dur="1" fill="hold">
                                          <p:stCondLst>
                                            <p:cond delay="0"/>
                                          </p:stCondLst>
                                        </p:cTn>
                                        <p:tgtEl>
                                          <p:spTgt spid="101"/>
                                        </p:tgtEl>
                                        <p:attrNameLst>
                                          <p:attrName>style.visibility</p:attrName>
                                        </p:attrNameLst>
                                      </p:cBhvr>
                                      <p:to>
                                        <p:strVal val="visible"/>
                                      </p:to>
                                    </p:set>
                                    <p:anim calcmode="lin" valueType="num">
                                      <p:cBhvr additive="base">
                                        <p:cTn id="571" dur="500" fill="hold"/>
                                        <p:tgtEl>
                                          <p:spTgt spid="101"/>
                                        </p:tgtEl>
                                        <p:attrNameLst>
                                          <p:attrName>ppt_x</p:attrName>
                                        </p:attrNameLst>
                                      </p:cBhvr>
                                      <p:tavLst>
                                        <p:tav tm="0">
                                          <p:val>
                                            <p:strVal val="0-#ppt_w/2"/>
                                          </p:val>
                                        </p:tav>
                                        <p:tav tm="100000">
                                          <p:val>
                                            <p:strVal val="#ppt_x"/>
                                          </p:val>
                                        </p:tav>
                                      </p:tavLst>
                                    </p:anim>
                                    <p:anim calcmode="lin" valueType="num">
                                      <p:cBhvr additive="base">
                                        <p:cTn id="572" dur="500" fill="hold"/>
                                        <p:tgtEl>
                                          <p:spTgt spid="101"/>
                                        </p:tgtEl>
                                        <p:attrNameLst>
                                          <p:attrName>ppt_y</p:attrName>
                                        </p:attrNameLst>
                                      </p:cBhvr>
                                      <p:tavLst>
                                        <p:tav tm="0">
                                          <p:val>
                                            <p:strVal val="#ppt_y"/>
                                          </p:val>
                                        </p:tav>
                                        <p:tav tm="100000">
                                          <p:val>
                                            <p:strVal val="#ppt_y"/>
                                          </p:val>
                                        </p:tav>
                                      </p:tavLst>
                                    </p:anim>
                                  </p:childTnLst>
                                </p:cTn>
                              </p:par>
                            </p:childTnLst>
                          </p:cTn>
                        </p:par>
                      </p:childTnLst>
                    </p:cTn>
                  </p:par>
                  <p:par>
                    <p:cTn id="573" fill="hold">
                      <p:stCondLst>
                        <p:cond delay="indefinite"/>
                      </p:stCondLst>
                      <p:childTnLst>
                        <p:par>
                          <p:cTn id="574" fill="hold">
                            <p:stCondLst>
                              <p:cond delay="0"/>
                            </p:stCondLst>
                            <p:childTnLst>
                              <p:par>
                                <p:cTn id="575" presetID="2" presetClass="entr" presetSubtype="8" fill="hold" grpId="0" nodeType="clickEffect">
                                  <p:stCondLst>
                                    <p:cond delay="0"/>
                                  </p:stCondLst>
                                  <p:childTnLst>
                                    <p:set>
                                      <p:cBhvr>
                                        <p:cTn id="576" dur="1" fill="hold">
                                          <p:stCondLst>
                                            <p:cond delay="0"/>
                                          </p:stCondLst>
                                        </p:cTn>
                                        <p:tgtEl>
                                          <p:spTgt spid="106"/>
                                        </p:tgtEl>
                                        <p:attrNameLst>
                                          <p:attrName>style.visibility</p:attrName>
                                        </p:attrNameLst>
                                      </p:cBhvr>
                                      <p:to>
                                        <p:strVal val="visible"/>
                                      </p:to>
                                    </p:set>
                                    <p:anim calcmode="lin" valueType="num">
                                      <p:cBhvr additive="base">
                                        <p:cTn id="577" dur="500" fill="hold"/>
                                        <p:tgtEl>
                                          <p:spTgt spid="106"/>
                                        </p:tgtEl>
                                        <p:attrNameLst>
                                          <p:attrName>ppt_x</p:attrName>
                                        </p:attrNameLst>
                                      </p:cBhvr>
                                      <p:tavLst>
                                        <p:tav tm="0">
                                          <p:val>
                                            <p:strVal val="0-#ppt_w/2"/>
                                          </p:val>
                                        </p:tav>
                                        <p:tav tm="100000">
                                          <p:val>
                                            <p:strVal val="#ppt_x"/>
                                          </p:val>
                                        </p:tav>
                                      </p:tavLst>
                                    </p:anim>
                                    <p:anim calcmode="lin" valueType="num">
                                      <p:cBhvr additive="base">
                                        <p:cTn id="578" dur="500" fill="hold"/>
                                        <p:tgtEl>
                                          <p:spTgt spid="106"/>
                                        </p:tgtEl>
                                        <p:attrNameLst>
                                          <p:attrName>ppt_y</p:attrName>
                                        </p:attrNameLst>
                                      </p:cBhvr>
                                      <p:tavLst>
                                        <p:tav tm="0">
                                          <p:val>
                                            <p:strVal val="#ppt_y"/>
                                          </p:val>
                                        </p:tav>
                                        <p:tav tm="100000">
                                          <p:val>
                                            <p:strVal val="#ppt_y"/>
                                          </p:val>
                                        </p:tav>
                                      </p:tavLst>
                                    </p:anim>
                                  </p:childTnLst>
                                </p:cTn>
                              </p:par>
                            </p:childTnLst>
                          </p:cTn>
                        </p:par>
                      </p:childTnLst>
                    </p:cTn>
                  </p:par>
                  <p:par>
                    <p:cTn id="579" fill="hold">
                      <p:stCondLst>
                        <p:cond delay="indefinite"/>
                      </p:stCondLst>
                      <p:childTnLst>
                        <p:par>
                          <p:cTn id="580" fill="hold">
                            <p:stCondLst>
                              <p:cond delay="0"/>
                            </p:stCondLst>
                            <p:childTnLst>
                              <p:par>
                                <p:cTn id="581" presetID="2" presetClass="entr" presetSubtype="8" fill="hold" grpId="0" nodeType="clickEffect">
                                  <p:stCondLst>
                                    <p:cond delay="0"/>
                                  </p:stCondLst>
                                  <p:childTnLst>
                                    <p:set>
                                      <p:cBhvr>
                                        <p:cTn id="582" dur="1" fill="hold">
                                          <p:stCondLst>
                                            <p:cond delay="0"/>
                                          </p:stCondLst>
                                        </p:cTn>
                                        <p:tgtEl>
                                          <p:spTgt spid="107"/>
                                        </p:tgtEl>
                                        <p:attrNameLst>
                                          <p:attrName>style.visibility</p:attrName>
                                        </p:attrNameLst>
                                      </p:cBhvr>
                                      <p:to>
                                        <p:strVal val="visible"/>
                                      </p:to>
                                    </p:set>
                                    <p:anim calcmode="lin" valueType="num">
                                      <p:cBhvr additive="base">
                                        <p:cTn id="583" dur="500" fill="hold"/>
                                        <p:tgtEl>
                                          <p:spTgt spid="107"/>
                                        </p:tgtEl>
                                        <p:attrNameLst>
                                          <p:attrName>ppt_x</p:attrName>
                                        </p:attrNameLst>
                                      </p:cBhvr>
                                      <p:tavLst>
                                        <p:tav tm="0">
                                          <p:val>
                                            <p:strVal val="0-#ppt_w/2"/>
                                          </p:val>
                                        </p:tav>
                                        <p:tav tm="100000">
                                          <p:val>
                                            <p:strVal val="#ppt_x"/>
                                          </p:val>
                                        </p:tav>
                                      </p:tavLst>
                                    </p:anim>
                                    <p:anim calcmode="lin" valueType="num">
                                      <p:cBhvr additive="base">
                                        <p:cTn id="584" dur="500" fill="hold"/>
                                        <p:tgtEl>
                                          <p:spTgt spid="107"/>
                                        </p:tgtEl>
                                        <p:attrNameLst>
                                          <p:attrName>ppt_y</p:attrName>
                                        </p:attrNameLst>
                                      </p:cBhvr>
                                      <p:tavLst>
                                        <p:tav tm="0">
                                          <p:val>
                                            <p:strVal val="#ppt_y"/>
                                          </p:val>
                                        </p:tav>
                                        <p:tav tm="100000">
                                          <p:val>
                                            <p:strVal val="#ppt_y"/>
                                          </p:val>
                                        </p:tav>
                                      </p:tavLst>
                                    </p:anim>
                                  </p:childTnLst>
                                </p:cTn>
                              </p:par>
                            </p:childTnLst>
                          </p:cTn>
                        </p:par>
                      </p:childTnLst>
                    </p:cTn>
                  </p:par>
                  <p:par>
                    <p:cTn id="585" fill="hold">
                      <p:stCondLst>
                        <p:cond delay="indefinite"/>
                      </p:stCondLst>
                      <p:childTnLst>
                        <p:par>
                          <p:cTn id="586" fill="hold">
                            <p:stCondLst>
                              <p:cond delay="0"/>
                            </p:stCondLst>
                            <p:childTnLst>
                              <p:par>
                                <p:cTn id="587" presetID="2" presetClass="entr" presetSubtype="8" fill="hold" grpId="0" nodeType="clickEffect">
                                  <p:stCondLst>
                                    <p:cond delay="0"/>
                                  </p:stCondLst>
                                  <p:childTnLst>
                                    <p:set>
                                      <p:cBhvr>
                                        <p:cTn id="588" dur="1" fill="hold">
                                          <p:stCondLst>
                                            <p:cond delay="0"/>
                                          </p:stCondLst>
                                        </p:cTn>
                                        <p:tgtEl>
                                          <p:spTgt spid="108"/>
                                        </p:tgtEl>
                                        <p:attrNameLst>
                                          <p:attrName>style.visibility</p:attrName>
                                        </p:attrNameLst>
                                      </p:cBhvr>
                                      <p:to>
                                        <p:strVal val="visible"/>
                                      </p:to>
                                    </p:set>
                                    <p:anim calcmode="lin" valueType="num">
                                      <p:cBhvr additive="base">
                                        <p:cTn id="589" dur="500" fill="hold"/>
                                        <p:tgtEl>
                                          <p:spTgt spid="108"/>
                                        </p:tgtEl>
                                        <p:attrNameLst>
                                          <p:attrName>ppt_x</p:attrName>
                                        </p:attrNameLst>
                                      </p:cBhvr>
                                      <p:tavLst>
                                        <p:tav tm="0">
                                          <p:val>
                                            <p:strVal val="0-#ppt_w/2"/>
                                          </p:val>
                                        </p:tav>
                                        <p:tav tm="100000">
                                          <p:val>
                                            <p:strVal val="#ppt_x"/>
                                          </p:val>
                                        </p:tav>
                                      </p:tavLst>
                                    </p:anim>
                                    <p:anim calcmode="lin" valueType="num">
                                      <p:cBhvr additive="base">
                                        <p:cTn id="590" dur="500" fill="hold"/>
                                        <p:tgtEl>
                                          <p:spTgt spid="108"/>
                                        </p:tgtEl>
                                        <p:attrNameLst>
                                          <p:attrName>ppt_y</p:attrName>
                                        </p:attrNameLst>
                                      </p:cBhvr>
                                      <p:tavLst>
                                        <p:tav tm="0">
                                          <p:val>
                                            <p:strVal val="#ppt_y"/>
                                          </p:val>
                                        </p:tav>
                                        <p:tav tm="100000">
                                          <p:val>
                                            <p:strVal val="#ppt_y"/>
                                          </p:val>
                                        </p:tav>
                                      </p:tavLst>
                                    </p:anim>
                                  </p:childTnLst>
                                </p:cTn>
                              </p:par>
                            </p:childTnLst>
                          </p:cTn>
                        </p:par>
                      </p:childTnLst>
                    </p:cTn>
                  </p:par>
                  <p:par>
                    <p:cTn id="591" fill="hold">
                      <p:stCondLst>
                        <p:cond delay="indefinite"/>
                      </p:stCondLst>
                      <p:childTnLst>
                        <p:par>
                          <p:cTn id="592" fill="hold">
                            <p:stCondLst>
                              <p:cond delay="0"/>
                            </p:stCondLst>
                            <p:childTnLst>
                              <p:par>
                                <p:cTn id="593" presetID="2" presetClass="entr" presetSubtype="8" fill="hold" grpId="0" nodeType="clickEffect">
                                  <p:stCondLst>
                                    <p:cond delay="0"/>
                                  </p:stCondLst>
                                  <p:childTnLst>
                                    <p:set>
                                      <p:cBhvr>
                                        <p:cTn id="594" dur="1" fill="hold">
                                          <p:stCondLst>
                                            <p:cond delay="0"/>
                                          </p:stCondLst>
                                        </p:cTn>
                                        <p:tgtEl>
                                          <p:spTgt spid="109"/>
                                        </p:tgtEl>
                                        <p:attrNameLst>
                                          <p:attrName>style.visibility</p:attrName>
                                        </p:attrNameLst>
                                      </p:cBhvr>
                                      <p:to>
                                        <p:strVal val="visible"/>
                                      </p:to>
                                    </p:set>
                                    <p:anim calcmode="lin" valueType="num">
                                      <p:cBhvr additive="base">
                                        <p:cTn id="595" dur="500" fill="hold"/>
                                        <p:tgtEl>
                                          <p:spTgt spid="109"/>
                                        </p:tgtEl>
                                        <p:attrNameLst>
                                          <p:attrName>ppt_x</p:attrName>
                                        </p:attrNameLst>
                                      </p:cBhvr>
                                      <p:tavLst>
                                        <p:tav tm="0">
                                          <p:val>
                                            <p:strVal val="0-#ppt_w/2"/>
                                          </p:val>
                                        </p:tav>
                                        <p:tav tm="100000">
                                          <p:val>
                                            <p:strVal val="#ppt_x"/>
                                          </p:val>
                                        </p:tav>
                                      </p:tavLst>
                                    </p:anim>
                                    <p:anim calcmode="lin" valueType="num">
                                      <p:cBhvr additive="base">
                                        <p:cTn id="596" dur="500" fill="hold"/>
                                        <p:tgtEl>
                                          <p:spTgt spid="1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p:bldP spid="16" grpId="0"/>
      <p:bldP spid="17" grpId="0"/>
      <p:bldP spid="19" grpId="0"/>
      <p:bldP spid="20" grpId="0"/>
      <p:bldP spid="21" grpId="0"/>
      <p:bldP spid="23" grpId="0"/>
      <p:bldP spid="24" grpId="0"/>
      <p:bldP spid="26" grpId="0"/>
      <p:bldP spid="27" grpId="0"/>
      <p:bldP spid="28" grpId="0"/>
      <p:bldP spid="29" grpId="0"/>
      <p:bldP spid="31" grpId="0"/>
      <p:bldP spid="32" grpId="0"/>
      <p:bldP spid="33" grpId="0"/>
      <p:bldP spid="34" grpId="0"/>
      <p:bldP spid="36" grpId="0"/>
      <p:bldP spid="37" grpId="0"/>
      <p:bldP spid="38" grpId="0"/>
      <p:bldP spid="39" grpId="0"/>
      <p:bldP spid="41" grpId="0"/>
      <p:bldP spid="42" grpId="0"/>
      <p:bldP spid="43" grpId="0"/>
      <p:bldP spid="44" grpId="0"/>
      <p:bldP spid="46" grpId="0"/>
      <p:bldP spid="47" grpId="0"/>
      <p:bldP spid="48" grpId="0"/>
      <p:bldP spid="49" grpId="0"/>
      <p:bldP spid="51" grpId="0"/>
      <p:bldP spid="52" grpId="0"/>
      <p:bldP spid="53" grpId="0"/>
      <p:bldP spid="54" grpId="0"/>
      <p:bldP spid="56" grpId="0"/>
      <p:bldP spid="57" grpId="0"/>
      <p:bldP spid="58" grpId="0"/>
      <p:bldP spid="59" grpId="0"/>
      <p:bldP spid="61" grpId="0"/>
      <p:bldP spid="62" grpId="0"/>
      <p:bldP spid="63" grpId="0"/>
      <p:bldP spid="64" grpId="0"/>
      <p:bldP spid="66" grpId="0"/>
      <p:bldP spid="67" grpId="0"/>
      <p:bldP spid="68" grpId="0"/>
      <p:bldP spid="69" grpId="0"/>
      <p:bldP spid="71" grpId="0"/>
      <p:bldP spid="72" grpId="0"/>
      <p:bldP spid="73" grpId="0"/>
      <p:bldP spid="74" grpId="0"/>
      <p:bldP spid="76" grpId="0"/>
      <p:bldP spid="77" grpId="0"/>
      <p:bldP spid="78" grpId="0"/>
      <p:bldP spid="79" grpId="0"/>
      <p:bldP spid="81" grpId="0"/>
      <p:bldP spid="82" grpId="0"/>
      <p:bldP spid="83" grpId="0"/>
      <p:bldP spid="84" grpId="0"/>
      <p:bldP spid="86" grpId="0"/>
      <p:bldP spid="87" grpId="0"/>
      <p:bldP spid="88" grpId="0"/>
      <p:bldP spid="89" grpId="0"/>
      <p:bldP spid="91" grpId="0"/>
      <p:bldP spid="92" grpId="0"/>
      <p:bldP spid="93" grpId="0"/>
      <p:bldP spid="95" grpId="0"/>
      <p:bldP spid="96" grpId="0"/>
      <p:bldP spid="97" grpId="0"/>
      <p:bldP spid="98" grpId="0"/>
      <p:bldP spid="99" grpId="0"/>
      <p:bldP spid="102" grpId="0"/>
      <p:bldP spid="103" grpId="0"/>
      <p:bldP spid="104" grpId="0"/>
      <p:bldP spid="105" grpId="0"/>
      <p:bldP spid="106" grpId="0"/>
      <p:bldP spid="107" grpId="0"/>
      <p:bldP spid="108" grpId="0"/>
      <p:bldP spid="109"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161D7-48D1-A8B6-1BA5-71073B01815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4C4E2B9-5E90-E71E-BDCB-63F3FD68EAE9}"/>
              </a:ext>
            </a:extLst>
          </p:cNvPr>
          <p:cNvSpPr>
            <a:spLocks noGrp="1"/>
          </p:cNvSpPr>
          <p:nvPr>
            <p:ph type="dt" sz="half" idx="10"/>
          </p:nvPr>
        </p:nvSpPr>
        <p:spPr/>
        <p:txBody>
          <a:bodyPr/>
          <a:lstStyle/>
          <a:p>
            <a:fld id="{AD437496-0C76-4727-B9B9-3F08CE069B22}" type="datetime2">
              <a:rPr lang="en-US" smtClean="0"/>
              <a:t>Monday, September 1, 2025</a:t>
            </a:fld>
            <a:endParaRPr lang="en-US"/>
          </a:p>
        </p:txBody>
      </p:sp>
      <p:sp>
        <p:nvSpPr>
          <p:cNvPr id="5" name="Footer Placeholder 4">
            <a:extLst>
              <a:ext uri="{FF2B5EF4-FFF2-40B4-BE49-F238E27FC236}">
                <a16:creationId xmlns:a16="http://schemas.microsoft.com/office/drawing/2014/main" id="{47FAED13-0B03-0936-DC92-37E27C2A9170}"/>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DE6E78AE-DC47-D8A1-CD89-4A58D03FDC38}"/>
              </a:ext>
            </a:extLst>
          </p:cNvPr>
          <p:cNvSpPr>
            <a:spLocks noGrp="1"/>
          </p:cNvSpPr>
          <p:nvPr>
            <p:ph type="sldNum" sz="quarter" idx="12"/>
          </p:nvPr>
        </p:nvSpPr>
        <p:spPr/>
        <p:txBody>
          <a:bodyPr/>
          <a:lstStyle/>
          <a:p>
            <a:fld id="{B6F15528-21DE-4FAA-801E-634DDDAF4B2B}" type="slidenum">
              <a:rPr lang="en-US" smtClean="0"/>
              <a:pPr/>
              <a:t>87</a:t>
            </a:fld>
            <a:endParaRPr lang="en-US" dirty="0"/>
          </a:p>
        </p:txBody>
      </p:sp>
      <p:sp>
        <p:nvSpPr>
          <p:cNvPr id="7" name="Title 1">
            <a:extLst>
              <a:ext uri="{FF2B5EF4-FFF2-40B4-BE49-F238E27FC236}">
                <a16:creationId xmlns:a16="http://schemas.microsoft.com/office/drawing/2014/main" id="{0C4C5C14-4D6D-846B-67A7-6A0D404E1C7B}"/>
              </a:ext>
            </a:extLst>
          </p:cNvPr>
          <p:cNvSpPr txBox="1">
            <a:spLocks/>
          </p:cNvSpPr>
          <p:nvPr/>
        </p:nvSpPr>
        <p:spPr>
          <a:xfrm>
            <a:off x="1981200" y="3"/>
            <a:ext cx="102108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200" dirty="0">
                <a:solidFill>
                  <a:schemeClr val="dk1"/>
                </a:solidFill>
              </a:rPr>
              <a:t>No. of Faults using Optimal Page Replacement</a:t>
            </a:r>
          </a:p>
        </p:txBody>
      </p:sp>
      <p:pic>
        <p:nvPicPr>
          <p:cNvPr id="2" name="Picture 1" descr="A black and red logo&#10;&#10;Description automatically generated">
            <a:extLst>
              <a:ext uri="{FF2B5EF4-FFF2-40B4-BE49-F238E27FC236}">
                <a16:creationId xmlns:a16="http://schemas.microsoft.com/office/drawing/2014/main" id="{36BCCC7C-F6EA-82F1-95A4-11AAB50F3DD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1" name="TextBox 110">
            <a:extLst>
              <a:ext uri="{FF2B5EF4-FFF2-40B4-BE49-F238E27FC236}">
                <a16:creationId xmlns:a16="http://schemas.microsoft.com/office/drawing/2014/main" id="{C478B64E-E231-C31B-103C-7E398190C34B}"/>
              </a:ext>
            </a:extLst>
          </p:cNvPr>
          <p:cNvSpPr txBox="1"/>
          <p:nvPr/>
        </p:nvSpPr>
        <p:spPr>
          <a:xfrm>
            <a:off x="3062037" y="2561285"/>
            <a:ext cx="6124072" cy="2071144"/>
          </a:xfrm>
          <a:prstGeom prst="rect">
            <a:avLst/>
          </a:prstGeom>
          <a:noFill/>
        </p:spPr>
        <p:txBody>
          <a:bodyPr wrap="square">
            <a:spAutoFit/>
          </a:bodyPr>
          <a:lstStyle/>
          <a:p>
            <a:pPr marL="0" indent="0" algn="ctr">
              <a:lnSpc>
                <a:spcPct val="150000"/>
              </a:lnSpc>
              <a:buNone/>
            </a:pPr>
            <a:r>
              <a:rPr lang="en-US" sz="2200" dirty="0"/>
              <a:t> Total no. of page fault or misses =09</a:t>
            </a:r>
          </a:p>
          <a:p>
            <a:pPr marL="0" indent="0" algn="ctr">
              <a:lnSpc>
                <a:spcPct val="150000"/>
              </a:lnSpc>
              <a:buNone/>
            </a:pPr>
            <a:r>
              <a:rPr lang="en-US" sz="2200" dirty="0"/>
              <a:t>Total no. of Hits = 11</a:t>
            </a:r>
          </a:p>
          <a:p>
            <a:pPr marL="0" indent="0" algn="ctr">
              <a:lnSpc>
                <a:spcPct val="150000"/>
              </a:lnSpc>
              <a:buNone/>
            </a:pPr>
            <a:r>
              <a:rPr lang="en-US" sz="2200" dirty="0"/>
              <a:t>Hit ratio= 11/20=0.55</a:t>
            </a:r>
          </a:p>
          <a:p>
            <a:pPr marL="0" indent="0" algn="ctr">
              <a:lnSpc>
                <a:spcPct val="150000"/>
              </a:lnSpc>
              <a:buNone/>
            </a:pPr>
            <a:r>
              <a:rPr lang="en-US" sz="2200" dirty="0"/>
              <a:t>Page fault % = (9/20)*100=45%</a:t>
            </a:r>
          </a:p>
        </p:txBody>
      </p:sp>
    </p:spTree>
    <p:extLst>
      <p:ext uri="{BB962C8B-B14F-4D97-AF65-F5344CB8AC3E}">
        <p14:creationId xmlns:p14="http://schemas.microsoft.com/office/powerpoint/2010/main" val="83878248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609FC-97EF-6C8A-5A2D-E00D7EEFF9E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E04AF04-4262-C415-0822-9AEB49EB09BA}"/>
              </a:ext>
            </a:extLst>
          </p:cNvPr>
          <p:cNvSpPr>
            <a:spLocks noGrp="1"/>
          </p:cNvSpPr>
          <p:nvPr>
            <p:ph type="dt" sz="half" idx="10"/>
          </p:nvPr>
        </p:nvSpPr>
        <p:spPr/>
        <p:txBody>
          <a:bodyPr/>
          <a:lstStyle/>
          <a:p>
            <a:fld id="{FF85B12B-E631-4AAB-BA3A-1392A40C41FB}" type="datetime2">
              <a:rPr lang="en-US" smtClean="0"/>
              <a:t>Monday, September 1, 2025</a:t>
            </a:fld>
            <a:endParaRPr lang="en-US"/>
          </a:p>
        </p:txBody>
      </p:sp>
      <p:sp>
        <p:nvSpPr>
          <p:cNvPr id="5" name="Footer Placeholder 4">
            <a:extLst>
              <a:ext uri="{FF2B5EF4-FFF2-40B4-BE49-F238E27FC236}">
                <a16:creationId xmlns:a16="http://schemas.microsoft.com/office/drawing/2014/main" id="{DCE8DF0B-E6B2-F7AA-3DB3-A2D5CABA8636}"/>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18F28DE7-8C45-E332-C130-66B81D6C6793}"/>
              </a:ext>
            </a:extLst>
          </p:cNvPr>
          <p:cNvSpPr>
            <a:spLocks noGrp="1"/>
          </p:cNvSpPr>
          <p:nvPr>
            <p:ph type="sldNum" sz="quarter" idx="12"/>
          </p:nvPr>
        </p:nvSpPr>
        <p:spPr/>
        <p:txBody>
          <a:bodyPr/>
          <a:lstStyle/>
          <a:p>
            <a:fld id="{B6F15528-21DE-4FAA-801E-634DDDAF4B2B}" type="slidenum">
              <a:rPr lang="en-US" smtClean="0"/>
              <a:pPr/>
              <a:t>88</a:t>
            </a:fld>
            <a:endParaRPr lang="en-US" dirty="0"/>
          </a:p>
        </p:txBody>
      </p:sp>
      <p:sp>
        <p:nvSpPr>
          <p:cNvPr id="7" name="Title 1">
            <a:extLst>
              <a:ext uri="{FF2B5EF4-FFF2-40B4-BE49-F238E27FC236}">
                <a16:creationId xmlns:a16="http://schemas.microsoft.com/office/drawing/2014/main" id="{09BFEC83-F1C6-0406-BAD6-6AE398A3F1B4}"/>
              </a:ext>
            </a:extLst>
          </p:cNvPr>
          <p:cNvSpPr txBox="1">
            <a:spLocks/>
          </p:cNvSpPr>
          <p:nvPr/>
        </p:nvSpPr>
        <p:spPr>
          <a:xfrm>
            <a:off x="1981200" y="3"/>
            <a:ext cx="102108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200" dirty="0">
                <a:solidFill>
                  <a:schemeClr val="dk1"/>
                </a:solidFill>
              </a:rPr>
              <a:t>Thrashing</a:t>
            </a:r>
          </a:p>
        </p:txBody>
      </p:sp>
      <p:pic>
        <p:nvPicPr>
          <p:cNvPr id="2" name="Picture 1" descr="A black and red logo&#10;&#10;Description automatically generated">
            <a:extLst>
              <a:ext uri="{FF2B5EF4-FFF2-40B4-BE49-F238E27FC236}">
                <a16:creationId xmlns:a16="http://schemas.microsoft.com/office/drawing/2014/main" id="{798BDC43-0860-3F0E-28CF-F47172108B5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1" name="TextBox 110">
            <a:extLst>
              <a:ext uri="{FF2B5EF4-FFF2-40B4-BE49-F238E27FC236}">
                <a16:creationId xmlns:a16="http://schemas.microsoft.com/office/drawing/2014/main" id="{EC78F80E-0A35-C8A5-A67E-F4867F2472A2}"/>
              </a:ext>
            </a:extLst>
          </p:cNvPr>
          <p:cNvSpPr txBox="1"/>
          <p:nvPr/>
        </p:nvSpPr>
        <p:spPr>
          <a:xfrm>
            <a:off x="625642" y="1175201"/>
            <a:ext cx="11277600" cy="2435731"/>
          </a:xfrm>
          <a:prstGeom prst="rect">
            <a:avLst/>
          </a:prstGeom>
          <a:noFill/>
        </p:spPr>
        <p:txBody>
          <a:bodyPr wrap="square">
            <a:spAutoFit/>
          </a:bodyPr>
          <a:lstStyle/>
          <a:p>
            <a:pPr marL="0" indent="0" algn="just">
              <a:lnSpc>
                <a:spcPct val="150000"/>
              </a:lnSpc>
              <a:spcBef>
                <a:spcPts val="0"/>
              </a:spcBef>
              <a:buNone/>
            </a:pPr>
            <a:r>
              <a:rPr lang="en-US" sz="2800" dirty="0"/>
              <a:t>Topic objective: To understand the concept of thrashing and how it impacts adversely on the performance of the system</a:t>
            </a:r>
          </a:p>
          <a:p>
            <a:pPr marL="0" indent="0" algn="just">
              <a:lnSpc>
                <a:spcPct val="150000"/>
              </a:lnSpc>
              <a:spcBef>
                <a:spcPts val="0"/>
              </a:spcBef>
              <a:buNone/>
            </a:pPr>
            <a:r>
              <a:rPr lang="en-US" sz="2400" dirty="0"/>
              <a:t>As we increase the degree of multiprogramming CPU utilization increases to a certain limit, after that drastically decreases that is called thrashing.</a:t>
            </a:r>
          </a:p>
        </p:txBody>
      </p:sp>
      <p:pic>
        <p:nvPicPr>
          <p:cNvPr id="3" name="Picture 7">
            <a:extLst>
              <a:ext uri="{FF2B5EF4-FFF2-40B4-BE49-F238E27FC236}">
                <a16:creationId xmlns:a16="http://schemas.microsoft.com/office/drawing/2014/main" id="{7F8869F9-BB0D-C469-AA1F-0F361DC0864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8328" y="3610932"/>
            <a:ext cx="4821672" cy="278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4494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178BA-42CD-C8E2-80B9-7C6560A5A1A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B38C1B2-44EB-29BB-4E7D-ECCFA143F313}"/>
              </a:ext>
            </a:extLst>
          </p:cNvPr>
          <p:cNvSpPr>
            <a:spLocks noGrp="1"/>
          </p:cNvSpPr>
          <p:nvPr>
            <p:ph type="dt" sz="half" idx="10"/>
          </p:nvPr>
        </p:nvSpPr>
        <p:spPr/>
        <p:txBody>
          <a:bodyPr/>
          <a:lstStyle/>
          <a:p>
            <a:fld id="{72584C06-B167-497B-AD60-4C3494C789CB}" type="datetime2">
              <a:rPr lang="en-US" smtClean="0"/>
              <a:t>Monday, September 1, 2025</a:t>
            </a:fld>
            <a:endParaRPr lang="en-US"/>
          </a:p>
        </p:txBody>
      </p:sp>
      <p:sp>
        <p:nvSpPr>
          <p:cNvPr id="5" name="Footer Placeholder 4">
            <a:extLst>
              <a:ext uri="{FF2B5EF4-FFF2-40B4-BE49-F238E27FC236}">
                <a16:creationId xmlns:a16="http://schemas.microsoft.com/office/drawing/2014/main" id="{9D0BBC30-A9DD-383E-FDA9-DFD277211652}"/>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864E2C18-6722-1857-851E-53D64E69689F}"/>
              </a:ext>
            </a:extLst>
          </p:cNvPr>
          <p:cNvSpPr>
            <a:spLocks noGrp="1"/>
          </p:cNvSpPr>
          <p:nvPr>
            <p:ph type="sldNum" sz="quarter" idx="12"/>
          </p:nvPr>
        </p:nvSpPr>
        <p:spPr/>
        <p:txBody>
          <a:bodyPr/>
          <a:lstStyle/>
          <a:p>
            <a:fld id="{B6F15528-21DE-4FAA-801E-634DDDAF4B2B}" type="slidenum">
              <a:rPr lang="en-US" smtClean="0"/>
              <a:pPr/>
              <a:t>89</a:t>
            </a:fld>
            <a:endParaRPr lang="en-US" dirty="0"/>
          </a:p>
        </p:txBody>
      </p:sp>
      <p:sp>
        <p:nvSpPr>
          <p:cNvPr id="7" name="Title 1">
            <a:extLst>
              <a:ext uri="{FF2B5EF4-FFF2-40B4-BE49-F238E27FC236}">
                <a16:creationId xmlns:a16="http://schemas.microsoft.com/office/drawing/2014/main" id="{D7986F52-0041-EEC1-53F3-EB71A39D2A41}"/>
              </a:ext>
            </a:extLst>
          </p:cNvPr>
          <p:cNvSpPr txBox="1">
            <a:spLocks/>
          </p:cNvSpPr>
          <p:nvPr/>
        </p:nvSpPr>
        <p:spPr>
          <a:xfrm>
            <a:off x="1981200" y="3"/>
            <a:ext cx="102108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nSpc>
                <a:spcPct val="150000"/>
              </a:lnSpc>
            </a:pPr>
            <a:r>
              <a:rPr lang="en-US" sz="3200" dirty="0">
                <a:solidFill>
                  <a:schemeClr val="dk1"/>
                </a:solidFill>
              </a:rPr>
              <a:t>Working Set Model</a:t>
            </a:r>
          </a:p>
        </p:txBody>
      </p:sp>
      <p:pic>
        <p:nvPicPr>
          <p:cNvPr id="2" name="Picture 1" descr="A black and red logo&#10;&#10;Description automatically generated">
            <a:extLst>
              <a:ext uri="{FF2B5EF4-FFF2-40B4-BE49-F238E27FC236}">
                <a16:creationId xmlns:a16="http://schemas.microsoft.com/office/drawing/2014/main" id="{25225987-DD24-C7F0-DF29-77BC1149E3C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981200" cy="1055216"/>
          </a:xfrm>
          <a:prstGeom prst="rect">
            <a:avLst/>
          </a:prstGeom>
        </p:spPr>
      </p:pic>
      <p:sp>
        <p:nvSpPr>
          <p:cNvPr id="111" name="TextBox 110">
            <a:extLst>
              <a:ext uri="{FF2B5EF4-FFF2-40B4-BE49-F238E27FC236}">
                <a16:creationId xmlns:a16="http://schemas.microsoft.com/office/drawing/2014/main" id="{D16CD669-D421-A9EB-E9B3-C4FA48E0196F}"/>
              </a:ext>
            </a:extLst>
          </p:cNvPr>
          <p:cNvSpPr txBox="1"/>
          <p:nvPr/>
        </p:nvSpPr>
        <p:spPr>
          <a:xfrm>
            <a:off x="613611" y="1376892"/>
            <a:ext cx="11277600" cy="4549835"/>
          </a:xfrm>
          <a:prstGeom prst="rect">
            <a:avLst/>
          </a:prstGeom>
          <a:noFill/>
        </p:spPr>
        <p:txBody>
          <a:bodyPr wrap="square">
            <a:spAutoFit/>
          </a:bodyPr>
          <a:lstStyle/>
          <a:p>
            <a:pPr marL="0" indent="0">
              <a:lnSpc>
                <a:spcPct val="150000"/>
              </a:lnSpc>
              <a:buNone/>
            </a:pPr>
            <a:r>
              <a:rPr lang="en-US" sz="2800" dirty="0"/>
              <a:t>Topic objective: Removal of thrashing with the help of working set model.</a:t>
            </a:r>
          </a:p>
          <a:p>
            <a:pPr marL="457200" indent="-457200" algn="just">
              <a:lnSpc>
                <a:spcPct val="150000"/>
              </a:lnSpc>
              <a:buFont typeface="Wingdings" panose="05000000000000000000" pitchFamily="2" charset="2"/>
              <a:buChar char="Ø"/>
            </a:pPr>
            <a:r>
              <a:rPr lang="en-US" sz="2800" dirty="0"/>
              <a:t>It is one of the solution of thrashing.</a:t>
            </a:r>
          </a:p>
          <a:p>
            <a:pPr marL="457200" indent="-457200" algn="just">
              <a:lnSpc>
                <a:spcPct val="150000"/>
              </a:lnSpc>
              <a:buFont typeface="Wingdings" panose="05000000000000000000" pitchFamily="2" charset="2"/>
              <a:buChar char="Ø"/>
            </a:pPr>
            <a:r>
              <a:rPr lang="en-US" sz="2800" dirty="0"/>
              <a:t>It is based on assumption of locality of reference.</a:t>
            </a:r>
          </a:p>
          <a:p>
            <a:pPr marL="457200" indent="-457200" algn="just">
              <a:lnSpc>
                <a:spcPct val="150000"/>
              </a:lnSpc>
              <a:buFont typeface="Wingdings" panose="05000000000000000000" pitchFamily="2" charset="2"/>
              <a:buChar char="Ø"/>
            </a:pPr>
            <a:r>
              <a:rPr lang="en-US" sz="2800" dirty="0"/>
              <a:t>It uses ∆, working set window</a:t>
            </a:r>
          </a:p>
          <a:p>
            <a:pPr marL="457200" indent="-457200" algn="just">
              <a:lnSpc>
                <a:spcPct val="150000"/>
              </a:lnSpc>
              <a:buFont typeface="Wingdings" panose="05000000000000000000" pitchFamily="2" charset="2"/>
              <a:buChar char="Ø"/>
            </a:pPr>
            <a:r>
              <a:rPr lang="en-US" sz="2800" dirty="0"/>
              <a:t>Idea is to examine recent working set window page references</a:t>
            </a:r>
          </a:p>
          <a:p>
            <a:pPr marL="457200" indent="-457200" algn="just">
              <a:lnSpc>
                <a:spcPct val="150000"/>
              </a:lnSpc>
              <a:buFont typeface="Wingdings" panose="05000000000000000000" pitchFamily="2" charset="2"/>
              <a:buChar char="Ø"/>
            </a:pPr>
            <a:r>
              <a:rPr lang="en-US" sz="2800" dirty="0"/>
              <a:t>If a page is in active use, it will be in working set window and if it is no longer being used it will be dropped from working set</a:t>
            </a:r>
          </a:p>
        </p:txBody>
      </p:sp>
    </p:spTree>
    <p:extLst>
      <p:ext uri="{BB962C8B-B14F-4D97-AF65-F5344CB8AC3E}">
        <p14:creationId xmlns:p14="http://schemas.microsoft.com/office/powerpoint/2010/main" val="26852408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881FA-7B8B-73F8-61E6-62C69699D69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8DD720F-900E-17B3-F165-205EAD7B4F54}"/>
              </a:ext>
            </a:extLst>
          </p:cNvPr>
          <p:cNvSpPr>
            <a:spLocks noGrp="1"/>
          </p:cNvSpPr>
          <p:nvPr>
            <p:ph type="dt" sz="half" idx="10"/>
          </p:nvPr>
        </p:nvSpPr>
        <p:spPr/>
        <p:txBody>
          <a:bodyPr/>
          <a:lstStyle/>
          <a:p>
            <a:fld id="{271F6E17-5D34-4BBB-B625-2A622B46BD3A}" type="datetime2">
              <a:rPr lang="en-US" smtClean="0"/>
              <a:t>Monday, September 1, 2025</a:t>
            </a:fld>
            <a:endParaRPr lang="en-US"/>
          </a:p>
        </p:txBody>
      </p:sp>
      <p:sp>
        <p:nvSpPr>
          <p:cNvPr id="5" name="Footer Placeholder 4">
            <a:extLst>
              <a:ext uri="{FF2B5EF4-FFF2-40B4-BE49-F238E27FC236}">
                <a16:creationId xmlns:a16="http://schemas.microsoft.com/office/drawing/2014/main" id="{B91F4832-39F7-359D-8BF5-50C0DB0A461A}"/>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60229DD6-4766-58F4-A99B-B03CBA0FAF5E}"/>
              </a:ext>
            </a:extLst>
          </p:cNvPr>
          <p:cNvSpPr>
            <a:spLocks noGrp="1"/>
          </p:cNvSpPr>
          <p:nvPr>
            <p:ph type="sldNum" sz="quarter" idx="12"/>
          </p:nvPr>
        </p:nvSpPr>
        <p:spPr/>
        <p:txBody>
          <a:bodyPr/>
          <a:lstStyle/>
          <a:p>
            <a:fld id="{B6F15528-21DE-4FAA-801E-634DDDAF4B2B}" type="slidenum">
              <a:rPr lang="en-US" smtClean="0"/>
              <a:pPr/>
              <a:t>90</a:t>
            </a:fld>
            <a:endParaRPr lang="en-US" dirty="0"/>
          </a:p>
        </p:txBody>
      </p:sp>
      <p:sp>
        <p:nvSpPr>
          <p:cNvPr id="7" name="Title 1">
            <a:extLst>
              <a:ext uri="{FF2B5EF4-FFF2-40B4-BE49-F238E27FC236}">
                <a16:creationId xmlns:a16="http://schemas.microsoft.com/office/drawing/2014/main" id="{9679222C-3842-B294-F38D-9B9391AD7713}"/>
              </a:ext>
            </a:extLst>
          </p:cNvPr>
          <p:cNvSpPr txBox="1">
            <a:spLocks/>
          </p:cNvSpPr>
          <p:nvPr/>
        </p:nvSpPr>
        <p:spPr>
          <a:xfrm>
            <a:off x="1981200" y="3"/>
            <a:ext cx="102108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nSpc>
                <a:spcPct val="150000"/>
              </a:lnSpc>
              <a:spcBef>
                <a:spcPct val="0"/>
              </a:spcBef>
            </a:pPr>
            <a:r>
              <a:rPr lang="en-US" sz="3200" dirty="0">
                <a:solidFill>
                  <a:schemeClr val="dk1"/>
                </a:solidFill>
              </a:rPr>
              <a:t>Locality of Reference of a Process(Spatial and Temporal) </a:t>
            </a:r>
          </a:p>
        </p:txBody>
      </p:sp>
      <p:pic>
        <p:nvPicPr>
          <p:cNvPr id="2" name="Picture 1" descr="A black and red logo&#10;&#10;Description automatically generated">
            <a:extLst>
              <a:ext uri="{FF2B5EF4-FFF2-40B4-BE49-F238E27FC236}">
                <a16:creationId xmlns:a16="http://schemas.microsoft.com/office/drawing/2014/main" id="{0B106027-018C-1C67-9079-2C7F720515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981200" cy="1055216"/>
          </a:xfrm>
          <a:prstGeom prst="rect">
            <a:avLst/>
          </a:prstGeom>
        </p:spPr>
      </p:pic>
      <p:sp>
        <p:nvSpPr>
          <p:cNvPr id="111" name="TextBox 110">
            <a:extLst>
              <a:ext uri="{FF2B5EF4-FFF2-40B4-BE49-F238E27FC236}">
                <a16:creationId xmlns:a16="http://schemas.microsoft.com/office/drawing/2014/main" id="{D52C896C-2916-ACA4-076D-3CB0A8DCA215}"/>
              </a:ext>
            </a:extLst>
          </p:cNvPr>
          <p:cNvSpPr txBox="1"/>
          <p:nvPr/>
        </p:nvSpPr>
        <p:spPr>
          <a:xfrm>
            <a:off x="990600" y="1376892"/>
            <a:ext cx="10210800" cy="4102470"/>
          </a:xfrm>
          <a:prstGeom prst="rect">
            <a:avLst/>
          </a:prstGeom>
          <a:noFill/>
        </p:spPr>
        <p:txBody>
          <a:bodyPr wrap="square">
            <a:spAutoFit/>
          </a:bodyPr>
          <a:lstStyle/>
          <a:p>
            <a:pPr marL="0" indent="0" algn="just">
              <a:lnSpc>
                <a:spcPct val="150000"/>
              </a:lnSpc>
              <a:spcBef>
                <a:spcPts val="0"/>
              </a:spcBef>
              <a:buNone/>
            </a:pPr>
            <a:r>
              <a:rPr lang="en-US" sz="2200" dirty="0"/>
              <a:t>Topic objective: To understand the locality of reference of a process and its type.</a:t>
            </a:r>
          </a:p>
          <a:p>
            <a:pPr marL="0" indent="0" algn="just">
              <a:lnSpc>
                <a:spcPct val="150000"/>
              </a:lnSpc>
              <a:spcBef>
                <a:spcPts val="0"/>
              </a:spcBef>
              <a:buNone/>
            </a:pPr>
            <a:endParaRPr lang="en-US" sz="2200" dirty="0"/>
          </a:p>
          <a:p>
            <a:pPr marL="0" indent="0" algn="just">
              <a:lnSpc>
                <a:spcPct val="150000"/>
              </a:lnSpc>
              <a:spcBef>
                <a:spcPts val="0"/>
              </a:spcBef>
              <a:buNone/>
            </a:pPr>
            <a:r>
              <a:rPr lang="en-US" sz="2200" dirty="0"/>
              <a:t>At any time, during its execution, a process will be accessing only a small subset of logical address space. This subset of the logical address space is called its current locality of references. The current locality keeps shifting. It also keeps varying in size. Whenever, a page forming part of the current locality is not found in the memory, it will cause a page fault. So when a process moves from one locality to another, it will get the new pages into memory through page faulting. </a:t>
            </a:r>
          </a:p>
        </p:txBody>
      </p:sp>
    </p:spTree>
    <p:extLst>
      <p:ext uri="{BB962C8B-B14F-4D97-AF65-F5344CB8AC3E}">
        <p14:creationId xmlns:p14="http://schemas.microsoft.com/office/powerpoint/2010/main" val="139426482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4AD96-EDF1-BC96-3D35-D22F5B67F0C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CE0AE9B-CF2C-E7C3-56F7-F09E87BA51D4}"/>
              </a:ext>
            </a:extLst>
          </p:cNvPr>
          <p:cNvSpPr>
            <a:spLocks noGrp="1"/>
          </p:cNvSpPr>
          <p:nvPr>
            <p:ph type="dt" sz="half" idx="10"/>
          </p:nvPr>
        </p:nvSpPr>
        <p:spPr/>
        <p:txBody>
          <a:bodyPr/>
          <a:lstStyle/>
          <a:p>
            <a:fld id="{5B47F419-9F85-4A7E-A0D3-C70DE9633590}" type="datetime2">
              <a:rPr lang="en-US" smtClean="0"/>
              <a:t>Monday, September 1, 2025</a:t>
            </a:fld>
            <a:endParaRPr lang="en-US"/>
          </a:p>
        </p:txBody>
      </p:sp>
      <p:sp>
        <p:nvSpPr>
          <p:cNvPr id="5" name="Footer Placeholder 4">
            <a:extLst>
              <a:ext uri="{FF2B5EF4-FFF2-40B4-BE49-F238E27FC236}">
                <a16:creationId xmlns:a16="http://schemas.microsoft.com/office/drawing/2014/main" id="{40112331-346A-DC50-E933-D1D5DCD0357B}"/>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369394BE-9FAD-8EFA-928B-283568C57F3D}"/>
              </a:ext>
            </a:extLst>
          </p:cNvPr>
          <p:cNvSpPr>
            <a:spLocks noGrp="1"/>
          </p:cNvSpPr>
          <p:nvPr>
            <p:ph type="sldNum" sz="quarter" idx="12"/>
          </p:nvPr>
        </p:nvSpPr>
        <p:spPr/>
        <p:txBody>
          <a:bodyPr/>
          <a:lstStyle/>
          <a:p>
            <a:fld id="{B6F15528-21DE-4FAA-801E-634DDDAF4B2B}" type="slidenum">
              <a:rPr lang="en-US" smtClean="0"/>
              <a:pPr/>
              <a:t>91</a:t>
            </a:fld>
            <a:endParaRPr lang="en-US" dirty="0"/>
          </a:p>
        </p:txBody>
      </p:sp>
      <p:sp>
        <p:nvSpPr>
          <p:cNvPr id="7" name="Title 1">
            <a:extLst>
              <a:ext uri="{FF2B5EF4-FFF2-40B4-BE49-F238E27FC236}">
                <a16:creationId xmlns:a16="http://schemas.microsoft.com/office/drawing/2014/main" id="{85E3F950-088F-B150-A5A1-07517C90CEFD}"/>
              </a:ext>
            </a:extLst>
          </p:cNvPr>
          <p:cNvSpPr txBox="1">
            <a:spLocks/>
          </p:cNvSpPr>
          <p:nvPr/>
        </p:nvSpPr>
        <p:spPr>
          <a:xfrm>
            <a:off x="1981200" y="3"/>
            <a:ext cx="102108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200" dirty="0">
                <a:solidFill>
                  <a:schemeClr val="dk1"/>
                </a:solidFill>
              </a:rPr>
              <a:t>Page Fault Frequency</a:t>
            </a:r>
          </a:p>
        </p:txBody>
      </p:sp>
      <p:pic>
        <p:nvPicPr>
          <p:cNvPr id="2" name="Picture 1" descr="A black and red logo&#10;&#10;Description automatically generated">
            <a:extLst>
              <a:ext uri="{FF2B5EF4-FFF2-40B4-BE49-F238E27FC236}">
                <a16:creationId xmlns:a16="http://schemas.microsoft.com/office/drawing/2014/main" id="{6FDDA003-8C0A-AEE5-8CA4-C3EF5E12D26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981200" cy="1055216"/>
          </a:xfrm>
          <a:prstGeom prst="rect">
            <a:avLst/>
          </a:prstGeom>
        </p:spPr>
      </p:pic>
      <p:sp>
        <p:nvSpPr>
          <p:cNvPr id="111" name="TextBox 110">
            <a:extLst>
              <a:ext uri="{FF2B5EF4-FFF2-40B4-BE49-F238E27FC236}">
                <a16:creationId xmlns:a16="http://schemas.microsoft.com/office/drawing/2014/main" id="{C97BE68E-C3EE-8609-C2C4-B0F4C8863A81}"/>
              </a:ext>
            </a:extLst>
          </p:cNvPr>
          <p:cNvSpPr txBox="1"/>
          <p:nvPr/>
        </p:nvSpPr>
        <p:spPr>
          <a:xfrm>
            <a:off x="990600" y="1376892"/>
            <a:ext cx="10210800" cy="4102470"/>
          </a:xfrm>
          <a:prstGeom prst="rect">
            <a:avLst/>
          </a:prstGeom>
          <a:noFill/>
        </p:spPr>
        <p:txBody>
          <a:bodyPr wrap="square">
            <a:spAutoFit/>
          </a:bodyPr>
          <a:lstStyle/>
          <a:p>
            <a:pPr marL="0" indent="0" algn="just">
              <a:lnSpc>
                <a:spcPct val="150000"/>
              </a:lnSpc>
              <a:spcBef>
                <a:spcPts val="0"/>
              </a:spcBef>
              <a:buNone/>
            </a:pPr>
            <a:r>
              <a:rPr lang="en-US" sz="2200" dirty="0"/>
              <a:t>Topic Objective: To remove the thrashing with the concept of Page Fault Frequency.</a:t>
            </a:r>
          </a:p>
          <a:p>
            <a:pPr marL="0" indent="0" algn="just">
              <a:lnSpc>
                <a:spcPct val="150000"/>
              </a:lnSpc>
              <a:spcBef>
                <a:spcPts val="0"/>
              </a:spcBef>
              <a:buNone/>
            </a:pPr>
            <a:endParaRPr lang="en-US" sz="2200" dirty="0"/>
          </a:p>
          <a:p>
            <a:pPr marL="0" indent="0" algn="just">
              <a:lnSpc>
                <a:spcPct val="150000"/>
              </a:lnSpc>
              <a:spcBef>
                <a:spcPts val="0"/>
              </a:spcBef>
              <a:buNone/>
            </a:pPr>
            <a:r>
              <a:rPr lang="en-US" sz="2200" dirty="0"/>
              <a:t>At any time, during its execution, a process will be accessing only a small subset of logical address space. This subset of the logical address space is called its current locality of references. The current locality keeps shifting. It also keeps varying in size. Whenever, a page forming part of the current locality is not found in the memory, it will cause a page fault. So when a process moves from one locality to another, it will get the new pages into memory through page faulting. </a:t>
            </a:r>
          </a:p>
        </p:txBody>
      </p:sp>
    </p:spTree>
    <p:extLst>
      <p:ext uri="{BB962C8B-B14F-4D97-AF65-F5344CB8AC3E}">
        <p14:creationId xmlns:p14="http://schemas.microsoft.com/office/powerpoint/2010/main" val="390162539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33F34-5C6F-A4A2-4AE0-2BD16771E98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0A85CBA-C067-06A5-E304-0010CB3E724D}"/>
              </a:ext>
            </a:extLst>
          </p:cNvPr>
          <p:cNvSpPr>
            <a:spLocks noGrp="1"/>
          </p:cNvSpPr>
          <p:nvPr>
            <p:ph type="dt" sz="half" idx="10"/>
          </p:nvPr>
        </p:nvSpPr>
        <p:spPr/>
        <p:txBody>
          <a:bodyPr/>
          <a:lstStyle/>
          <a:p>
            <a:fld id="{354C3285-635A-4FE0-BDF9-EAE0721283C2}" type="datetime2">
              <a:rPr lang="en-US" smtClean="0"/>
              <a:t>Monday, September 1, 2025</a:t>
            </a:fld>
            <a:endParaRPr lang="en-US"/>
          </a:p>
        </p:txBody>
      </p:sp>
      <p:sp>
        <p:nvSpPr>
          <p:cNvPr id="5" name="Footer Placeholder 4">
            <a:extLst>
              <a:ext uri="{FF2B5EF4-FFF2-40B4-BE49-F238E27FC236}">
                <a16:creationId xmlns:a16="http://schemas.microsoft.com/office/drawing/2014/main" id="{167B5D12-5DE0-06F2-05EC-6CD492B6E7A1}"/>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FB198218-E782-99B6-272D-C4CD3327995E}"/>
              </a:ext>
            </a:extLst>
          </p:cNvPr>
          <p:cNvSpPr>
            <a:spLocks noGrp="1"/>
          </p:cNvSpPr>
          <p:nvPr>
            <p:ph type="sldNum" sz="quarter" idx="12"/>
          </p:nvPr>
        </p:nvSpPr>
        <p:spPr/>
        <p:txBody>
          <a:bodyPr/>
          <a:lstStyle/>
          <a:p>
            <a:fld id="{B6F15528-21DE-4FAA-801E-634DDDAF4B2B}" type="slidenum">
              <a:rPr lang="en-US" smtClean="0"/>
              <a:pPr/>
              <a:t>92</a:t>
            </a:fld>
            <a:endParaRPr lang="en-US" dirty="0"/>
          </a:p>
        </p:txBody>
      </p:sp>
      <p:sp>
        <p:nvSpPr>
          <p:cNvPr id="7" name="Title 1">
            <a:extLst>
              <a:ext uri="{FF2B5EF4-FFF2-40B4-BE49-F238E27FC236}">
                <a16:creationId xmlns:a16="http://schemas.microsoft.com/office/drawing/2014/main" id="{43876156-AFB3-5385-5DD0-C506542D0F75}"/>
              </a:ext>
            </a:extLst>
          </p:cNvPr>
          <p:cNvSpPr txBox="1">
            <a:spLocks/>
          </p:cNvSpPr>
          <p:nvPr/>
        </p:nvSpPr>
        <p:spPr>
          <a:xfrm>
            <a:off x="1981200" y="3"/>
            <a:ext cx="102108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200" dirty="0">
                <a:solidFill>
                  <a:schemeClr val="dk1"/>
                </a:solidFill>
              </a:rPr>
              <a:t>Page Fault Frequency</a:t>
            </a:r>
          </a:p>
        </p:txBody>
      </p:sp>
      <p:pic>
        <p:nvPicPr>
          <p:cNvPr id="2" name="Picture 1" descr="A black and red logo&#10;&#10;Description automatically generated">
            <a:extLst>
              <a:ext uri="{FF2B5EF4-FFF2-40B4-BE49-F238E27FC236}">
                <a16:creationId xmlns:a16="http://schemas.microsoft.com/office/drawing/2014/main" id="{C5F16958-1339-FEF3-E020-A45A8C7B37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981200" cy="1053363"/>
          </a:xfrm>
          <a:prstGeom prst="rect">
            <a:avLst/>
          </a:prstGeom>
        </p:spPr>
      </p:pic>
      <p:sp>
        <p:nvSpPr>
          <p:cNvPr id="111" name="TextBox 110">
            <a:extLst>
              <a:ext uri="{FF2B5EF4-FFF2-40B4-BE49-F238E27FC236}">
                <a16:creationId xmlns:a16="http://schemas.microsoft.com/office/drawing/2014/main" id="{52967DC8-1FF4-AD8D-1BB5-C048E0F06F4B}"/>
              </a:ext>
            </a:extLst>
          </p:cNvPr>
          <p:cNvSpPr txBox="1"/>
          <p:nvPr/>
        </p:nvSpPr>
        <p:spPr>
          <a:xfrm>
            <a:off x="609600" y="1376892"/>
            <a:ext cx="11353800" cy="5021055"/>
          </a:xfrm>
          <a:prstGeom prst="rect">
            <a:avLst/>
          </a:prstGeom>
          <a:noFill/>
        </p:spPr>
        <p:txBody>
          <a:bodyPr wrap="square">
            <a:spAutoFit/>
          </a:bodyPr>
          <a:lstStyle/>
          <a:p>
            <a:pPr algn="just">
              <a:lnSpc>
                <a:spcPct val="150000"/>
              </a:lnSpc>
              <a:spcBef>
                <a:spcPts val="0"/>
              </a:spcBef>
            </a:pPr>
            <a:r>
              <a:rPr lang="en-US" sz="2400" dirty="0"/>
              <a:t>The PFF Algorithm may be implemented as follows:</a:t>
            </a:r>
          </a:p>
          <a:p>
            <a:pPr algn="just">
              <a:lnSpc>
                <a:spcPct val="150000"/>
              </a:lnSpc>
              <a:spcBef>
                <a:spcPts val="0"/>
              </a:spcBef>
            </a:pPr>
            <a:r>
              <a:rPr lang="en-US" sz="2400" dirty="0"/>
              <a:t>Whenever, a process is having a page fault, the OS computes the time elapsed since its last page fault. If the interval is lower than the critical value T (it indicates a PFF higher than critical), then a new frame is allocated to the process.</a:t>
            </a:r>
          </a:p>
          <a:p>
            <a:pPr algn="just">
              <a:lnSpc>
                <a:spcPct val="150000"/>
              </a:lnSpc>
              <a:spcBef>
                <a:spcPts val="0"/>
              </a:spcBef>
            </a:pPr>
            <a:r>
              <a:rPr lang="en-US" sz="2400" dirty="0"/>
              <a:t>However, if the interval is higher than T, then frame assigned to the process, whose reference bit and written –into bit are found to be clear, is replaced by new page.</a:t>
            </a:r>
          </a:p>
          <a:p>
            <a:pPr algn="just">
              <a:lnSpc>
                <a:spcPct val="150000"/>
              </a:lnSpc>
              <a:spcBef>
                <a:spcPts val="0"/>
              </a:spcBef>
            </a:pPr>
            <a:r>
              <a:rPr lang="en-US" sz="2400" dirty="0"/>
              <a:t>The OS sweeps and frees those frames that have not been referenced since last sweep. These frames are added to the pool of free pages. The referenced bits of the remaining resident pages are reset.</a:t>
            </a:r>
          </a:p>
        </p:txBody>
      </p:sp>
    </p:spTree>
    <p:extLst>
      <p:ext uri="{BB962C8B-B14F-4D97-AF65-F5344CB8AC3E}">
        <p14:creationId xmlns:p14="http://schemas.microsoft.com/office/powerpoint/2010/main" val="155680621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820A14-8653-B85E-2CEF-4EBEDC9621A9}"/>
              </a:ext>
            </a:extLst>
          </p:cNvPr>
          <p:cNvSpPr>
            <a:spLocks noGrp="1"/>
          </p:cNvSpPr>
          <p:nvPr>
            <p:ph type="dt" sz="half" idx="10"/>
          </p:nvPr>
        </p:nvSpPr>
        <p:spPr/>
        <p:txBody>
          <a:bodyPr/>
          <a:lstStyle/>
          <a:p>
            <a:fld id="{3542DDF3-DFC5-468C-8EA3-4C76DC0147E9}" type="datetime2">
              <a:rPr lang="en-US" smtClean="0"/>
              <a:t>Monday, September 1, 2025</a:t>
            </a:fld>
            <a:endParaRPr lang="en-US"/>
          </a:p>
        </p:txBody>
      </p:sp>
      <p:sp>
        <p:nvSpPr>
          <p:cNvPr id="3" name="Footer Placeholder 2">
            <a:extLst>
              <a:ext uri="{FF2B5EF4-FFF2-40B4-BE49-F238E27FC236}">
                <a16:creationId xmlns:a16="http://schemas.microsoft.com/office/drawing/2014/main" id="{4E367841-C3E4-AE1D-25B2-15C369ECD15B}"/>
              </a:ext>
            </a:extLst>
          </p:cNvPr>
          <p:cNvSpPr>
            <a:spLocks noGrp="1"/>
          </p:cNvSpPr>
          <p:nvPr>
            <p:ph type="ftr" sz="quarter" idx="11"/>
          </p:nvPr>
        </p:nvSpPr>
        <p:spPr/>
        <p:txBody>
          <a:bodyPr/>
          <a:lstStyle/>
          <a:p>
            <a:r>
              <a:rPr lang="pt-BR"/>
              <a:t>Mr. Minhaj Nezami            BCSE0403 OS                Unit-4</a:t>
            </a:r>
            <a:endParaRPr lang="en-US" dirty="0"/>
          </a:p>
        </p:txBody>
      </p:sp>
      <p:sp>
        <p:nvSpPr>
          <p:cNvPr id="4" name="Slide Number Placeholder 3">
            <a:extLst>
              <a:ext uri="{FF2B5EF4-FFF2-40B4-BE49-F238E27FC236}">
                <a16:creationId xmlns:a16="http://schemas.microsoft.com/office/drawing/2014/main" id="{401B8A00-1DC1-CA90-3473-F507AC7E4486}"/>
              </a:ext>
            </a:extLst>
          </p:cNvPr>
          <p:cNvSpPr>
            <a:spLocks noGrp="1"/>
          </p:cNvSpPr>
          <p:nvPr>
            <p:ph type="sldNum" sz="quarter" idx="12"/>
          </p:nvPr>
        </p:nvSpPr>
        <p:spPr/>
        <p:txBody>
          <a:bodyPr/>
          <a:lstStyle/>
          <a:p>
            <a:fld id="{B6F15528-21DE-4FAA-801E-634DDDAF4B2B}" type="slidenum">
              <a:rPr lang="en-US" smtClean="0"/>
              <a:pPr/>
              <a:t>93</a:t>
            </a:fld>
            <a:endParaRPr lang="en-US"/>
          </a:p>
        </p:txBody>
      </p:sp>
      <p:sp>
        <p:nvSpPr>
          <p:cNvPr id="5" name="Title 1">
            <a:extLst>
              <a:ext uri="{FF2B5EF4-FFF2-40B4-BE49-F238E27FC236}">
                <a16:creationId xmlns:a16="http://schemas.microsoft.com/office/drawing/2014/main" id="{5E289502-31A0-CE5A-2030-B53CEEB94147}"/>
              </a:ext>
            </a:extLst>
          </p:cNvPr>
          <p:cNvSpPr txBox="1">
            <a:spLocks/>
          </p:cNvSpPr>
          <p:nvPr/>
        </p:nvSpPr>
        <p:spPr>
          <a:xfrm>
            <a:off x="2133600" y="3"/>
            <a:ext cx="100584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nSpc>
                <a:spcPct val="150000"/>
              </a:lnSpc>
            </a:pPr>
            <a:r>
              <a:rPr lang="en-IN" sz="3200" dirty="0">
                <a:latin typeface="Calibri" panose="020F0502020204030204" pitchFamily="34" charset="0"/>
                <a:ea typeface="Times New Roman" panose="02020603050405020304" pitchFamily="18" charset="0"/>
              </a:rPr>
              <a:t>Case Study</a:t>
            </a:r>
            <a:endParaRPr lang="en-US" sz="3200" dirty="0">
              <a:solidFill>
                <a:schemeClr val="dk1"/>
              </a:solidFill>
            </a:endParaRPr>
          </a:p>
        </p:txBody>
      </p:sp>
      <p:pic>
        <p:nvPicPr>
          <p:cNvPr id="6" name="Picture 5" descr="A black and red logo&#10;&#10;Description automatically generated">
            <a:extLst>
              <a:ext uri="{FF2B5EF4-FFF2-40B4-BE49-F238E27FC236}">
                <a16:creationId xmlns:a16="http://schemas.microsoft.com/office/drawing/2014/main" id="{3E32C978-8F41-02B8-5C48-3857A35BFAF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33600" cy="1055216"/>
          </a:xfrm>
          <a:prstGeom prst="rect">
            <a:avLst/>
          </a:prstGeom>
        </p:spPr>
      </p:pic>
      <p:sp>
        <p:nvSpPr>
          <p:cNvPr id="8" name="TextBox 7">
            <a:extLst>
              <a:ext uri="{FF2B5EF4-FFF2-40B4-BE49-F238E27FC236}">
                <a16:creationId xmlns:a16="http://schemas.microsoft.com/office/drawing/2014/main" id="{72D8012D-02F9-A84C-33F9-75962DF62E51}"/>
              </a:ext>
            </a:extLst>
          </p:cNvPr>
          <p:cNvSpPr txBox="1"/>
          <p:nvPr/>
        </p:nvSpPr>
        <p:spPr>
          <a:xfrm>
            <a:off x="1828800" y="1600200"/>
            <a:ext cx="9753600" cy="492443"/>
          </a:xfrm>
          <a:prstGeom prst="rect">
            <a:avLst/>
          </a:prstGeom>
          <a:noFill/>
        </p:spPr>
        <p:txBody>
          <a:bodyPr wrap="square">
            <a:spAutoFit/>
          </a:bodyPr>
          <a:lstStyle/>
          <a:p>
            <a:r>
              <a:rPr lang="en-US" sz="2600" b="1" dirty="0"/>
              <a:t>Virtual Memory Management in Modern OS: Windows 10</a:t>
            </a:r>
            <a:endParaRPr lang="en-IN" sz="2600" b="1" dirty="0"/>
          </a:p>
        </p:txBody>
      </p:sp>
      <p:sp>
        <p:nvSpPr>
          <p:cNvPr id="14" name="TextBox 13">
            <a:extLst>
              <a:ext uri="{FF2B5EF4-FFF2-40B4-BE49-F238E27FC236}">
                <a16:creationId xmlns:a16="http://schemas.microsoft.com/office/drawing/2014/main" id="{24E72DDC-02A0-F845-7964-1E139E5B5F53}"/>
              </a:ext>
            </a:extLst>
          </p:cNvPr>
          <p:cNvSpPr txBox="1"/>
          <p:nvPr/>
        </p:nvSpPr>
        <p:spPr>
          <a:xfrm>
            <a:off x="1981200" y="2362200"/>
            <a:ext cx="7210011" cy="2677656"/>
          </a:xfrm>
          <a:prstGeom prst="rect">
            <a:avLst/>
          </a:prstGeom>
          <a:noFill/>
        </p:spPr>
        <p:txBody>
          <a:bodyPr wrap="square">
            <a:spAutoFit/>
          </a:bodyPr>
          <a:lstStyle/>
          <a:p>
            <a:pPr marL="285750" indent="-285750">
              <a:buFont typeface="Wingdings" panose="05000000000000000000" pitchFamily="2" charset="2"/>
              <a:buChar char="§"/>
            </a:pPr>
            <a:r>
              <a:rPr lang="en-IN" sz="2400" dirty="0"/>
              <a:t>How Paging Impacts Performance</a:t>
            </a:r>
          </a:p>
          <a:p>
            <a:pPr marL="457200" indent="-457200">
              <a:buFont typeface="Wingdings" panose="05000000000000000000" pitchFamily="2" charset="2"/>
              <a:buChar char="§"/>
            </a:pPr>
            <a:r>
              <a:rPr lang="en-US" sz="2400" dirty="0"/>
              <a:t>Virtual memory provides an abstraction of memory resources</a:t>
            </a:r>
          </a:p>
          <a:p>
            <a:pPr marL="457200" indent="-457200">
              <a:buFont typeface="Wingdings" panose="05000000000000000000" pitchFamily="2" charset="2"/>
              <a:buChar char="§"/>
            </a:pPr>
            <a:r>
              <a:rPr lang="en-US" sz="2400" dirty="0"/>
              <a:t>Enables multitasking, memory protection, and stability</a:t>
            </a:r>
          </a:p>
          <a:p>
            <a:pPr marL="457200" indent="-457200">
              <a:buFont typeface="Wingdings" panose="05000000000000000000" pitchFamily="2" charset="2"/>
              <a:buChar char="§"/>
            </a:pPr>
            <a:r>
              <a:rPr lang="en-US" sz="2400" dirty="0"/>
              <a:t>Used in all modern operating systems including Windows 10</a:t>
            </a:r>
            <a:endParaRPr lang="en-IN" sz="2400" dirty="0"/>
          </a:p>
        </p:txBody>
      </p:sp>
    </p:spTree>
    <p:extLst>
      <p:ext uri="{BB962C8B-B14F-4D97-AF65-F5344CB8AC3E}">
        <p14:creationId xmlns:p14="http://schemas.microsoft.com/office/powerpoint/2010/main" val="244080501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069D9-CADF-7635-4BB2-DCB6867AD4D6}"/>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61C4DC5-5DDC-3D81-26E4-7040C22452CF}"/>
              </a:ext>
            </a:extLst>
          </p:cNvPr>
          <p:cNvSpPr>
            <a:spLocks noGrp="1"/>
          </p:cNvSpPr>
          <p:nvPr>
            <p:ph type="dt" sz="half" idx="10"/>
          </p:nvPr>
        </p:nvSpPr>
        <p:spPr/>
        <p:txBody>
          <a:bodyPr/>
          <a:lstStyle/>
          <a:p>
            <a:fld id="{3542DDF3-DFC5-468C-8EA3-4C76DC0147E9}" type="datetime2">
              <a:rPr lang="en-US" smtClean="0"/>
              <a:t>Monday, September 1, 2025</a:t>
            </a:fld>
            <a:endParaRPr lang="en-US"/>
          </a:p>
        </p:txBody>
      </p:sp>
      <p:sp>
        <p:nvSpPr>
          <p:cNvPr id="3" name="Footer Placeholder 2">
            <a:extLst>
              <a:ext uri="{FF2B5EF4-FFF2-40B4-BE49-F238E27FC236}">
                <a16:creationId xmlns:a16="http://schemas.microsoft.com/office/drawing/2014/main" id="{93565D48-C5CB-AAE3-9647-AEF3804E4152}"/>
              </a:ext>
            </a:extLst>
          </p:cNvPr>
          <p:cNvSpPr>
            <a:spLocks noGrp="1"/>
          </p:cNvSpPr>
          <p:nvPr>
            <p:ph type="ftr" sz="quarter" idx="11"/>
          </p:nvPr>
        </p:nvSpPr>
        <p:spPr/>
        <p:txBody>
          <a:bodyPr/>
          <a:lstStyle/>
          <a:p>
            <a:r>
              <a:rPr lang="pt-BR"/>
              <a:t>Mr. Minhaj Nezami            BCSE0403 OS                Unit-4</a:t>
            </a:r>
            <a:endParaRPr lang="en-US" dirty="0"/>
          </a:p>
        </p:txBody>
      </p:sp>
      <p:sp>
        <p:nvSpPr>
          <p:cNvPr id="4" name="Slide Number Placeholder 3">
            <a:extLst>
              <a:ext uri="{FF2B5EF4-FFF2-40B4-BE49-F238E27FC236}">
                <a16:creationId xmlns:a16="http://schemas.microsoft.com/office/drawing/2014/main" id="{92CE23E1-9443-8E43-1A38-FC299FA23F7D}"/>
              </a:ext>
            </a:extLst>
          </p:cNvPr>
          <p:cNvSpPr>
            <a:spLocks noGrp="1"/>
          </p:cNvSpPr>
          <p:nvPr>
            <p:ph type="sldNum" sz="quarter" idx="12"/>
          </p:nvPr>
        </p:nvSpPr>
        <p:spPr/>
        <p:txBody>
          <a:bodyPr/>
          <a:lstStyle/>
          <a:p>
            <a:fld id="{B6F15528-21DE-4FAA-801E-634DDDAF4B2B}" type="slidenum">
              <a:rPr lang="en-US" smtClean="0"/>
              <a:pPr/>
              <a:t>94</a:t>
            </a:fld>
            <a:endParaRPr lang="en-US"/>
          </a:p>
        </p:txBody>
      </p:sp>
      <p:sp>
        <p:nvSpPr>
          <p:cNvPr id="5" name="Title 1">
            <a:extLst>
              <a:ext uri="{FF2B5EF4-FFF2-40B4-BE49-F238E27FC236}">
                <a16:creationId xmlns:a16="http://schemas.microsoft.com/office/drawing/2014/main" id="{8A285886-8C31-6D18-5EE0-117631CBEBFF}"/>
              </a:ext>
            </a:extLst>
          </p:cNvPr>
          <p:cNvSpPr txBox="1">
            <a:spLocks/>
          </p:cNvSpPr>
          <p:nvPr/>
        </p:nvSpPr>
        <p:spPr>
          <a:xfrm>
            <a:off x="2133600" y="0"/>
            <a:ext cx="100584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nSpc>
                <a:spcPct val="150000"/>
              </a:lnSpc>
            </a:pPr>
            <a:r>
              <a:rPr lang="en-IN" sz="3200" dirty="0">
                <a:latin typeface="Calibri" panose="020F0502020204030204" pitchFamily="34" charset="0"/>
                <a:ea typeface="Times New Roman" panose="02020603050405020304" pitchFamily="18" charset="0"/>
              </a:rPr>
              <a:t>Case Study</a:t>
            </a:r>
            <a:endParaRPr lang="en-US" sz="3200" dirty="0"/>
          </a:p>
        </p:txBody>
      </p:sp>
      <p:pic>
        <p:nvPicPr>
          <p:cNvPr id="6" name="Picture 5" descr="A black and red logo&#10;&#10;Description automatically generated">
            <a:extLst>
              <a:ext uri="{FF2B5EF4-FFF2-40B4-BE49-F238E27FC236}">
                <a16:creationId xmlns:a16="http://schemas.microsoft.com/office/drawing/2014/main" id="{F5C22015-2A42-A672-81BC-21E17D2D705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33600" cy="1055216"/>
          </a:xfrm>
          <a:prstGeom prst="rect">
            <a:avLst/>
          </a:prstGeom>
        </p:spPr>
      </p:pic>
      <p:sp>
        <p:nvSpPr>
          <p:cNvPr id="8" name="TextBox 7">
            <a:extLst>
              <a:ext uri="{FF2B5EF4-FFF2-40B4-BE49-F238E27FC236}">
                <a16:creationId xmlns:a16="http://schemas.microsoft.com/office/drawing/2014/main" id="{E35F9637-09D7-D25A-F6BC-BD701EC6E357}"/>
              </a:ext>
            </a:extLst>
          </p:cNvPr>
          <p:cNvSpPr txBox="1"/>
          <p:nvPr/>
        </p:nvSpPr>
        <p:spPr>
          <a:xfrm>
            <a:off x="1828800" y="1524001"/>
            <a:ext cx="8382000" cy="3539430"/>
          </a:xfrm>
          <a:prstGeom prst="rect">
            <a:avLst/>
          </a:prstGeom>
          <a:noFill/>
        </p:spPr>
        <p:txBody>
          <a:bodyPr wrap="square">
            <a:spAutoFit/>
          </a:bodyPr>
          <a:lstStyle/>
          <a:p>
            <a:r>
              <a:rPr lang="en-IN" sz="3200" b="1" dirty="0"/>
              <a:t>What is Virtual Memory?</a:t>
            </a:r>
            <a:endParaRPr lang="en-US" sz="3200" b="1" dirty="0">
              <a:solidFill>
                <a:schemeClr val="dk1"/>
              </a:solidFill>
            </a:endParaRPr>
          </a:p>
          <a:p>
            <a:endParaRPr lang="en-US" sz="3200" dirty="0"/>
          </a:p>
          <a:p>
            <a:pPr marL="457200" indent="-457200">
              <a:buFont typeface="Arial" panose="020B0604020202020204" pitchFamily="34" charset="0"/>
              <a:buChar char="•"/>
            </a:pPr>
            <a:r>
              <a:rPr lang="en-US" sz="3200" dirty="0"/>
              <a:t>Illusion of a large continuous block of memory</a:t>
            </a:r>
          </a:p>
          <a:p>
            <a:pPr marL="457200" indent="-457200">
              <a:buFont typeface="Arial" panose="020B0604020202020204" pitchFamily="34" charset="0"/>
              <a:buChar char="•"/>
            </a:pPr>
            <a:r>
              <a:rPr lang="en-US" sz="3200" dirty="0"/>
              <a:t>Enables execution of programs larger than physical RAM</a:t>
            </a:r>
          </a:p>
          <a:p>
            <a:pPr marL="457200" indent="-457200">
              <a:buFont typeface="Arial" panose="020B0604020202020204" pitchFamily="34" charset="0"/>
              <a:buChar char="•"/>
            </a:pPr>
            <a:r>
              <a:rPr lang="en-US" sz="3200" dirty="0"/>
              <a:t>Uses hard disk (page file) when RAM is full</a:t>
            </a:r>
          </a:p>
          <a:p>
            <a:pPr marL="457200" indent="-457200">
              <a:buFont typeface="Arial" panose="020B0604020202020204" pitchFamily="34" charset="0"/>
              <a:buChar char="•"/>
            </a:pPr>
            <a:r>
              <a:rPr lang="en-US" sz="3200" dirty="0"/>
              <a:t>Supports memory protection and isolation</a:t>
            </a:r>
            <a:endParaRPr lang="en-IN" sz="3200" dirty="0"/>
          </a:p>
        </p:txBody>
      </p:sp>
    </p:spTree>
    <p:extLst>
      <p:ext uri="{BB962C8B-B14F-4D97-AF65-F5344CB8AC3E}">
        <p14:creationId xmlns:p14="http://schemas.microsoft.com/office/powerpoint/2010/main" val="87758493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DBED9-7BB4-5FD1-99B9-40FE103A424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AA079571-B734-54A0-6EC6-170AFFEC8C8C}"/>
              </a:ext>
            </a:extLst>
          </p:cNvPr>
          <p:cNvSpPr>
            <a:spLocks noGrp="1"/>
          </p:cNvSpPr>
          <p:nvPr>
            <p:ph type="dt" sz="half" idx="10"/>
          </p:nvPr>
        </p:nvSpPr>
        <p:spPr/>
        <p:txBody>
          <a:bodyPr/>
          <a:lstStyle/>
          <a:p>
            <a:fld id="{3542DDF3-DFC5-468C-8EA3-4C76DC0147E9}" type="datetime2">
              <a:rPr lang="en-US" smtClean="0"/>
              <a:t>Monday, September 1, 2025</a:t>
            </a:fld>
            <a:endParaRPr lang="en-US"/>
          </a:p>
        </p:txBody>
      </p:sp>
      <p:sp>
        <p:nvSpPr>
          <p:cNvPr id="3" name="Footer Placeholder 2">
            <a:extLst>
              <a:ext uri="{FF2B5EF4-FFF2-40B4-BE49-F238E27FC236}">
                <a16:creationId xmlns:a16="http://schemas.microsoft.com/office/drawing/2014/main" id="{9A0AE329-2CE7-F850-4C56-B9A59C69BC46}"/>
              </a:ext>
            </a:extLst>
          </p:cNvPr>
          <p:cNvSpPr>
            <a:spLocks noGrp="1"/>
          </p:cNvSpPr>
          <p:nvPr>
            <p:ph type="ftr" sz="quarter" idx="11"/>
          </p:nvPr>
        </p:nvSpPr>
        <p:spPr/>
        <p:txBody>
          <a:bodyPr/>
          <a:lstStyle/>
          <a:p>
            <a:r>
              <a:rPr lang="pt-BR"/>
              <a:t>Mr. Minhaj Nezami            BCSE0403 OS                Unit-4</a:t>
            </a:r>
            <a:endParaRPr lang="en-US" dirty="0"/>
          </a:p>
        </p:txBody>
      </p:sp>
      <p:sp>
        <p:nvSpPr>
          <p:cNvPr id="4" name="Slide Number Placeholder 3">
            <a:extLst>
              <a:ext uri="{FF2B5EF4-FFF2-40B4-BE49-F238E27FC236}">
                <a16:creationId xmlns:a16="http://schemas.microsoft.com/office/drawing/2014/main" id="{8691A786-A052-07DB-71C6-8662AFD71F64}"/>
              </a:ext>
            </a:extLst>
          </p:cNvPr>
          <p:cNvSpPr>
            <a:spLocks noGrp="1"/>
          </p:cNvSpPr>
          <p:nvPr>
            <p:ph type="sldNum" sz="quarter" idx="12"/>
          </p:nvPr>
        </p:nvSpPr>
        <p:spPr/>
        <p:txBody>
          <a:bodyPr/>
          <a:lstStyle/>
          <a:p>
            <a:fld id="{B6F15528-21DE-4FAA-801E-634DDDAF4B2B}" type="slidenum">
              <a:rPr lang="en-US" smtClean="0"/>
              <a:pPr/>
              <a:t>95</a:t>
            </a:fld>
            <a:endParaRPr lang="en-US"/>
          </a:p>
        </p:txBody>
      </p:sp>
      <p:sp>
        <p:nvSpPr>
          <p:cNvPr id="5" name="Title 1">
            <a:extLst>
              <a:ext uri="{FF2B5EF4-FFF2-40B4-BE49-F238E27FC236}">
                <a16:creationId xmlns:a16="http://schemas.microsoft.com/office/drawing/2014/main" id="{63FBE44E-9A4A-647A-5D4C-ED6B02FED88B}"/>
              </a:ext>
            </a:extLst>
          </p:cNvPr>
          <p:cNvSpPr txBox="1">
            <a:spLocks/>
          </p:cNvSpPr>
          <p:nvPr/>
        </p:nvSpPr>
        <p:spPr>
          <a:xfrm>
            <a:off x="2133600" y="3"/>
            <a:ext cx="100584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nSpc>
                <a:spcPct val="150000"/>
              </a:lnSpc>
            </a:pPr>
            <a:r>
              <a:rPr lang="en-IN" sz="3200" dirty="0">
                <a:latin typeface="Calibri" panose="020F0502020204030204" pitchFamily="34" charset="0"/>
                <a:ea typeface="Times New Roman" panose="02020603050405020304" pitchFamily="18" charset="0"/>
              </a:rPr>
              <a:t>Case Study</a:t>
            </a:r>
            <a:endParaRPr lang="en-US" sz="3200" dirty="0"/>
          </a:p>
        </p:txBody>
      </p:sp>
      <p:pic>
        <p:nvPicPr>
          <p:cNvPr id="6" name="Picture 5" descr="A black and red logo&#10;&#10;Description automatically generated">
            <a:extLst>
              <a:ext uri="{FF2B5EF4-FFF2-40B4-BE49-F238E27FC236}">
                <a16:creationId xmlns:a16="http://schemas.microsoft.com/office/drawing/2014/main" id="{20998828-1266-4AB8-3D79-84C64255D5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33600" cy="1055216"/>
          </a:xfrm>
          <a:prstGeom prst="rect">
            <a:avLst/>
          </a:prstGeom>
        </p:spPr>
      </p:pic>
      <p:sp>
        <p:nvSpPr>
          <p:cNvPr id="8" name="TextBox 7">
            <a:extLst>
              <a:ext uri="{FF2B5EF4-FFF2-40B4-BE49-F238E27FC236}">
                <a16:creationId xmlns:a16="http://schemas.microsoft.com/office/drawing/2014/main" id="{07A2DBD1-1346-1400-1927-9CEB77DBEDD7}"/>
              </a:ext>
            </a:extLst>
          </p:cNvPr>
          <p:cNvSpPr txBox="1"/>
          <p:nvPr/>
        </p:nvSpPr>
        <p:spPr>
          <a:xfrm>
            <a:off x="2362200" y="1752600"/>
            <a:ext cx="8001000" cy="4031873"/>
          </a:xfrm>
          <a:prstGeom prst="rect">
            <a:avLst/>
          </a:prstGeom>
          <a:noFill/>
        </p:spPr>
        <p:txBody>
          <a:bodyPr wrap="square">
            <a:spAutoFit/>
          </a:bodyPr>
          <a:lstStyle/>
          <a:p>
            <a:r>
              <a:rPr lang="en-US" sz="3200" b="1" dirty="0"/>
              <a:t>Virtual Memory in Windows 10</a:t>
            </a:r>
            <a:endParaRPr lang="en-US" sz="3200" b="1" dirty="0">
              <a:solidFill>
                <a:schemeClr val="dk1"/>
              </a:solidFill>
            </a:endParaRP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200" dirty="0"/>
              <a:t>Page-based memory model</a:t>
            </a:r>
          </a:p>
          <a:p>
            <a:pPr marL="457200" indent="-457200">
              <a:buFont typeface="Arial" panose="020B0604020202020204" pitchFamily="34" charset="0"/>
              <a:buChar char="•"/>
            </a:pPr>
            <a:r>
              <a:rPr lang="en-US" sz="3200" dirty="0"/>
              <a:t>Process virtual address space:</a:t>
            </a:r>
          </a:p>
          <a:p>
            <a:pPr marL="457200" indent="-457200">
              <a:buFont typeface="Arial" panose="020B0604020202020204" pitchFamily="34" charset="0"/>
              <a:buChar char="•"/>
            </a:pPr>
            <a:r>
              <a:rPr lang="en-US" sz="3200" dirty="0"/>
              <a:t> - 4 GB (32-bit) or 128 TB (64-bit)</a:t>
            </a:r>
          </a:p>
          <a:p>
            <a:pPr marL="457200" indent="-457200">
              <a:buFont typeface="Arial" panose="020B0604020202020204" pitchFamily="34" charset="0"/>
              <a:buChar char="•"/>
            </a:pPr>
            <a:r>
              <a:rPr lang="en-US" sz="3200" dirty="0"/>
              <a:t>Page size: 4 KB</a:t>
            </a:r>
          </a:p>
          <a:p>
            <a:pPr marL="457200" indent="-457200">
              <a:buFont typeface="Arial" panose="020B0604020202020204" pitchFamily="34" charset="0"/>
              <a:buChar char="•"/>
            </a:pPr>
            <a:r>
              <a:rPr lang="en-US" sz="3200" dirty="0"/>
              <a:t>Backed by pagefile.sys</a:t>
            </a:r>
          </a:p>
          <a:p>
            <a:pPr marL="457200" indent="-457200">
              <a:buFont typeface="Arial" panose="020B0604020202020204" pitchFamily="34" charset="0"/>
              <a:buChar char="•"/>
            </a:pPr>
            <a:r>
              <a:rPr lang="en-US" sz="3200" dirty="0"/>
              <a:t>Uses demand paging</a:t>
            </a:r>
            <a:endParaRPr lang="en-IN" sz="3200" dirty="0"/>
          </a:p>
        </p:txBody>
      </p:sp>
    </p:spTree>
    <p:extLst>
      <p:ext uri="{BB962C8B-B14F-4D97-AF65-F5344CB8AC3E}">
        <p14:creationId xmlns:p14="http://schemas.microsoft.com/office/powerpoint/2010/main" val="265584192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FAFD0-21FA-24D6-8E56-103E879C4B02}"/>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52ECF909-F159-3BE3-CEC8-DD569FF874EC}"/>
              </a:ext>
            </a:extLst>
          </p:cNvPr>
          <p:cNvSpPr>
            <a:spLocks noGrp="1"/>
          </p:cNvSpPr>
          <p:nvPr>
            <p:ph type="dt" sz="half" idx="10"/>
          </p:nvPr>
        </p:nvSpPr>
        <p:spPr/>
        <p:txBody>
          <a:bodyPr/>
          <a:lstStyle/>
          <a:p>
            <a:fld id="{3542DDF3-DFC5-468C-8EA3-4C76DC0147E9}" type="datetime2">
              <a:rPr lang="en-US" smtClean="0"/>
              <a:t>Monday, September 1, 2025</a:t>
            </a:fld>
            <a:endParaRPr lang="en-US"/>
          </a:p>
        </p:txBody>
      </p:sp>
      <p:sp>
        <p:nvSpPr>
          <p:cNvPr id="3" name="Footer Placeholder 2">
            <a:extLst>
              <a:ext uri="{FF2B5EF4-FFF2-40B4-BE49-F238E27FC236}">
                <a16:creationId xmlns:a16="http://schemas.microsoft.com/office/drawing/2014/main" id="{BD6CB2CE-4F1A-EC4E-960D-5C33C2D172F1}"/>
              </a:ext>
            </a:extLst>
          </p:cNvPr>
          <p:cNvSpPr>
            <a:spLocks noGrp="1"/>
          </p:cNvSpPr>
          <p:nvPr>
            <p:ph type="ftr" sz="quarter" idx="11"/>
          </p:nvPr>
        </p:nvSpPr>
        <p:spPr/>
        <p:txBody>
          <a:bodyPr/>
          <a:lstStyle/>
          <a:p>
            <a:r>
              <a:rPr lang="pt-BR"/>
              <a:t>Mr. Minhaj Nezami            BCSE0403 OS                Unit-4</a:t>
            </a:r>
            <a:endParaRPr lang="en-US" dirty="0"/>
          </a:p>
        </p:txBody>
      </p:sp>
      <p:sp>
        <p:nvSpPr>
          <p:cNvPr id="4" name="Slide Number Placeholder 3">
            <a:extLst>
              <a:ext uri="{FF2B5EF4-FFF2-40B4-BE49-F238E27FC236}">
                <a16:creationId xmlns:a16="http://schemas.microsoft.com/office/drawing/2014/main" id="{0A0D0E4F-09A4-7FCE-BB16-5C6BFFF8726A}"/>
              </a:ext>
            </a:extLst>
          </p:cNvPr>
          <p:cNvSpPr>
            <a:spLocks noGrp="1"/>
          </p:cNvSpPr>
          <p:nvPr>
            <p:ph type="sldNum" sz="quarter" idx="12"/>
          </p:nvPr>
        </p:nvSpPr>
        <p:spPr/>
        <p:txBody>
          <a:bodyPr/>
          <a:lstStyle/>
          <a:p>
            <a:fld id="{B6F15528-21DE-4FAA-801E-634DDDAF4B2B}" type="slidenum">
              <a:rPr lang="en-US" smtClean="0"/>
              <a:pPr/>
              <a:t>96</a:t>
            </a:fld>
            <a:endParaRPr lang="en-US"/>
          </a:p>
        </p:txBody>
      </p:sp>
      <p:sp>
        <p:nvSpPr>
          <p:cNvPr id="5" name="Title 1">
            <a:extLst>
              <a:ext uri="{FF2B5EF4-FFF2-40B4-BE49-F238E27FC236}">
                <a16:creationId xmlns:a16="http://schemas.microsoft.com/office/drawing/2014/main" id="{487F31CB-794C-5853-1F69-8B5962E91F04}"/>
              </a:ext>
            </a:extLst>
          </p:cNvPr>
          <p:cNvSpPr txBox="1">
            <a:spLocks/>
          </p:cNvSpPr>
          <p:nvPr/>
        </p:nvSpPr>
        <p:spPr>
          <a:xfrm>
            <a:off x="2133600" y="3"/>
            <a:ext cx="100584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nSpc>
                <a:spcPct val="150000"/>
              </a:lnSpc>
            </a:pPr>
            <a:r>
              <a:rPr lang="en-US" sz="3200" dirty="0">
                <a:solidFill>
                  <a:schemeClr val="dk1"/>
                </a:solidFill>
              </a:rPr>
              <a:t>Case Study</a:t>
            </a:r>
          </a:p>
        </p:txBody>
      </p:sp>
      <p:pic>
        <p:nvPicPr>
          <p:cNvPr id="6" name="Picture 5" descr="A black and red logo&#10;&#10;Description automatically generated">
            <a:extLst>
              <a:ext uri="{FF2B5EF4-FFF2-40B4-BE49-F238E27FC236}">
                <a16:creationId xmlns:a16="http://schemas.microsoft.com/office/drawing/2014/main" id="{59B93CA6-A356-1978-3B78-930BEC61C9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33600" cy="1055216"/>
          </a:xfrm>
          <a:prstGeom prst="rect">
            <a:avLst/>
          </a:prstGeom>
        </p:spPr>
      </p:pic>
      <p:sp>
        <p:nvSpPr>
          <p:cNvPr id="8" name="TextBox 7">
            <a:extLst>
              <a:ext uri="{FF2B5EF4-FFF2-40B4-BE49-F238E27FC236}">
                <a16:creationId xmlns:a16="http://schemas.microsoft.com/office/drawing/2014/main" id="{8FF82BCF-6A7B-5134-6DE9-3E4617B5A2AD}"/>
              </a:ext>
            </a:extLst>
          </p:cNvPr>
          <p:cNvSpPr txBox="1"/>
          <p:nvPr/>
        </p:nvSpPr>
        <p:spPr>
          <a:xfrm>
            <a:off x="2438400" y="2057401"/>
            <a:ext cx="7772400" cy="3046988"/>
          </a:xfrm>
          <a:prstGeom prst="rect">
            <a:avLst/>
          </a:prstGeom>
          <a:noFill/>
        </p:spPr>
        <p:txBody>
          <a:bodyPr wrap="square">
            <a:spAutoFit/>
          </a:bodyPr>
          <a:lstStyle/>
          <a:p>
            <a:r>
              <a:rPr lang="en-IN" sz="3200" b="1" dirty="0"/>
              <a:t>Tools for Monitoring</a:t>
            </a:r>
            <a:endParaRPr lang="en-US" sz="3200" b="1" dirty="0">
              <a:solidFill>
                <a:schemeClr val="dk1"/>
              </a:solidFill>
            </a:endParaRPr>
          </a:p>
          <a:p>
            <a:r>
              <a:rPr lang="en-IN" sz="3200" dirty="0"/>
              <a:t> </a:t>
            </a:r>
          </a:p>
          <a:p>
            <a:pPr marL="457200" indent="-457200">
              <a:buFont typeface="Arial" panose="020B0604020202020204" pitchFamily="34" charset="0"/>
              <a:buChar char="•"/>
            </a:pPr>
            <a:r>
              <a:rPr lang="en-IN" sz="3200" dirty="0"/>
              <a:t>Task Manager</a:t>
            </a:r>
          </a:p>
          <a:p>
            <a:pPr marL="457200" indent="-457200">
              <a:buFont typeface="Arial" panose="020B0604020202020204" pitchFamily="34" charset="0"/>
              <a:buChar char="•"/>
            </a:pPr>
            <a:r>
              <a:rPr lang="en-IN" sz="3200" dirty="0"/>
              <a:t>Resource Monitor</a:t>
            </a:r>
          </a:p>
          <a:p>
            <a:pPr marL="457200" indent="-457200">
              <a:buFont typeface="Arial" panose="020B0604020202020204" pitchFamily="34" charset="0"/>
              <a:buChar char="•"/>
            </a:pPr>
            <a:r>
              <a:rPr lang="en-IN" sz="3200" dirty="0"/>
              <a:t>Performance Monitor (PerfMon)</a:t>
            </a:r>
          </a:p>
          <a:p>
            <a:pPr marL="457200" indent="-457200">
              <a:buFont typeface="Arial" panose="020B0604020202020204" pitchFamily="34" charset="0"/>
              <a:buChar char="•"/>
            </a:pPr>
            <a:r>
              <a:rPr lang="en-IN" sz="3200" dirty="0" err="1"/>
              <a:t>Sysinternals</a:t>
            </a:r>
            <a:r>
              <a:rPr lang="en-IN" sz="3200" dirty="0"/>
              <a:t>: </a:t>
            </a:r>
            <a:r>
              <a:rPr lang="en-IN" sz="3200" dirty="0" err="1"/>
              <a:t>VMMap</a:t>
            </a:r>
            <a:r>
              <a:rPr lang="en-IN" sz="3200" dirty="0"/>
              <a:t>, Process Explorer</a:t>
            </a:r>
          </a:p>
        </p:txBody>
      </p:sp>
    </p:spTree>
    <p:extLst>
      <p:ext uri="{BB962C8B-B14F-4D97-AF65-F5344CB8AC3E}">
        <p14:creationId xmlns:p14="http://schemas.microsoft.com/office/powerpoint/2010/main" val="22754253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058E2-A43C-5F53-9E02-07C5AB598303}"/>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B0DB9CDA-FDEA-A3A0-43CF-DD6E2B03DDEF}"/>
              </a:ext>
            </a:extLst>
          </p:cNvPr>
          <p:cNvSpPr>
            <a:spLocks noGrp="1"/>
          </p:cNvSpPr>
          <p:nvPr>
            <p:ph type="dt" sz="half" idx="10"/>
          </p:nvPr>
        </p:nvSpPr>
        <p:spPr/>
        <p:txBody>
          <a:bodyPr/>
          <a:lstStyle/>
          <a:p>
            <a:fld id="{3542DDF3-DFC5-468C-8EA3-4C76DC0147E9}" type="datetime2">
              <a:rPr lang="en-US" smtClean="0"/>
              <a:t>Monday, September 1, 2025</a:t>
            </a:fld>
            <a:endParaRPr lang="en-US"/>
          </a:p>
        </p:txBody>
      </p:sp>
      <p:sp>
        <p:nvSpPr>
          <p:cNvPr id="3" name="Footer Placeholder 2">
            <a:extLst>
              <a:ext uri="{FF2B5EF4-FFF2-40B4-BE49-F238E27FC236}">
                <a16:creationId xmlns:a16="http://schemas.microsoft.com/office/drawing/2014/main" id="{4DA607AC-BCB4-61A0-B0A3-6D812376E64E}"/>
              </a:ext>
            </a:extLst>
          </p:cNvPr>
          <p:cNvSpPr>
            <a:spLocks noGrp="1"/>
          </p:cNvSpPr>
          <p:nvPr>
            <p:ph type="ftr" sz="quarter" idx="11"/>
          </p:nvPr>
        </p:nvSpPr>
        <p:spPr/>
        <p:txBody>
          <a:bodyPr/>
          <a:lstStyle/>
          <a:p>
            <a:r>
              <a:rPr lang="pt-BR"/>
              <a:t>Mr. Minhaj Nezami            BCSE0403 OS                Unit-4</a:t>
            </a:r>
            <a:endParaRPr lang="en-US" dirty="0"/>
          </a:p>
        </p:txBody>
      </p:sp>
      <p:sp>
        <p:nvSpPr>
          <p:cNvPr id="4" name="Slide Number Placeholder 3">
            <a:extLst>
              <a:ext uri="{FF2B5EF4-FFF2-40B4-BE49-F238E27FC236}">
                <a16:creationId xmlns:a16="http://schemas.microsoft.com/office/drawing/2014/main" id="{987883D2-6723-3D5D-502B-37EED63A6C38}"/>
              </a:ext>
            </a:extLst>
          </p:cNvPr>
          <p:cNvSpPr>
            <a:spLocks noGrp="1"/>
          </p:cNvSpPr>
          <p:nvPr>
            <p:ph type="sldNum" sz="quarter" idx="12"/>
          </p:nvPr>
        </p:nvSpPr>
        <p:spPr/>
        <p:txBody>
          <a:bodyPr/>
          <a:lstStyle/>
          <a:p>
            <a:fld id="{B6F15528-21DE-4FAA-801E-634DDDAF4B2B}" type="slidenum">
              <a:rPr lang="en-US" smtClean="0"/>
              <a:pPr/>
              <a:t>97</a:t>
            </a:fld>
            <a:endParaRPr lang="en-US"/>
          </a:p>
        </p:txBody>
      </p:sp>
      <p:sp>
        <p:nvSpPr>
          <p:cNvPr id="5" name="Title 1">
            <a:extLst>
              <a:ext uri="{FF2B5EF4-FFF2-40B4-BE49-F238E27FC236}">
                <a16:creationId xmlns:a16="http://schemas.microsoft.com/office/drawing/2014/main" id="{326A17A8-E199-37C7-032C-C28CF91355B7}"/>
              </a:ext>
            </a:extLst>
          </p:cNvPr>
          <p:cNvSpPr txBox="1">
            <a:spLocks/>
          </p:cNvSpPr>
          <p:nvPr/>
        </p:nvSpPr>
        <p:spPr>
          <a:xfrm>
            <a:off x="2133600" y="3"/>
            <a:ext cx="100584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nSpc>
                <a:spcPct val="150000"/>
              </a:lnSpc>
            </a:pPr>
            <a:r>
              <a:rPr lang="en-US" sz="3200" dirty="0">
                <a:solidFill>
                  <a:schemeClr val="dk1"/>
                </a:solidFill>
              </a:rPr>
              <a:t>Case Study</a:t>
            </a:r>
          </a:p>
        </p:txBody>
      </p:sp>
      <p:pic>
        <p:nvPicPr>
          <p:cNvPr id="6" name="Picture 5" descr="A black and red logo&#10;&#10;Description automatically generated">
            <a:extLst>
              <a:ext uri="{FF2B5EF4-FFF2-40B4-BE49-F238E27FC236}">
                <a16:creationId xmlns:a16="http://schemas.microsoft.com/office/drawing/2014/main" id="{A1607B9F-40EE-30C6-B010-8F832D7CD2E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33600" cy="1055216"/>
          </a:xfrm>
          <a:prstGeom prst="rect">
            <a:avLst/>
          </a:prstGeom>
        </p:spPr>
      </p:pic>
      <p:sp>
        <p:nvSpPr>
          <p:cNvPr id="8" name="TextBox 7">
            <a:extLst>
              <a:ext uri="{FF2B5EF4-FFF2-40B4-BE49-F238E27FC236}">
                <a16:creationId xmlns:a16="http://schemas.microsoft.com/office/drawing/2014/main" id="{21764C84-F999-82C7-2753-4DC4056B260E}"/>
              </a:ext>
            </a:extLst>
          </p:cNvPr>
          <p:cNvSpPr txBox="1"/>
          <p:nvPr/>
        </p:nvSpPr>
        <p:spPr>
          <a:xfrm>
            <a:off x="2133600" y="2209801"/>
            <a:ext cx="8610599" cy="3046988"/>
          </a:xfrm>
          <a:prstGeom prst="rect">
            <a:avLst/>
          </a:prstGeom>
          <a:noFill/>
        </p:spPr>
        <p:txBody>
          <a:bodyPr wrap="square">
            <a:spAutoFit/>
          </a:bodyPr>
          <a:lstStyle/>
          <a:p>
            <a:r>
              <a:rPr lang="en-IN" sz="3200" b="1" dirty="0"/>
              <a:t>What is Paging?</a:t>
            </a:r>
            <a:endParaRPr lang="en-US" sz="3200" b="1" dirty="0">
              <a:solidFill>
                <a:schemeClr val="dk1"/>
              </a:solidFill>
            </a:endParaRPr>
          </a:p>
          <a:p>
            <a:endParaRPr lang="en-US" sz="3200" dirty="0"/>
          </a:p>
          <a:p>
            <a:pPr marL="457200" indent="-457200">
              <a:buFont typeface="Arial" panose="020B0604020202020204" pitchFamily="34" charset="0"/>
              <a:buChar char="•"/>
            </a:pPr>
            <a:r>
              <a:rPr lang="en-US" sz="3200" dirty="0"/>
              <a:t>Divides memory into fixed-size pages (4 KB)</a:t>
            </a:r>
          </a:p>
          <a:p>
            <a:pPr marL="457200" indent="-457200">
              <a:buFont typeface="Arial" panose="020B0604020202020204" pitchFamily="34" charset="0"/>
              <a:buChar char="•"/>
            </a:pPr>
            <a:r>
              <a:rPr lang="en-US" sz="3200" dirty="0"/>
              <a:t>Maps virtual pages to physical memory frames</a:t>
            </a:r>
          </a:p>
          <a:p>
            <a:pPr marL="457200" indent="-457200">
              <a:buFont typeface="Arial" panose="020B0604020202020204" pitchFamily="34" charset="0"/>
              <a:buChar char="•"/>
            </a:pPr>
            <a:r>
              <a:rPr lang="en-US" sz="3200" dirty="0"/>
              <a:t>Loads pages into RAM as needed</a:t>
            </a:r>
          </a:p>
          <a:p>
            <a:pPr marL="457200" indent="-457200">
              <a:buFont typeface="Arial" panose="020B0604020202020204" pitchFamily="34" charset="0"/>
              <a:buChar char="•"/>
            </a:pPr>
            <a:r>
              <a:rPr lang="en-US" sz="3200" dirty="0"/>
              <a:t>Handles page hits and page faults</a:t>
            </a:r>
          </a:p>
        </p:txBody>
      </p:sp>
    </p:spTree>
    <p:extLst>
      <p:ext uri="{BB962C8B-B14F-4D97-AF65-F5344CB8AC3E}">
        <p14:creationId xmlns:p14="http://schemas.microsoft.com/office/powerpoint/2010/main" val="186634193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A71AC-3090-738B-0206-B0CADF1C8A37}"/>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56A3579D-6FB2-91B6-9D52-748274BE6551}"/>
              </a:ext>
            </a:extLst>
          </p:cNvPr>
          <p:cNvSpPr>
            <a:spLocks noGrp="1"/>
          </p:cNvSpPr>
          <p:nvPr>
            <p:ph type="dt" sz="half" idx="10"/>
          </p:nvPr>
        </p:nvSpPr>
        <p:spPr/>
        <p:txBody>
          <a:bodyPr/>
          <a:lstStyle/>
          <a:p>
            <a:fld id="{3542DDF3-DFC5-468C-8EA3-4C76DC0147E9}" type="datetime2">
              <a:rPr lang="en-US" smtClean="0"/>
              <a:t>Monday, September 1, 2025</a:t>
            </a:fld>
            <a:endParaRPr lang="en-US"/>
          </a:p>
        </p:txBody>
      </p:sp>
      <p:sp>
        <p:nvSpPr>
          <p:cNvPr id="3" name="Footer Placeholder 2">
            <a:extLst>
              <a:ext uri="{FF2B5EF4-FFF2-40B4-BE49-F238E27FC236}">
                <a16:creationId xmlns:a16="http://schemas.microsoft.com/office/drawing/2014/main" id="{AA5B3847-9D57-0485-6D00-B62047C98B96}"/>
              </a:ext>
            </a:extLst>
          </p:cNvPr>
          <p:cNvSpPr>
            <a:spLocks noGrp="1"/>
          </p:cNvSpPr>
          <p:nvPr>
            <p:ph type="ftr" sz="quarter" idx="11"/>
          </p:nvPr>
        </p:nvSpPr>
        <p:spPr/>
        <p:txBody>
          <a:bodyPr/>
          <a:lstStyle/>
          <a:p>
            <a:r>
              <a:rPr lang="pt-BR"/>
              <a:t>Mr. Minhaj Nezami            BCSE0403 OS                Unit-4</a:t>
            </a:r>
            <a:endParaRPr lang="en-US" dirty="0"/>
          </a:p>
        </p:txBody>
      </p:sp>
      <p:sp>
        <p:nvSpPr>
          <p:cNvPr id="4" name="Slide Number Placeholder 3">
            <a:extLst>
              <a:ext uri="{FF2B5EF4-FFF2-40B4-BE49-F238E27FC236}">
                <a16:creationId xmlns:a16="http://schemas.microsoft.com/office/drawing/2014/main" id="{A4249FFF-DBAA-2190-122A-02C5073F35DD}"/>
              </a:ext>
            </a:extLst>
          </p:cNvPr>
          <p:cNvSpPr>
            <a:spLocks noGrp="1"/>
          </p:cNvSpPr>
          <p:nvPr>
            <p:ph type="sldNum" sz="quarter" idx="12"/>
          </p:nvPr>
        </p:nvSpPr>
        <p:spPr/>
        <p:txBody>
          <a:bodyPr/>
          <a:lstStyle/>
          <a:p>
            <a:fld id="{B6F15528-21DE-4FAA-801E-634DDDAF4B2B}" type="slidenum">
              <a:rPr lang="en-US" smtClean="0"/>
              <a:pPr/>
              <a:t>98</a:t>
            </a:fld>
            <a:endParaRPr lang="en-US"/>
          </a:p>
        </p:txBody>
      </p:sp>
      <p:sp>
        <p:nvSpPr>
          <p:cNvPr id="5" name="Title 1">
            <a:extLst>
              <a:ext uri="{FF2B5EF4-FFF2-40B4-BE49-F238E27FC236}">
                <a16:creationId xmlns:a16="http://schemas.microsoft.com/office/drawing/2014/main" id="{43D24847-A116-4A2B-4C94-BF16C95A197F}"/>
              </a:ext>
            </a:extLst>
          </p:cNvPr>
          <p:cNvSpPr txBox="1">
            <a:spLocks/>
          </p:cNvSpPr>
          <p:nvPr/>
        </p:nvSpPr>
        <p:spPr>
          <a:xfrm>
            <a:off x="2133600" y="3"/>
            <a:ext cx="100584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nSpc>
                <a:spcPct val="150000"/>
              </a:lnSpc>
            </a:pPr>
            <a:r>
              <a:rPr lang="en-US" sz="3200" dirty="0">
                <a:solidFill>
                  <a:schemeClr val="dk1"/>
                </a:solidFill>
              </a:rPr>
              <a:t>Case Study</a:t>
            </a:r>
          </a:p>
        </p:txBody>
      </p:sp>
      <p:pic>
        <p:nvPicPr>
          <p:cNvPr id="6" name="Picture 5" descr="A black and red logo&#10;&#10;Description automatically generated">
            <a:extLst>
              <a:ext uri="{FF2B5EF4-FFF2-40B4-BE49-F238E27FC236}">
                <a16:creationId xmlns:a16="http://schemas.microsoft.com/office/drawing/2014/main" id="{7724A17D-BA26-32E4-1A40-6247E133D2D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33600" cy="1055216"/>
          </a:xfrm>
          <a:prstGeom prst="rect">
            <a:avLst/>
          </a:prstGeom>
        </p:spPr>
      </p:pic>
      <p:sp>
        <p:nvSpPr>
          <p:cNvPr id="8" name="TextBox 7">
            <a:extLst>
              <a:ext uri="{FF2B5EF4-FFF2-40B4-BE49-F238E27FC236}">
                <a16:creationId xmlns:a16="http://schemas.microsoft.com/office/drawing/2014/main" id="{D9817349-C9F9-772C-AC18-330899EB1BF4}"/>
              </a:ext>
            </a:extLst>
          </p:cNvPr>
          <p:cNvSpPr txBox="1"/>
          <p:nvPr/>
        </p:nvSpPr>
        <p:spPr>
          <a:xfrm>
            <a:off x="2362200" y="1752600"/>
            <a:ext cx="8305800" cy="2554545"/>
          </a:xfrm>
          <a:prstGeom prst="rect">
            <a:avLst/>
          </a:prstGeom>
          <a:noFill/>
        </p:spPr>
        <p:txBody>
          <a:bodyPr wrap="square">
            <a:spAutoFit/>
          </a:bodyPr>
          <a:lstStyle/>
          <a:p>
            <a:r>
              <a:rPr lang="en-IN" sz="3200" b="1" dirty="0"/>
              <a:t>Paging Operations</a:t>
            </a:r>
            <a:endParaRPr lang="en-US" sz="3200" b="1" dirty="0">
              <a:solidFill>
                <a:schemeClr val="dk1"/>
              </a:solidFill>
            </a:endParaRPr>
          </a:p>
          <a:p>
            <a:endParaRPr lang="en-US" sz="3200" dirty="0"/>
          </a:p>
          <a:p>
            <a:pPr marL="457200" indent="-457200">
              <a:buFont typeface="Arial" panose="020B0604020202020204" pitchFamily="34" charset="0"/>
              <a:buChar char="•"/>
            </a:pPr>
            <a:r>
              <a:rPr lang="en-US" sz="3200" dirty="0"/>
              <a:t>Page Hit: Page is in RAM, fast access</a:t>
            </a:r>
          </a:p>
          <a:p>
            <a:pPr marL="457200" indent="-457200">
              <a:buFont typeface="Arial" panose="020B0604020202020204" pitchFamily="34" charset="0"/>
              <a:buChar char="•"/>
            </a:pPr>
            <a:r>
              <a:rPr lang="en-US" sz="3200" dirty="0"/>
              <a:t>Page Fault: Page not in RAM, load from disk</a:t>
            </a:r>
          </a:p>
          <a:p>
            <a:pPr marL="457200" indent="-457200">
              <a:buFont typeface="Arial" panose="020B0604020202020204" pitchFamily="34" charset="0"/>
              <a:buChar char="•"/>
            </a:pPr>
            <a:r>
              <a:rPr lang="en-US" sz="3200" dirty="0"/>
              <a:t>Page Replacement Algorithms: LRU, FIFO, etc.</a:t>
            </a:r>
          </a:p>
        </p:txBody>
      </p:sp>
    </p:spTree>
    <p:extLst>
      <p:ext uri="{BB962C8B-B14F-4D97-AF65-F5344CB8AC3E}">
        <p14:creationId xmlns:p14="http://schemas.microsoft.com/office/powerpoint/2010/main" val="323249896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8F604-EA56-F18A-AC24-14944BE464FB}"/>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47E6D9C-FAD8-9DC3-F429-F540DAE6CF9E}"/>
              </a:ext>
            </a:extLst>
          </p:cNvPr>
          <p:cNvSpPr>
            <a:spLocks noGrp="1"/>
          </p:cNvSpPr>
          <p:nvPr>
            <p:ph type="dt" sz="half" idx="10"/>
          </p:nvPr>
        </p:nvSpPr>
        <p:spPr/>
        <p:txBody>
          <a:bodyPr/>
          <a:lstStyle/>
          <a:p>
            <a:fld id="{3542DDF3-DFC5-468C-8EA3-4C76DC0147E9}" type="datetime2">
              <a:rPr lang="en-US" smtClean="0"/>
              <a:t>Monday, September 1, 2025</a:t>
            </a:fld>
            <a:endParaRPr lang="en-US"/>
          </a:p>
        </p:txBody>
      </p:sp>
      <p:sp>
        <p:nvSpPr>
          <p:cNvPr id="3" name="Footer Placeholder 2">
            <a:extLst>
              <a:ext uri="{FF2B5EF4-FFF2-40B4-BE49-F238E27FC236}">
                <a16:creationId xmlns:a16="http://schemas.microsoft.com/office/drawing/2014/main" id="{037197DA-0956-8696-FA74-0E08E6E15B36}"/>
              </a:ext>
            </a:extLst>
          </p:cNvPr>
          <p:cNvSpPr>
            <a:spLocks noGrp="1"/>
          </p:cNvSpPr>
          <p:nvPr>
            <p:ph type="ftr" sz="quarter" idx="11"/>
          </p:nvPr>
        </p:nvSpPr>
        <p:spPr/>
        <p:txBody>
          <a:bodyPr/>
          <a:lstStyle/>
          <a:p>
            <a:r>
              <a:rPr lang="pt-BR"/>
              <a:t>Mr. Minhaj Nezami            BCSE0403 OS                Unit-4</a:t>
            </a:r>
            <a:endParaRPr lang="en-US" dirty="0"/>
          </a:p>
        </p:txBody>
      </p:sp>
      <p:sp>
        <p:nvSpPr>
          <p:cNvPr id="4" name="Slide Number Placeholder 3">
            <a:extLst>
              <a:ext uri="{FF2B5EF4-FFF2-40B4-BE49-F238E27FC236}">
                <a16:creationId xmlns:a16="http://schemas.microsoft.com/office/drawing/2014/main" id="{F54BBAF3-6603-0F2A-0C59-E756394F0382}"/>
              </a:ext>
            </a:extLst>
          </p:cNvPr>
          <p:cNvSpPr>
            <a:spLocks noGrp="1"/>
          </p:cNvSpPr>
          <p:nvPr>
            <p:ph type="sldNum" sz="quarter" idx="12"/>
          </p:nvPr>
        </p:nvSpPr>
        <p:spPr/>
        <p:txBody>
          <a:bodyPr/>
          <a:lstStyle/>
          <a:p>
            <a:fld id="{B6F15528-21DE-4FAA-801E-634DDDAF4B2B}" type="slidenum">
              <a:rPr lang="en-US" smtClean="0"/>
              <a:pPr/>
              <a:t>99</a:t>
            </a:fld>
            <a:endParaRPr lang="en-US"/>
          </a:p>
        </p:txBody>
      </p:sp>
      <p:sp>
        <p:nvSpPr>
          <p:cNvPr id="5" name="Title 1">
            <a:extLst>
              <a:ext uri="{FF2B5EF4-FFF2-40B4-BE49-F238E27FC236}">
                <a16:creationId xmlns:a16="http://schemas.microsoft.com/office/drawing/2014/main" id="{3305064B-5AEC-27D4-3040-71DE5DD56D52}"/>
              </a:ext>
            </a:extLst>
          </p:cNvPr>
          <p:cNvSpPr txBox="1">
            <a:spLocks/>
          </p:cNvSpPr>
          <p:nvPr/>
        </p:nvSpPr>
        <p:spPr>
          <a:xfrm>
            <a:off x="2133600" y="3"/>
            <a:ext cx="100584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nSpc>
                <a:spcPct val="150000"/>
              </a:lnSpc>
            </a:pPr>
            <a:r>
              <a:rPr lang="en-US" sz="3200" dirty="0">
                <a:solidFill>
                  <a:schemeClr val="dk1"/>
                </a:solidFill>
              </a:rPr>
              <a:t>Case Study</a:t>
            </a:r>
          </a:p>
        </p:txBody>
      </p:sp>
      <p:pic>
        <p:nvPicPr>
          <p:cNvPr id="6" name="Picture 5" descr="A black and red logo&#10;&#10;Description automatically generated">
            <a:extLst>
              <a:ext uri="{FF2B5EF4-FFF2-40B4-BE49-F238E27FC236}">
                <a16:creationId xmlns:a16="http://schemas.microsoft.com/office/drawing/2014/main" id="{1DD90982-5A62-2BDE-9BAE-25825C4633E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33600" cy="1055216"/>
          </a:xfrm>
          <a:prstGeom prst="rect">
            <a:avLst/>
          </a:prstGeom>
        </p:spPr>
      </p:pic>
      <p:sp>
        <p:nvSpPr>
          <p:cNvPr id="8" name="TextBox 7">
            <a:extLst>
              <a:ext uri="{FF2B5EF4-FFF2-40B4-BE49-F238E27FC236}">
                <a16:creationId xmlns:a16="http://schemas.microsoft.com/office/drawing/2014/main" id="{00869F1D-27F3-429B-F35E-9D9E933C8959}"/>
              </a:ext>
            </a:extLst>
          </p:cNvPr>
          <p:cNvSpPr txBox="1"/>
          <p:nvPr/>
        </p:nvSpPr>
        <p:spPr>
          <a:xfrm>
            <a:off x="2209800" y="1447800"/>
            <a:ext cx="8458200" cy="4524315"/>
          </a:xfrm>
          <a:prstGeom prst="rect">
            <a:avLst/>
          </a:prstGeom>
          <a:noFill/>
        </p:spPr>
        <p:txBody>
          <a:bodyPr wrap="square">
            <a:spAutoFit/>
          </a:bodyPr>
          <a:lstStyle/>
          <a:p>
            <a:r>
              <a:rPr lang="en-IN" sz="3200" b="1" dirty="0"/>
              <a:t>Impact of Paging</a:t>
            </a:r>
            <a:endParaRPr lang="en-US" sz="3200" b="1" dirty="0"/>
          </a:p>
          <a:p>
            <a:r>
              <a:rPr lang="en-US" sz="3200" b="1" dirty="0"/>
              <a:t>Benefits:</a:t>
            </a:r>
          </a:p>
          <a:p>
            <a:r>
              <a:rPr lang="en-US" sz="3200" dirty="0"/>
              <a:t>• Multitasking</a:t>
            </a:r>
          </a:p>
          <a:p>
            <a:r>
              <a:rPr lang="en-US" sz="3200" dirty="0"/>
              <a:t>• Security and memory isolation</a:t>
            </a:r>
          </a:p>
          <a:p>
            <a:r>
              <a:rPr lang="en-US" sz="3200" dirty="0"/>
              <a:t>• Flexibility in memory usage</a:t>
            </a:r>
          </a:p>
          <a:p>
            <a:r>
              <a:rPr lang="en-US" sz="3200" b="1" dirty="0"/>
              <a:t>Drawbacks:</a:t>
            </a:r>
          </a:p>
          <a:p>
            <a:r>
              <a:rPr lang="en-US" sz="3200" dirty="0"/>
              <a:t>• Page faults slow down performance</a:t>
            </a:r>
          </a:p>
          <a:p>
            <a:r>
              <a:rPr lang="en-US" sz="3200" dirty="0"/>
              <a:t>• Thrashing reduces system responsiveness</a:t>
            </a:r>
          </a:p>
          <a:p>
            <a:r>
              <a:rPr lang="en-US" sz="3200" dirty="0"/>
              <a:t>• Disk I/O bottlenecks on HDDs</a:t>
            </a:r>
          </a:p>
        </p:txBody>
      </p:sp>
    </p:spTree>
    <p:extLst>
      <p:ext uri="{BB962C8B-B14F-4D97-AF65-F5344CB8AC3E}">
        <p14:creationId xmlns:p14="http://schemas.microsoft.com/office/powerpoint/2010/main" val="60689483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4074A-E8B5-47AF-377B-76B783930917}"/>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187F65AA-FD4E-C60D-AF7B-1C6025ADF5A7}"/>
              </a:ext>
            </a:extLst>
          </p:cNvPr>
          <p:cNvSpPr>
            <a:spLocks noGrp="1"/>
          </p:cNvSpPr>
          <p:nvPr>
            <p:ph type="dt" sz="half" idx="10"/>
          </p:nvPr>
        </p:nvSpPr>
        <p:spPr/>
        <p:txBody>
          <a:bodyPr/>
          <a:lstStyle/>
          <a:p>
            <a:fld id="{3542DDF3-DFC5-468C-8EA3-4C76DC0147E9}" type="datetime2">
              <a:rPr lang="en-US" smtClean="0"/>
              <a:t>Monday, September 1, 2025</a:t>
            </a:fld>
            <a:endParaRPr lang="en-US"/>
          </a:p>
        </p:txBody>
      </p:sp>
      <p:sp>
        <p:nvSpPr>
          <p:cNvPr id="3" name="Footer Placeholder 2">
            <a:extLst>
              <a:ext uri="{FF2B5EF4-FFF2-40B4-BE49-F238E27FC236}">
                <a16:creationId xmlns:a16="http://schemas.microsoft.com/office/drawing/2014/main" id="{BC402CCB-913F-0078-2BDD-11C93B2423A4}"/>
              </a:ext>
            </a:extLst>
          </p:cNvPr>
          <p:cNvSpPr>
            <a:spLocks noGrp="1"/>
          </p:cNvSpPr>
          <p:nvPr>
            <p:ph type="ftr" sz="quarter" idx="11"/>
          </p:nvPr>
        </p:nvSpPr>
        <p:spPr/>
        <p:txBody>
          <a:bodyPr/>
          <a:lstStyle/>
          <a:p>
            <a:r>
              <a:rPr lang="pt-BR"/>
              <a:t>Mr. Minhaj Nezami            BCSE0403 OS                Unit-4</a:t>
            </a:r>
            <a:endParaRPr lang="en-US" dirty="0"/>
          </a:p>
        </p:txBody>
      </p:sp>
      <p:sp>
        <p:nvSpPr>
          <p:cNvPr id="4" name="Slide Number Placeholder 3">
            <a:extLst>
              <a:ext uri="{FF2B5EF4-FFF2-40B4-BE49-F238E27FC236}">
                <a16:creationId xmlns:a16="http://schemas.microsoft.com/office/drawing/2014/main" id="{8F1121BE-25C9-9D28-92A0-E043D7E11FC8}"/>
              </a:ext>
            </a:extLst>
          </p:cNvPr>
          <p:cNvSpPr>
            <a:spLocks noGrp="1"/>
          </p:cNvSpPr>
          <p:nvPr>
            <p:ph type="sldNum" sz="quarter" idx="12"/>
          </p:nvPr>
        </p:nvSpPr>
        <p:spPr/>
        <p:txBody>
          <a:bodyPr/>
          <a:lstStyle/>
          <a:p>
            <a:fld id="{B6F15528-21DE-4FAA-801E-634DDDAF4B2B}" type="slidenum">
              <a:rPr lang="en-US" smtClean="0"/>
              <a:pPr/>
              <a:t>100</a:t>
            </a:fld>
            <a:endParaRPr lang="en-US"/>
          </a:p>
        </p:txBody>
      </p:sp>
      <p:sp>
        <p:nvSpPr>
          <p:cNvPr id="5" name="Title 1">
            <a:extLst>
              <a:ext uri="{FF2B5EF4-FFF2-40B4-BE49-F238E27FC236}">
                <a16:creationId xmlns:a16="http://schemas.microsoft.com/office/drawing/2014/main" id="{4CD4B141-8E37-AE1B-AE1C-C872651B31EB}"/>
              </a:ext>
            </a:extLst>
          </p:cNvPr>
          <p:cNvSpPr txBox="1">
            <a:spLocks/>
          </p:cNvSpPr>
          <p:nvPr/>
        </p:nvSpPr>
        <p:spPr>
          <a:xfrm>
            <a:off x="2133600" y="3"/>
            <a:ext cx="100584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nSpc>
                <a:spcPct val="150000"/>
              </a:lnSpc>
            </a:pPr>
            <a:r>
              <a:rPr lang="en-US" sz="3200" dirty="0">
                <a:solidFill>
                  <a:schemeClr val="dk1"/>
                </a:solidFill>
              </a:rPr>
              <a:t>Case Study</a:t>
            </a:r>
          </a:p>
        </p:txBody>
      </p:sp>
      <p:pic>
        <p:nvPicPr>
          <p:cNvPr id="6" name="Picture 5" descr="A black and red logo&#10;&#10;Description automatically generated">
            <a:extLst>
              <a:ext uri="{FF2B5EF4-FFF2-40B4-BE49-F238E27FC236}">
                <a16:creationId xmlns:a16="http://schemas.microsoft.com/office/drawing/2014/main" id="{29498D52-AF30-848D-64C4-9399870194A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33600" cy="1055216"/>
          </a:xfrm>
          <a:prstGeom prst="rect">
            <a:avLst/>
          </a:prstGeom>
        </p:spPr>
      </p:pic>
      <p:sp>
        <p:nvSpPr>
          <p:cNvPr id="8" name="TextBox 7">
            <a:extLst>
              <a:ext uri="{FF2B5EF4-FFF2-40B4-BE49-F238E27FC236}">
                <a16:creationId xmlns:a16="http://schemas.microsoft.com/office/drawing/2014/main" id="{CA9C495E-F71B-1D29-9A2C-90B927B84683}"/>
              </a:ext>
            </a:extLst>
          </p:cNvPr>
          <p:cNvSpPr txBox="1"/>
          <p:nvPr/>
        </p:nvSpPr>
        <p:spPr>
          <a:xfrm>
            <a:off x="2057400" y="1752600"/>
            <a:ext cx="9372600" cy="4524315"/>
          </a:xfrm>
          <a:prstGeom prst="rect">
            <a:avLst/>
          </a:prstGeom>
          <a:noFill/>
        </p:spPr>
        <p:txBody>
          <a:bodyPr wrap="square">
            <a:spAutoFit/>
          </a:bodyPr>
          <a:lstStyle/>
          <a:p>
            <a:r>
              <a:rPr lang="en-IN" sz="3200" b="1" dirty="0"/>
              <a:t>Real-World Scenario</a:t>
            </a:r>
            <a:endParaRPr lang="en-US" sz="3200" b="1" dirty="0">
              <a:solidFill>
                <a:schemeClr val="dk1"/>
              </a:solidFill>
            </a:endParaRPr>
          </a:p>
          <a:p>
            <a:endParaRPr lang="en-IN" sz="3200" dirty="0"/>
          </a:p>
          <a:p>
            <a:pPr marL="457200" indent="-457200">
              <a:buFont typeface="Arial" panose="020B0604020202020204" pitchFamily="34" charset="0"/>
              <a:buChar char="•"/>
            </a:pPr>
            <a:r>
              <a:rPr lang="en-IN" sz="3200" dirty="0"/>
              <a:t>User runs Chrome, Photoshop, Visual Studio, and a game</a:t>
            </a:r>
          </a:p>
          <a:p>
            <a:pPr marL="457200" indent="-457200">
              <a:buFont typeface="Arial" panose="020B0604020202020204" pitchFamily="34" charset="0"/>
              <a:buChar char="•"/>
            </a:pPr>
            <a:r>
              <a:rPr lang="en-IN" sz="3200" dirty="0"/>
              <a:t>RAM: 8 GB; Page file: 8 GB</a:t>
            </a:r>
          </a:p>
          <a:p>
            <a:pPr marL="457200" indent="-457200">
              <a:buFont typeface="Arial" panose="020B0604020202020204" pitchFamily="34" charset="0"/>
              <a:buChar char="•"/>
            </a:pPr>
            <a:r>
              <a:rPr lang="en-IN" sz="3200" dirty="0"/>
              <a:t>High page fault rate</a:t>
            </a:r>
          </a:p>
          <a:p>
            <a:pPr marL="457200" indent="-457200">
              <a:buFont typeface="Arial" panose="020B0604020202020204" pitchFamily="34" charset="0"/>
              <a:buChar char="•"/>
            </a:pPr>
            <a:r>
              <a:rPr lang="en-IN" sz="3200" dirty="0"/>
              <a:t>Application lag and freezes</a:t>
            </a:r>
          </a:p>
          <a:p>
            <a:pPr marL="457200" indent="-457200">
              <a:buFont typeface="Arial" panose="020B0604020202020204" pitchFamily="34" charset="0"/>
              <a:buChar char="•"/>
            </a:pPr>
            <a:r>
              <a:rPr lang="en-IN" sz="3200" dirty="0"/>
              <a:t>Upgrade to 16 GB RAM or SSD improves performance</a:t>
            </a:r>
          </a:p>
        </p:txBody>
      </p:sp>
    </p:spTree>
    <p:extLst>
      <p:ext uri="{BB962C8B-B14F-4D97-AF65-F5344CB8AC3E}">
        <p14:creationId xmlns:p14="http://schemas.microsoft.com/office/powerpoint/2010/main" val="127196203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FB71D-7C23-E463-8498-438D8F01D693}"/>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16FCF23F-D00C-5AD9-AC48-E9B8AE6740A7}"/>
              </a:ext>
            </a:extLst>
          </p:cNvPr>
          <p:cNvSpPr>
            <a:spLocks noGrp="1"/>
          </p:cNvSpPr>
          <p:nvPr>
            <p:ph type="dt" sz="half" idx="10"/>
          </p:nvPr>
        </p:nvSpPr>
        <p:spPr/>
        <p:txBody>
          <a:bodyPr/>
          <a:lstStyle/>
          <a:p>
            <a:fld id="{3542DDF3-DFC5-468C-8EA3-4C76DC0147E9}" type="datetime2">
              <a:rPr lang="en-US" smtClean="0"/>
              <a:t>Monday, September 1, 2025</a:t>
            </a:fld>
            <a:endParaRPr lang="en-US"/>
          </a:p>
        </p:txBody>
      </p:sp>
      <p:sp>
        <p:nvSpPr>
          <p:cNvPr id="3" name="Footer Placeholder 2">
            <a:extLst>
              <a:ext uri="{FF2B5EF4-FFF2-40B4-BE49-F238E27FC236}">
                <a16:creationId xmlns:a16="http://schemas.microsoft.com/office/drawing/2014/main" id="{1FBEB823-3D47-F69A-BE8E-3F6D2341845F}"/>
              </a:ext>
            </a:extLst>
          </p:cNvPr>
          <p:cNvSpPr>
            <a:spLocks noGrp="1"/>
          </p:cNvSpPr>
          <p:nvPr>
            <p:ph type="ftr" sz="quarter" idx="11"/>
          </p:nvPr>
        </p:nvSpPr>
        <p:spPr/>
        <p:txBody>
          <a:bodyPr/>
          <a:lstStyle/>
          <a:p>
            <a:r>
              <a:rPr lang="pt-BR"/>
              <a:t>Mr. Minhaj Nezami            BCSE0403 OS                Unit-4</a:t>
            </a:r>
            <a:endParaRPr lang="en-US" dirty="0"/>
          </a:p>
        </p:txBody>
      </p:sp>
      <p:sp>
        <p:nvSpPr>
          <p:cNvPr id="4" name="Slide Number Placeholder 3">
            <a:extLst>
              <a:ext uri="{FF2B5EF4-FFF2-40B4-BE49-F238E27FC236}">
                <a16:creationId xmlns:a16="http://schemas.microsoft.com/office/drawing/2014/main" id="{63EFE517-7596-2F1F-9B67-4D2468F572DF}"/>
              </a:ext>
            </a:extLst>
          </p:cNvPr>
          <p:cNvSpPr>
            <a:spLocks noGrp="1"/>
          </p:cNvSpPr>
          <p:nvPr>
            <p:ph type="sldNum" sz="quarter" idx="12"/>
          </p:nvPr>
        </p:nvSpPr>
        <p:spPr/>
        <p:txBody>
          <a:bodyPr/>
          <a:lstStyle/>
          <a:p>
            <a:fld id="{B6F15528-21DE-4FAA-801E-634DDDAF4B2B}" type="slidenum">
              <a:rPr lang="en-US" smtClean="0"/>
              <a:pPr/>
              <a:t>101</a:t>
            </a:fld>
            <a:endParaRPr lang="en-US"/>
          </a:p>
        </p:txBody>
      </p:sp>
      <p:sp>
        <p:nvSpPr>
          <p:cNvPr id="5" name="Title 1">
            <a:extLst>
              <a:ext uri="{FF2B5EF4-FFF2-40B4-BE49-F238E27FC236}">
                <a16:creationId xmlns:a16="http://schemas.microsoft.com/office/drawing/2014/main" id="{D682D0CF-0CD3-33C3-1EAB-A67B981C1A41}"/>
              </a:ext>
            </a:extLst>
          </p:cNvPr>
          <p:cNvSpPr txBox="1">
            <a:spLocks/>
          </p:cNvSpPr>
          <p:nvPr/>
        </p:nvSpPr>
        <p:spPr>
          <a:xfrm>
            <a:off x="2133600" y="3"/>
            <a:ext cx="100584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nSpc>
                <a:spcPct val="150000"/>
              </a:lnSpc>
            </a:pPr>
            <a:r>
              <a:rPr lang="en-US" sz="3200" dirty="0">
                <a:solidFill>
                  <a:schemeClr val="dk1"/>
                </a:solidFill>
              </a:rPr>
              <a:t>Case Study</a:t>
            </a:r>
          </a:p>
        </p:txBody>
      </p:sp>
      <p:pic>
        <p:nvPicPr>
          <p:cNvPr id="6" name="Picture 5" descr="A black and red logo&#10;&#10;Description automatically generated">
            <a:extLst>
              <a:ext uri="{FF2B5EF4-FFF2-40B4-BE49-F238E27FC236}">
                <a16:creationId xmlns:a16="http://schemas.microsoft.com/office/drawing/2014/main" id="{CBF3A747-D0D9-A714-F8A2-3B0BA609B89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33600" cy="1055216"/>
          </a:xfrm>
          <a:prstGeom prst="rect">
            <a:avLst/>
          </a:prstGeom>
        </p:spPr>
      </p:pic>
      <p:sp>
        <p:nvSpPr>
          <p:cNvPr id="8" name="TextBox 7">
            <a:extLst>
              <a:ext uri="{FF2B5EF4-FFF2-40B4-BE49-F238E27FC236}">
                <a16:creationId xmlns:a16="http://schemas.microsoft.com/office/drawing/2014/main" id="{611EB8B4-89FE-0DA6-7A33-D7F828B90A08}"/>
              </a:ext>
            </a:extLst>
          </p:cNvPr>
          <p:cNvSpPr txBox="1"/>
          <p:nvPr/>
        </p:nvSpPr>
        <p:spPr>
          <a:xfrm>
            <a:off x="2362200" y="1676401"/>
            <a:ext cx="8229600" cy="3539430"/>
          </a:xfrm>
          <a:prstGeom prst="rect">
            <a:avLst/>
          </a:prstGeom>
          <a:noFill/>
        </p:spPr>
        <p:txBody>
          <a:bodyPr wrap="square">
            <a:spAutoFit/>
          </a:bodyPr>
          <a:lstStyle/>
          <a:p>
            <a:r>
              <a:rPr lang="en-IN" sz="3200" b="1" dirty="0"/>
              <a:t>Optimization Tips</a:t>
            </a:r>
            <a:endParaRPr lang="en-US" sz="3200" dirty="0"/>
          </a:p>
          <a:p>
            <a:endParaRPr lang="en-US" sz="3200" dirty="0"/>
          </a:p>
          <a:p>
            <a:pPr marL="457200" indent="-457200">
              <a:buFont typeface="Arial" panose="020B0604020202020204" pitchFamily="34" charset="0"/>
              <a:buChar char="•"/>
            </a:pPr>
            <a:r>
              <a:rPr lang="en-US" sz="3200" dirty="0"/>
              <a:t>Increase physical RAM</a:t>
            </a:r>
          </a:p>
          <a:p>
            <a:pPr marL="457200" indent="-457200">
              <a:buFont typeface="Arial" panose="020B0604020202020204" pitchFamily="34" charset="0"/>
              <a:buChar char="•"/>
            </a:pPr>
            <a:r>
              <a:rPr lang="en-US" sz="3200" dirty="0"/>
              <a:t>Use SSD for faster paging</a:t>
            </a:r>
          </a:p>
          <a:p>
            <a:pPr marL="457200" indent="-457200">
              <a:buFont typeface="Arial" panose="020B0604020202020204" pitchFamily="34" charset="0"/>
              <a:buChar char="•"/>
            </a:pPr>
            <a:r>
              <a:rPr lang="en-US" sz="3200" dirty="0"/>
              <a:t>Manually configure page file size</a:t>
            </a:r>
          </a:p>
          <a:p>
            <a:pPr marL="457200" indent="-457200">
              <a:buFont typeface="Arial" panose="020B0604020202020204" pitchFamily="34" charset="0"/>
              <a:buChar char="•"/>
            </a:pPr>
            <a:r>
              <a:rPr lang="en-US" sz="3200" dirty="0"/>
              <a:t>Monitor memory usage</a:t>
            </a:r>
          </a:p>
          <a:p>
            <a:pPr marL="457200" indent="-457200">
              <a:buFont typeface="Arial" panose="020B0604020202020204" pitchFamily="34" charset="0"/>
              <a:buChar char="•"/>
            </a:pPr>
            <a:r>
              <a:rPr lang="en-US" sz="3200" dirty="0"/>
              <a:t>Close unused background apps</a:t>
            </a:r>
          </a:p>
        </p:txBody>
      </p:sp>
    </p:spTree>
    <p:extLst>
      <p:ext uri="{BB962C8B-B14F-4D97-AF65-F5344CB8AC3E}">
        <p14:creationId xmlns:p14="http://schemas.microsoft.com/office/powerpoint/2010/main" val="165673149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A30E4-C6A9-0E1C-5054-DBCA4408E649}"/>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1EB18569-B855-678E-EA86-D18047495EBC}"/>
              </a:ext>
            </a:extLst>
          </p:cNvPr>
          <p:cNvSpPr>
            <a:spLocks noGrp="1"/>
          </p:cNvSpPr>
          <p:nvPr>
            <p:ph type="dt" sz="half" idx="10"/>
          </p:nvPr>
        </p:nvSpPr>
        <p:spPr/>
        <p:txBody>
          <a:bodyPr/>
          <a:lstStyle/>
          <a:p>
            <a:fld id="{3542DDF3-DFC5-468C-8EA3-4C76DC0147E9}" type="datetime2">
              <a:rPr lang="en-US" smtClean="0"/>
              <a:t>Monday, September 1, 2025</a:t>
            </a:fld>
            <a:endParaRPr lang="en-US"/>
          </a:p>
        </p:txBody>
      </p:sp>
      <p:sp>
        <p:nvSpPr>
          <p:cNvPr id="3" name="Footer Placeholder 2">
            <a:extLst>
              <a:ext uri="{FF2B5EF4-FFF2-40B4-BE49-F238E27FC236}">
                <a16:creationId xmlns:a16="http://schemas.microsoft.com/office/drawing/2014/main" id="{D1940DD0-8974-C17E-BBA9-71B98BBBDAF7}"/>
              </a:ext>
            </a:extLst>
          </p:cNvPr>
          <p:cNvSpPr>
            <a:spLocks noGrp="1"/>
          </p:cNvSpPr>
          <p:nvPr>
            <p:ph type="ftr" sz="quarter" idx="11"/>
          </p:nvPr>
        </p:nvSpPr>
        <p:spPr/>
        <p:txBody>
          <a:bodyPr/>
          <a:lstStyle/>
          <a:p>
            <a:r>
              <a:rPr lang="pt-BR"/>
              <a:t>Mr. Minhaj Nezami            BCSE0403 OS                Unit-4</a:t>
            </a:r>
            <a:endParaRPr lang="en-US" dirty="0"/>
          </a:p>
        </p:txBody>
      </p:sp>
      <p:sp>
        <p:nvSpPr>
          <p:cNvPr id="4" name="Slide Number Placeholder 3">
            <a:extLst>
              <a:ext uri="{FF2B5EF4-FFF2-40B4-BE49-F238E27FC236}">
                <a16:creationId xmlns:a16="http://schemas.microsoft.com/office/drawing/2014/main" id="{2DE61206-9A92-FED4-3084-48CD23FFCB60}"/>
              </a:ext>
            </a:extLst>
          </p:cNvPr>
          <p:cNvSpPr>
            <a:spLocks noGrp="1"/>
          </p:cNvSpPr>
          <p:nvPr>
            <p:ph type="sldNum" sz="quarter" idx="12"/>
          </p:nvPr>
        </p:nvSpPr>
        <p:spPr/>
        <p:txBody>
          <a:bodyPr/>
          <a:lstStyle/>
          <a:p>
            <a:fld id="{B6F15528-21DE-4FAA-801E-634DDDAF4B2B}" type="slidenum">
              <a:rPr lang="en-US" smtClean="0"/>
              <a:pPr/>
              <a:t>102</a:t>
            </a:fld>
            <a:endParaRPr lang="en-US"/>
          </a:p>
        </p:txBody>
      </p:sp>
      <p:sp>
        <p:nvSpPr>
          <p:cNvPr id="5" name="Title 1">
            <a:extLst>
              <a:ext uri="{FF2B5EF4-FFF2-40B4-BE49-F238E27FC236}">
                <a16:creationId xmlns:a16="http://schemas.microsoft.com/office/drawing/2014/main" id="{F9271039-ED95-163C-C35D-6E66E093240B}"/>
              </a:ext>
            </a:extLst>
          </p:cNvPr>
          <p:cNvSpPr txBox="1">
            <a:spLocks/>
          </p:cNvSpPr>
          <p:nvPr/>
        </p:nvSpPr>
        <p:spPr>
          <a:xfrm>
            <a:off x="2133600" y="3"/>
            <a:ext cx="10058400" cy="105521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nSpc>
                <a:spcPct val="150000"/>
              </a:lnSpc>
            </a:pPr>
            <a:r>
              <a:rPr lang="en-IN" sz="3200" dirty="0"/>
              <a:t>Case Study</a:t>
            </a:r>
            <a:endParaRPr lang="en-US" sz="3200" b="1" dirty="0">
              <a:solidFill>
                <a:schemeClr val="dk1"/>
              </a:solidFill>
            </a:endParaRPr>
          </a:p>
        </p:txBody>
      </p:sp>
      <p:pic>
        <p:nvPicPr>
          <p:cNvPr id="6" name="Picture 5" descr="A black and red logo&#10;&#10;Description automatically generated">
            <a:extLst>
              <a:ext uri="{FF2B5EF4-FFF2-40B4-BE49-F238E27FC236}">
                <a16:creationId xmlns:a16="http://schemas.microsoft.com/office/drawing/2014/main" id="{E714F8A2-E0CE-79DA-7C23-8CB24C8167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33600" cy="1055216"/>
          </a:xfrm>
          <a:prstGeom prst="rect">
            <a:avLst/>
          </a:prstGeom>
        </p:spPr>
      </p:pic>
      <p:sp>
        <p:nvSpPr>
          <p:cNvPr id="8" name="TextBox 7">
            <a:extLst>
              <a:ext uri="{FF2B5EF4-FFF2-40B4-BE49-F238E27FC236}">
                <a16:creationId xmlns:a16="http://schemas.microsoft.com/office/drawing/2014/main" id="{AE8D89C4-0943-D09B-0545-52DE56EB8029}"/>
              </a:ext>
            </a:extLst>
          </p:cNvPr>
          <p:cNvSpPr txBox="1"/>
          <p:nvPr/>
        </p:nvSpPr>
        <p:spPr>
          <a:xfrm>
            <a:off x="2133600" y="1828800"/>
            <a:ext cx="9448800" cy="2554545"/>
          </a:xfrm>
          <a:prstGeom prst="rect">
            <a:avLst/>
          </a:prstGeom>
          <a:noFill/>
        </p:spPr>
        <p:txBody>
          <a:bodyPr wrap="square">
            <a:spAutoFit/>
          </a:bodyPr>
          <a:lstStyle/>
          <a:p>
            <a:r>
              <a:rPr lang="en-US" sz="3200" b="1" dirty="0"/>
              <a:t>Conclusion</a:t>
            </a:r>
          </a:p>
          <a:p>
            <a:endParaRPr lang="en-US" sz="3200" dirty="0"/>
          </a:p>
          <a:p>
            <a:pPr marL="457200" indent="-457200">
              <a:buFont typeface="Arial" panose="020B0604020202020204" pitchFamily="34" charset="0"/>
              <a:buChar char="•"/>
            </a:pPr>
            <a:r>
              <a:rPr lang="en-US" sz="3200" dirty="0"/>
              <a:t>Virtual memory enables stability and flexibility</a:t>
            </a:r>
          </a:p>
          <a:p>
            <a:pPr marL="457200" indent="-457200">
              <a:buFont typeface="Arial" panose="020B0604020202020204" pitchFamily="34" charset="0"/>
              <a:buChar char="•"/>
            </a:pPr>
            <a:r>
              <a:rPr lang="en-US" sz="3200" dirty="0"/>
              <a:t>Excessive paging degrades performance</a:t>
            </a:r>
          </a:p>
          <a:p>
            <a:pPr marL="457200" indent="-457200">
              <a:buFont typeface="Arial" panose="020B0604020202020204" pitchFamily="34" charset="0"/>
              <a:buChar char="•"/>
            </a:pPr>
            <a:r>
              <a:rPr lang="en-US" sz="3200" dirty="0"/>
              <a:t>Optimization helps maintain system responsiveness</a:t>
            </a:r>
          </a:p>
        </p:txBody>
      </p:sp>
    </p:spTree>
    <p:extLst>
      <p:ext uri="{BB962C8B-B14F-4D97-AF65-F5344CB8AC3E}">
        <p14:creationId xmlns:p14="http://schemas.microsoft.com/office/powerpoint/2010/main" val="11761892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36887-0A86-3EDE-ADCF-8D416DF51CF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14AC9E8-1A6A-3ECF-19E6-9D30EED338AE}"/>
              </a:ext>
            </a:extLst>
          </p:cNvPr>
          <p:cNvSpPr>
            <a:spLocks noGrp="1"/>
          </p:cNvSpPr>
          <p:nvPr>
            <p:ph type="dt" sz="half" idx="10"/>
          </p:nvPr>
        </p:nvSpPr>
        <p:spPr/>
        <p:txBody>
          <a:bodyPr/>
          <a:lstStyle/>
          <a:p>
            <a:fld id="{FE503C58-EEB2-46CF-8CFB-FA0FD6A092A1}" type="datetime2">
              <a:rPr lang="en-US" smtClean="0"/>
              <a:t>Monday, September 1, 2025</a:t>
            </a:fld>
            <a:endParaRPr lang="en-US"/>
          </a:p>
        </p:txBody>
      </p:sp>
      <p:sp>
        <p:nvSpPr>
          <p:cNvPr id="5" name="Footer Placeholder 4">
            <a:extLst>
              <a:ext uri="{FF2B5EF4-FFF2-40B4-BE49-F238E27FC236}">
                <a16:creationId xmlns:a16="http://schemas.microsoft.com/office/drawing/2014/main" id="{CDAB5678-BC80-09AB-1CB3-3FDFBA893437}"/>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375165C1-8286-FA53-8FBB-FD430A6B7DDE}"/>
              </a:ext>
            </a:extLst>
          </p:cNvPr>
          <p:cNvSpPr>
            <a:spLocks noGrp="1"/>
          </p:cNvSpPr>
          <p:nvPr>
            <p:ph type="sldNum" sz="quarter" idx="12"/>
          </p:nvPr>
        </p:nvSpPr>
        <p:spPr/>
        <p:txBody>
          <a:bodyPr/>
          <a:lstStyle/>
          <a:p>
            <a:fld id="{B6F15528-21DE-4FAA-801E-634DDDAF4B2B}" type="slidenum">
              <a:rPr lang="en-US" smtClean="0"/>
              <a:pPr/>
              <a:t>103</a:t>
            </a:fld>
            <a:endParaRPr lang="en-US" dirty="0"/>
          </a:p>
        </p:txBody>
      </p:sp>
      <p:sp>
        <p:nvSpPr>
          <p:cNvPr id="7" name="Title 1">
            <a:extLst>
              <a:ext uri="{FF2B5EF4-FFF2-40B4-BE49-F238E27FC236}">
                <a16:creationId xmlns:a16="http://schemas.microsoft.com/office/drawing/2014/main" id="{D52AE9F8-EB66-45BB-C0CF-942DEA031FFA}"/>
              </a:ext>
            </a:extLst>
          </p:cNvPr>
          <p:cNvSpPr txBox="1">
            <a:spLocks/>
          </p:cNvSpPr>
          <p:nvPr/>
        </p:nvSpPr>
        <p:spPr>
          <a:xfrm>
            <a:off x="1981200" y="2"/>
            <a:ext cx="10210800" cy="126893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defRPr/>
            </a:pPr>
            <a:r>
              <a:rPr lang="en-US" sz="3200" dirty="0">
                <a:solidFill>
                  <a:schemeClr val="dk1"/>
                </a:solidFill>
              </a:rPr>
              <a:t>Faculty Video Links, YouTube &amp; NPTEL Video Links and Online Courses Details  </a:t>
            </a:r>
          </a:p>
        </p:txBody>
      </p:sp>
      <p:pic>
        <p:nvPicPr>
          <p:cNvPr id="2" name="Picture 1" descr="A black and red logo&#10;&#10;Description automatically generated">
            <a:extLst>
              <a:ext uri="{FF2B5EF4-FFF2-40B4-BE49-F238E27FC236}">
                <a16:creationId xmlns:a16="http://schemas.microsoft.com/office/drawing/2014/main" id="{11DD83CA-1B91-305A-6A69-CCC6ABB220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1" name="TextBox 110">
            <a:extLst>
              <a:ext uri="{FF2B5EF4-FFF2-40B4-BE49-F238E27FC236}">
                <a16:creationId xmlns:a16="http://schemas.microsoft.com/office/drawing/2014/main" id="{22620216-5C3A-59B9-C170-003A01CA7104}"/>
              </a:ext>
            </a:extLst>
          </p:cNvPr>
          <p:cNvSpPr txBox="1"/>
          <p:nvPr/>
        </p:nvSpPr>
        <p:spPr>
          <a:xfrm>
            <a:off x="609600" y="2142494"/>
            <a:ext cx="11353800" cy="2573012"/>
          </a:xfrm>
          <a:prstGeom prst="rect">
            <a:avLst/>
          </a:prstGeom>
          <a:noFill/>
        </p:spPr>
        <p:txBody>
          <a:bodyPr wrap="square">
            <a:spAutoFit/>
          </a:bodyPr>
          <a:lstStyle/>
          <a:p>
            <a:pPr marL="342900" indent="-342900">
              <a:spcBef>
                <a:spcPct val="20000"/>
              </a:spcBef>
              <a:defRPr/>
            </a:pPr>
            <a:r>
              <a:rPr lang="en-US" sz="2200" dirty="0"/>
              <a:t>YouTube/other  Video Links</a:t>
            </a:r>
          </a:p>
          <a:p>
            <a:pPr marL="342900" indent="-342900">
              <a:spcBef>
                <a:spcPct val="20000"/>
              </a:spcBef>
              <a:defRPr/>
            </a:pPr>
            <a:endParaRPr lang="en-US" sz="2200" dirty="0"/>
          </a:p>
          <a:p>
            <a:pPr marL="342900" indent="-342900">
              <a:spcBef>
                <a:spcPct val="20000"/>
              </a:spcBef>
              <a:buFont typeface="Arial" pitchFamily="34" charset="0"/>
              <a:buChar char="•"/>
              <a:defRPr/>
            </a:pPr>
            <a:r>
              <a:rPr lang="en-IN" sz="2400" dirty="0">
                <a:hlinkClick r:id="rId3"/>
              </a:rPr>
              <a:t>https://www.youtube.com/watch?v=LLhgnIYpQaI</a:t>
            </a:r>
            <a:endParaRPr lang="en-IN" sz="2400" dirty="0"/>
          </a:p>
          <a:p>
            <a:pPr marL="342900" indent="-342900">
              <a:spcBef>
                <a:spcPct val="20000"/>
              </a:spcBef>
              <a:buFont typeface="Arial" pitchFamily="34" charset="0"/>
              <a:buChar char="•"/>
              <a:defRPr/>
            </a:pPr>
            <a:r>
              <a:rPr lang="en-IN" sz="2400" dirty="0">
                <a:hlinkClick r:id="rId4"/>
              </a:rPr>
              <a:t>https://www.youtube.com/playlist?list=PLmXKhU9FNesSFvj6gASuWmQd23Ul5omtD</a:t>
            </a:r>
            <a:endParaRPr lang="en-IN" sz="2400" dirty="0"/>
          </a:p>
          <a:p>
            <a:pPr marL="342900" lvl="0" indent="-342900">
              <a:spcBef>
                <a:spcPct val="20000"/>
              </a:spcBef>
              <a:buFont typeface="Arial" pitchFamily="34" charset="0"/>
              <a:buChar char="•"/>
              <a:defRPr/>
            </a:pPr>
            <a:r>
              <a:rPr lang="en-IN" sz="2400" dirty="0">
                <a:hlinkClick r:id="rId5"/>
              </a:rPr>
              <a:t>https://www.youtube.com/watch?v=xAvC-MJ_Sz8</a:t>
            </a:r>
            <a:endParaRPr lang="en-IN" sz="2400" dirty="0"/>
          </a:p>
          <a:p>
            <a:pPr marL="342900" lvl="0" indent="-342900">
              <a:spcBef>
                <a:spcPct val="20000"/>
              </a:spcBef>
              <a:buFont typeface="Arial" pitchFamily="34" charset="0"/>
              <a:buChar char="•"/>
              <a:defRPr/>
            </a:pPr>
            <a:r>
              <a:rPr lang="en-IN" sz="2200" u="sng" dirty="0">
                <a:hlinkClick r:id="rId6"/>
              </a:rPr>
              <a:t>https://nptel.ac.in/courses/106108101</a:t>
            </a:r>
            <a:endParaRPr kumimoji="0" lang="en-US" sz="2200" b="1" i="0" u="sng"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3019392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04049-7337-4857-F91A-08294302FE6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E90D057-A874-2CDC-CB34-2ABF4EDB435B}"/>
              </a:ext>
            </a:extLst>
          </p:cNvPr>
          <p:cNvSpPr>
            <a:spLocks noGrp="1"/>
          </p:cNvSpPr>
          <p:nvPr>
            <p:ph type="dt" sz="half" idx="10"/>
          </p:nvPr>
        </p:nvSpPr>
        <p:spPr/>
        <p:txBody>
          <a:bodyPr/>
          <a:lstStyle/>
          <a:p>
            <a:fld id="{BDEE3096-6EE3-4D50-971D-C71FC51F0199}" type="datetime2">
              <a:rPr lang="en-US" smtClean="0"/>
              <a:t>Monday, September 1, 2025</a:t>
            </a:fld>
            <a:endParaRPr lang="en-US"/>
          </a:p>
        </p:txBody>
      </p:sp>
      <p:sp>
        <p:nvSpPr>
          <p:cNvPr id="5" name="Footer Placeholder 4">
            <a:extLst>
              <a:ext uri="{FF2B5EF4-FFF2-40B4-BE49-F238E27FC236}">
                <a16:creationId xmlns:a16="http://schemas.microsoft.com/office/drawing/2014/main" id="{958C5740-3D19-EE3F-C62F-2AD1D0837F03}"/>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62E85276-67F9-90B8-6C26-AE3CCD234A1E}"/>
              </a:ext>
            </a:extLst>
          </p:cNvPr>
          <p:cNvSpPr>
            <a:spLocks noGrp="1"/>
          </p:cNvSpPr>
          <p:nvPr>
            <p:ph type="sldNum" sz="quarter" idx="12"/>
          </p:nvPr>
        </p:nvSpPr>
        <p:spPr/>
        <p:txBody>
          <a:bodyPr/>
          <a:lstStyle/>
          <a:p>
            <a:fld id="{B6F15528-21DE-4FAA-801E-634DDDAF4B2B}" type="slidenum">
              <a:rPr lang="en-US" smtClean="0"/>
              <a:pPr/>
              <a:t>104</a:t>
            </a:fld>
            <a:endParaRPr lang="en-US" dirty="0"/>
          </a:p>
        </p:txBody>
      </p:sp>
      <p:sp>
        <p:nvSpPr>
          <p:cNvPr id="7" name="Title 1">
            <a:extLst>
              <a:ext uri="{FF2B5EF4-FFF2-40B4-BE49-F238E27FC236}">
                <a16:creationId xmlns:a16="http://schemas.microsoft.com/office/drawing/2014/main" id="{6562F32C-33C7-16C9-596A-31048B6BD1C4}"/>
              </a:ext>
            </a:extLst>
          </p:cNvPr>
          <p:cNvSpPr txBox="1">
            <a:spLocks/>
          </p:cNvSpPr>
          <p:nvPr/>
        </p:nvSpPr>
        <p:spPr>
          <a:xfrm>
            <a:off x="1981200" y="2"/>
            <a:ext cx="10210800" cy="126893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200" dirty="0">
                <a:solidFill>
                  <a:schemeClr val="dk1"/>
                </a:solidFill>
              </a:rPr>
              <a:t>Daily Quiz </a:t>
            </a:r>
          </a:p>
        </p:txBody>
      </p:sp>
      <p:pic>
        <p:nvPicPr>
          <p:cNvPr id="2" name="Picture 1" descr="A black and red logo&#10;&#10;Description automatically generated">
            <a:extLst>
              <a:ext uri="{FF2B5EF4-FFF2-40B4-BE49-F238E27FC236}">
                <a16:creationId xmlns:a16="http://schemas.microsoft.com/office/drawing/2014/main" id="{FEB09384-B8AE-E680-6988-26EE202FC6B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1" name="TextBox 110">
            <a:extLst>
              <a:ext uri="{FF2B5EF4-FFF2-40B4-BE49-F238E27FC236}">
                <a16:creationId xmlns:a16="http://schemas.microsoft.com/office/drawing/2014/main" id="{33D1FCCF-129F-36D9-718C-06DECD6F4700}"/>
              </a:ext>
            </a:extLst>
          </p:cNvPr>
          <p:cNvSpPr txBox="1"/>
          <p:nvPr/>
        </p:nvSpPr>
        <p:spPr>
          <a:xfrm>
            <a:off x="609600" y="2142494"/>
            <a:ext cx="11353800" cy="430887"/>
          </a:xfrm>
          <a:prstGeom prst="rect">
            <a:avLst/>
          </a:prstGeom>
          <a:noFill/>
        </p:spPr>
        <p:txBody>
          <a:bodyPr wrap="square">
            <a:spAutoFit/>
          </a:bodyPr>
          <a:lstStyle/>
          <a:p>
            <a:pPr marL="342900" indent="-342900">
              <a:spcBef>
                <a:spcPct val="20000"/>
              </a:spcBef>
              <a:defRPr/>
            </a:pPr>
            <a:r>
              <a:rPr kumimoji="0" lang="en-US" sz="2200" b="1" i="0" u="sng" strike="noStrike" kern="1200" cap="none" spc="0" normalizeH="0" baseline="0" noProof="0" dirty="0">
                <a:ln>
                  <a:noFill/>
                </a:ln>
                <a:solidFill>
                  <a:schemeClr val="tx1"/>
                </a:solidFill>
                <a:effectLst/>
                <a:uLnTx/>
                <a:uFillTx/>
                <a:latin typeface="+mn-lt"/>
                <a:ea typeface="+mn-ea"/>
                <a:cs typeface="+mn-cs"/>
              </a:rPr>
              <a:t> </a:t>
            </a:r>
          </a:p>
        </p:txBody>
      </p:sp>
      <p:sp>
        <p:nvSpPr>
          <p:cNvPr id="8" name="TextBox 7">
            <a:extLst>
              <a:ext uri="{FF2B5EF4-FFF2-40B4-BE49-F238E27FC236}">
                <a16:creationId xmlns:a16="http://schemas.microsoft.com/office/drawing/2014/main" id="{E3C852A1-1E5F-464D-A1D5-51DF75F563CA}"/>
              </a:ext>
            </a:extLst>
          </p:cNvPr>
          <p:cNvSpPr txBox="1"/>
          <p:nvPr/>
        </p:nvSpPr>
        <p:spPr>
          <a:xfrm>
            <a:off x="1130300" y="1366164"/>
            <a:ext cx="8286750" cy="5355312"/>
          </a:xfrm>
          <a:prstGeom prst="rect">
            <a:avLst/>
          </a:prstGeom>
          <a:noFill/>
        </p:spPr>
        <p:txBody>
          <a:bodyPr wrap="square">
            <a:spAutoFit/>
          </a:bodyPr>
          <a:lstStyle/>
          <a:p>
            <a:r>
              <a:rPr lang="en-IN" b="1" dirty="0"/>
              <a:t>Which of the following is responsible for memory allocation and deallocation in an operating system?</a:t>
            </a:r>
            <a:endParaRPr lang="en-IN" dirty="0"/>
          </a:p>
          <a:p>
            <a:pPr>
              <a:buFont typeface="Arial" panose="020B0604020202020204" pitchFamily="34" charset="0"/>
              <a:buChar char="•"/>
            </a:pPr>
            <a:r>
              <a:rPr lang="en-IN" dirty="0"/>
              <a:t>A) Compiler</a:t>
            </a:r>
          </a:p>
          <a:p>
            <a:pPr>
              <a:buFont typeface="Arial" panose="020B0604020202020204" pitchFamily="34" charset="0"/>
              <a:buChar char="•"/>
            </a:pPr>
            <a:r>
              <a:rPr lang="en-IN" dirty="0"/>
              <a:t>B) Loader</a:t>
            </a:r>
          </a:p>
          <a:p>
            <a:pPr>
              <a:buFont typeface="Arial" panose="020B0604020202020204" pitchFamily="34" charset="0"/>
              <a:buChar char="•"/>
            </a:pPr>
            <a:r>
              <a:rPr lang="en-IN" b="1" dirty="0"/>
              <a:t>C) Memory Manager</a:t>
            </a:r>
          </a:p>
          <a:p>
            <a:pPr>
              <a:buFont typeface="Arial" panose="020B0604020202020204" pitchFamily="34" charset="0"/>
              <a:buChar char="•"/>
            </a:pPr>
            <a:r>
              <a:rPr lang="en-IN" dirty="0"/>
              <a:t>D) Scheduler</a:t>
            </a:r>
          </a:p>
          <a:p>
            <a:pPr>
              <a:buFont typeface="Arial" panose="020B0604020202020204" pitchFamily="34" charset="0"/>
              <a:buChar char="•"/>
            </a:pPr>
            <a:endParaRPr lang="en-IN" dirty="0"/>
          </a:p>
          <a:p>
            <a:r>
              <a:rPr lang="en-IN" b="1" dirty="0"/>
              <a:t>Dynamic memory allocation occurs at:</a:t>
            </a:r>
            <a:endParaRPr lang="en-IN" dirty="0"/>
          </a:p>
          <a:p>
            <a:pPr>
              <a:buFont typeface="Arial" panose="020B0604020202020204" pitchFamily="34" charset="0"/>
              <a:buChar char="•"/>
            </a:pPr>
            <a:r>
              <a:rPr lang="en-IN" dirty="0"/>
              <a:t>A) Compile time</a:t>
            </a:r>
          </a:p>
          <a:p>
            <a:pPr>
              <a:buFont typeface="Arial" panose="020B0604020202020204" pitchFamily="34" charset="0"/>
              <a:buChar char="•"/>
            </a:pPr>
            <a:r>
              <a:rPr lang="en-IN" dirty="0"/>
              <a:t>B) </a:t>
            </a:r>
            <a:r>
              <a:rPr lang="en-IN" b="1" dirty="0"/>
              <a:t>Run time</a:t>
            </a:r>
          </a:p>
          <a:p>
            <a:pPr>
              <a:buFont typeface="Arial" panose="020B0604020202020204" pitchFamily="34" charset="0"/>
              <a:buChar char="•"/>
            </a:pPr>
            <a:r>
              <a:rPr lang="en-IN" dirty="0"/>
              <a:t>C) Link time</a:t>
            </a:r>
          </a:p>
          <a:p>
            <a:pPr>
              <a:buFont typeface="Arial" panose="020B0604020202020204" pitchFamily="34" charset="0"/>
              <a:buChar char="•"/>
            </a:pPr>
            <a:r>
              <a:rPr lang="en-IN" dirty="0"/>
              <a:t>D) None of the above</a:t>
            </a:r>
          </a:p>
          <a:p>
            <a:pPr>
              <a:buFont typeface="Arial" panose="020B0604020202020204" pitchFamily="34" charset="0"/>
              <a:buChar char="•"/>
            </a:pPr>
            <a:endParaRPr lang="en-IN" dirty="0"/>
          </a:p>
          <a:p>
            <a:r>
              <a:rPr lang="en-IN" b="1" dirty="0"/>
              <a:t>Which type of address binding occurs during program execution?</a:t>
            </a:r>
            <a:endParaRPr lang="en-IN" dirty="0"/>
          </a:p>
          <a:p>
            <a:pPr>
              <a:buFont typeface="Arial" panose="020B0604020202020204" pitchFamily="34" charset="0"/>
              <a:buChar char="•"/>
            </a:pPr>
            <a:r>
              <a:rPr lang="en-IN" dirty="0"/>
              <a:t>A) Compile-time</a:t>
            </a:r>
          </a:p>
          <a:p>
            <a:pPr>
              <a:buFont typeface="Arial" panose="020B0604020202020204" pitchFamily="34" charset="0"/>
              <a:buChar char="•"/>
            </a:pPr>
            <a:r>
              <a:rPr lang="en-IN" dirty="0"/>
              <a:t>B) Load-time</a:t>
            </a:r>
          </a:p>
          <a:p>
            <a:pPr>
              <a:buFont typeface="Arial" panose="020B0604020202020204" pitchFamily="34" charset="0"/>
              <a:buChar char="•"/>
            </a:pPr>
            <a:r>
              <a:rPr lang="en-IN" dirty="0"/>
              <a:t>C) </a:t>
            </a:r>
            <a:r>
              <a:rPr lang="en-IN" b="1" dirty="0"/>
              <a:t>Execution-time</a:t>
            </a:r>
          </a:p>
          <a:p>
            <a:pPr>
              <a:buFont typeface="Arial" panose="020B0604020202020204" pitchFamily="34" charset="0"/>
              <a:buChar char="•"/>
            </a:pPr>
            <a:r>
              <a:rPr lang="en-IN" dirty="0"/>
              <a:t>D) Static-time</a:t>
            </a:r>
          </a:p>
          <a:p>
            <a:pPr>
              <a:buFont typeface="Arial" panose="020B0604020202020204" pitchFamily="34" charset="0"/>
              <a:buChar char="•"/>
            </a:pPr>
            <a:endParaRPr lang="en-IN" dirty="0"/>
          </a:p>
        </p:txBody>
      </p:sp>
    </p:spTree>
    <p:extLst>
      <p:ext uri="{BB962C8B-B14F-4D97-AF65-F5344CB8AC3E}">
        <p14:creationId xmlns:p14="http://schemas.microsoft.com/office/powerpoint/2010/main" val="235171647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D13F1-2D61-56BE-A982-A7ADFC6E312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2C3D77F-7D40-805B-32B9-B02B6F500601}"/>
              </a:ext>
            </a:extLst>
          </p:cNvPr>
          <p:cNvSpPr>
            <a:spLocks noGrp="1"/>
          </p:cNvSpPr>
          <p:nvPr>
            <p:ph type="dt" sz="half" idx="10"/>
          </p:nvPr>
        </p:nvSpPr>
        <p:spPr/>
        <p:txBody>
          <a:bodyPr/>
          <a:lstStyle/>
          <a:p>
            <a:fld id="{D6B46E8B-E8C0-4C43-9A15-A230C7CD8395}" type="datetime2">
              <a:rPr lang="en-US" smtClean="0"/>
              <a:t>Monday, September 1, 2025</a:t>
            </a:fld>
            <a:endParaRPr lang="en-US"/>
          </a:p>
        </p:txBody>
      </p:sp>
      <p:sp>
        <p:nvSpPr>
          <p:cNvPr id="5" name="Footer Placeholder 4">
            <a:extLst>
              <a:ext uri="{FF2B5EF4-FFF2-40B4-BE49-F238E27FC236}">
                <a16:creationId xmlns:a16="http://schemas.microsoft.com/office/drawing/2014/main" id="{AFECC73E-D119-1968-5E2F-05613E9F477C}"/>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CF90C101-34A9-09EB-F9C3-5781440D2542}"/>
              </a:ext>
            </a:extLst>
          </p:cNvPr>
          <p:cNvSpPr>
            <a:spLocks noGrp="1"/>
          </p:cNvSpPr>
          <p:nvPr>
            <p:ph type="sldNum" sz="quarter" idx="12"/>
          </p:nvPr>
        </p:nvSpPr>
        <p:spPr/>
        <p:txBody>
          <a:bodyPr/>
          <a:lstStyle/>
          <a:p>
            <a:fld id="{B6F15528-21DE-4FAA-801E-634DDDAF4B2B}" type="slidenum">
              <a:rPr lang="en-US" smtClean="0"/>
              <a:pPr/>
              <a:t>105</a:t>
            </a:fld>
            <a:endParaRPr lang="en-US" dirty="0"/>
          </a:p>
        </p:txBody>
      </p:sp>
      <p:sp>
        <p:nvSpPr>
          <p:cNvPr id="7" name="Title 1">
            <a:extLst>
              <a:ext uri="{FF2B5EF4-FFF2-40B4-BE49-F238E27FC236}">
                <a16:creationId xmlns:a16="http://schemas.microsoft.com/office/drawing/2014/main" id="{F787D06D-23A7-9BC6-143A-578E04FBC3A3}"/>
              </a:ext>
            </a:extLst>
          </p:cNvPr>
          <p:cNvSpPr txBox="1">
            <a:spLocks/>
          </p:cNvSpPr>
          <p:nvPr/>
        </p:nvSpPr>
        <p:spPr>
          <a:xfrm>
            <a:off x="1981200" y="2"/>
            <a:ext cx="10210800" cy="126893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200" dirty="0">
                <a:solidFill>
                  <a:schemeClr val="dk1"/>
                </a:solidFill>
              </a:rPr>
              <a:t>Daily Quiz </a:t>
            </a:r>
          </a:p>
        </p:txBody>
      </p:sp>
      <p:pic>
        <p:nvPicPr>
          <p:cNvPr id="2" name="Picture 1" descr="A black and red logo&#10;&#10;Description automatically generated">
            <a:extLst>
              <a:ext uri="{FF2B5EF4-FFF2-40B4-BE49-F238E27FC236}">
                <a16:creationId xmlns:a16="http://schemas.microsoft.com/office/drawing/2014/main" id="{26039090-71AA-F5E0-E46E-87F0A53A81B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1" name="TextBox 110">
            <a:extLst>
              <a:ext uri="{FF2B5EF4-FFF2-40B4-BE49-F238E27FC236}">
                <a16:creationId xmlns:a16="http://schemas.microsoft.com/office/drawing/2014/main" id="{DC9F4FE9-7D63-DA8A-3366-269BA3FC0DB2}"/>
              </a:ext>
            </a:extLst>
          </p:cNvPr>
          <p:cNvSpPr txBox="1"/>
          <p:nvPr/>
        </p:nvSpPr>
        <p:spPr>
          <a:xfrm>
            <a:off x="609600" y="2142494"/>
            <a:ext cx="11353800" cy="430887"/>
          </a:xfrm>
          <a:prstGeom prst="rect">
            <a:avLst/>
          </a:prstGeom>
          <a:noFill/>
        </p:spPr>
        <p:txBody>
          <a:bodyPr wrap="square">
            <a:spAutoFit/>
          </a:bodyPr>
          <a:lstStyle/>
          <a:p>
            <a:pPr marL="342900" indent="-342900">
              <a:spcBef>
                <a:spcPct val="20000"/>
              </a:spcBef>
              <a:defRPr/>
            </a:pPr>
            <a:r>
              <a:rPr kumimoji="0" lang="en-US" sz="2200" b="1" i="0" u="sng" strike="noStrike" kern="1200" cap="none" spc="0" normalizeH="0" baseline="0" noProof="0" dirty="0">
                <a:ln>
                  <a:noFill/>
                </a:ln>
                <a:solidFill>
                  <a:schemeClr val="tx1"/>
                </a:solidFill>
                <a:effectLst/>
                <a:uLnTx/>
                <a:uFillTx/>
                <a:latin typeface="+mn-lt"/>
                <a:ea typeface="+mn-ea"/>
                <a:cs typeface="+mn-cs"/>
              </a:rPr>
              <a:t> </a:t>
            </a:r>
          </a:p>
        </p:txBody>
      </p:sp>
      <p:sp>
        <p:nvSpPr>
          <p:cNvPr id="8" name="TextBox 7">
            <a:extLst>
              <a:ext uri="{FF2B5EF4-FFF2-40B4-BE49-F238E27FC236}">
                <a16:creationId xmlns:a16="http://schemas.microsoft.com/office/drawing/2014/main" id="{8209049C-1EB4-866B-264B-3A5FB33FFA64}"/>
              </a:ext>
            </a:extLst>
          </p:cNvPr>
          <p:cNvSpPr txBox="1"/>
          <p:nvPr/>
        </p:nvSpPr>
        <p:spPr>
          <a:xfrm>
            <a:off x="1130300" y="1366164"/>
            <a:ext cx="8286750" cy="5078313"/>
          </a:xfrm>
          <a:prstGeom prst="rect">
            <a:avLst/>
          </a:prstGeom>
          <a:noFill/>
        </p:spPr>
        <p:txBody>
          <a:bodyPr wrap="square">
            <a:spAutoFit/>
          </a:bodyPr>
          <a:lstStyle/>
          <a:p>
            <a:r>
              <a:rPr lang="en-IN" b="1" dirty="0"/>
              <a:t>In fixed partitioning, memory is divided into:</a:t>
            </a:r>
            <a:endParaRPr lang="en-IN" dirty="0"/>
          </a:p>
          <a:p>
            <a:pPr>
              <a:buFont typeface="Arial" panose="020B0604020202020204" pitchFamily="34" charset="0"/>
              <a:buChar char="•"/>
            </a:pPr>
            <a:r>
              <a:rPr lang="en-IN" dirty="0"/>
              <a:t>A) Variable-sized partitions</a:t>
            </a:r>
          </a:p>
          <a:p>
            <a:pPr>
              <a:buFont typeface="Arial" panose="020B0604020202020204" pitchFamily="34" charset="0"/>
              <a:buChar char="•"/>
            </a:pPr>
            <a:r>
              <a:rPr lang="en-IN" dirty="0"/>
              <a:t>B) </a:t>
            </a:r>
            <a:r>
              <a:rPr lang="en-IN" b="1" dirty="0"/>
              <a:t>Fixed-sized partitions</a:t>
            </a:r>
          </a:p>
          <a:p>
            <a:pPr>
              <a:buFont typeface="Arial" panose="020B0604020202020204" pitchFamily="34" charset="0"/>
              <a:buChar char="•"/>
            </a:pPr>
            <a:r>
              <a:rPr lang="en-IN" dirty="0"/>
              <a:t>C) Dynamic partitions</a:t>
            </a:r>
          </a:p>
          <a:p>
            <a:pPr>
              <a:buFont typeface="Arial" panose="020B0604020202020204" pitchFamily="34" charset="0"/>
              <a:buChar char="•"/>
            </a:pPr>
            <a:r>
              <a:rPr lang="en-IN" dirty="0"/>
              <a:t>D) None of the above</a:t>
            </a:r>
          </a:p>
          <a:p>
            <a:endParaRPr lang="en-IN" dirty="0"/>
          </a:p>
          <a:p>
            <a:r>
              <a:rPr lang="en-IN" b="1" dirty="0"/>
              <a:t>Which of the following is a disadvantage of contiguous memory allocation?</a:t>
            </a:r>
            <a:endParaRPr lang="en-IN" dirty="0"/>
          </a:p>
          <a:p>
            <a:pPr>
              <a:buFont typeface="Arial" panose="020B0604020202020204" pitchFamily="34" charset="0"/>
              <a:buChar char="•"/>
            </a:pPr>
            <a:r>
              <a:rPr lang="en-IN" dirty="0"/>
              <a:t>A) External fragmentation</a:t>
            </a:r>
          </a:p>
          <a:p>
            <a:pPr>
              <a:buFont typeface="Arial" panose="020B0604020202020204" pitchFamily="34" charset="0"/>
              <a:buChar char="•"/>
            </a:pPr>
            <a:r>
              <a:rPr lang="en-IN" dirty="0"/>
              <a:t>B) Internal fragmentation</a:t>
            </a:r>
          </a:p>
          <a:p>
            <a:pPr>
              <a:buFont typeface="Arial" panose="020B0604020202020204" pitchFamily="34" charset="0"/>
              <a:buChar char="•"/>
            </a:pPr>
            <a:r>
              <a:rPr lang="en-IN" b="1" dirty="0"/>
              <a:t>C) Both A and B</a:t>
            </a:r>
          </a:p>
          <a:p>
            <a:pPr>
              <a:buFont typeface="Arial" panose="020B0604020202020204" pitchFamily="34" charset="0"/>
              <a:buChar char="•"/>
            </a:pPr>
            <a:r>
              <a:rPr lang="en-IN" dirty="0"/>
              <a:t>D) None of the above</a:t>
            </a:r>
          </a:p>
          <a:p>
            <a:endParaRPr lang="en-IN" dirty="0"/>
          </a:p>
          <a:p>
            <a:r>
              <a:rPr lang="en-IN" b="1" dirty="0"/>
              <a:t>Which allocation strategy finds the first free block that is large enough?</a:t>
            </a:r>
            <a:endParaRPr lang="en-IN" dirty="0"/>
          </a:p>
          <a:p>
            <a:pPr>
              <a:buFont typeface="Arial" panose="020B0604020202020204" pitchFamily="34" charset="0"/>
              <a:buChar char="•"/>
            </a:pPr>
            <a:r>
              <a:rPr lang="en-IN" dirty="0"/>
              <a:t>A) Best Fit</a:t>
            </a:r>
          </a:p>
          <a:p>
            <a:pPr>
              <a:buFont typeface="Arial" panose="020B0604020202020204" pitchFamily="34" charset="0"/>
              <a:buChar char="•"/>
            </a:pPr>
            <a:r>
              <a:rPr lang="en-IN" dirty="0"/>
              <a:t>B) </a:t>
            </a:r>
            <a:r>
              <a:rPr lang="en-IN" b="1" dirty="0"/>
              <a:t>First Fit</a:t>
            </a:r>
          </a:p>
          <a:p>
            <a:pPr>
              <a:buFont typeface="Arial" panose="020B0604020202020204" pitchFamily="34" charset="0"/>
              <a:buChar char="•"/>
            </a:pPr>
            <a:r>
              <a:rPr lang="en-IN" dirty="0"/>
              <a:t>C) Worst Fit</a:t>
            </a:r>
          </a:p>
          <a:p>
            <a:pPr>
              <a:buFont typeface="Arial" panose="020B0604020202020204" pitchFamily="34" charset="0"/>
              <a:buChar char="•"/>
            </a:pPr>
            <a:r>
              <a:rPr lang="en-IN" dirty="0"/>
              <a:t>D) Next Fit</a:t>
            </a:r>
          </a:p>
          <a:p>
            <a:endParaRPr lang="en-IN" dirty="0"/>
          </a:p>
        </p:txBody>
      </p:sp>
    </p:spTree>
    <p:extLst>
      <p:ext uri="{BB962C8B-B14F-4D97-AF65-F5344CB8AC3E}">
        <p14:creationId xmlns:p14="http://schemas.microsoft.com/office/powerpoint/2010/main" val="260407824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59070-2EEC-ED6A-ABD1-B9017CD1471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255D4FF-CB39-40A8-CDF6-B27842A0A7EF}"/>
              </a:ext>
            </a:extLst>
          </p:cNvPr>
          <p:cNvSpPr>
            <a:spLocks noGrp="1"/>
          </p:cNvSpPr>
          <p:nvPr>
            <p:ph type="dt" sz="half" idx="10"/>
          </p:nvPr>
        </p:nvSpPr>
        <p:spPr/>
        <p:txBody>
          <a:bodyPr/>
          <a:lstStyle/>
          <a:p>
            <a:fld id="{AEA1B414-F1A1-454D-A3E1-DEDB51A140D4}" type="datetime2">
              <a:rPr lang="en-US" smtClean="0"/>
              <a:t>Monday, September 1, 2025</a:t>
            </a:fld>
            <a:endParaRPr lang="en-US"/>
          </a:p>
        </p:txBody>
      </p:sp>
      <p:sp>
        <p:nvSpPr>
          <p:cNvPr id="5" name="Footer Placeholder 4">
            <a:extLst>
              <a:ext uri="{FF2B5EF4-FFF2-40B4-BE49-F238E27FC236}">
                <a16:creationId xmlns:a16="http://schemas.microsoft.com/office/drawing/2014/main" id="{6BC7F0F0-DC3D-B477-CDA2-278F3AAE48EB}"/>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C81EA827-07DE-350F-38DF-D99B6C3CC70E}"/>
              </a:ext>
            </a:extLst>
          </p:cNvPr>
          <p:cNvSpPr>
            <a:spLocks noGrp="1"/>
          </p:cNvSpPr>
          <p:nvPr>
            <p:ph type="sldNum" sz="quarter" idx="12"/>
          </p:nvPr>
        </p:nvSpPr>
        <p:spPr/>
        <p:txBody>
          <a:bodyPr/>
          <a:lstStyle/>
          <a:p>
            <a:fld id="{B6F15528-21DE-4FAA-801E-634DDDAF4B2B}" type="slidenum">
              <a:rPr lang="en-US" smtClean="0"/>
              <a:pPr/>
              <a:t>106</a:t>
            </a:fld>
            <a:endParaRPr lang="en-US" dirty="0"/>
          </a:p>
        </p:txBody>
      </p:sp>
      <p:sp>
        <p:nvSpPr>
          <p:cNvPr id="7" name="Title 1">
            <a:extLst>
              <a:ext uri="{FF2B5EF4-FFF2-40B4-BE49-F238E27FC236}">
                <a16:creationId xmlns:a16="http://schemas.microsoft.com/office/drawing/2014/main" id="{ABA1F01F-9F4C-6FF1-5B75-FF7B25DEDA15}"/>
              </a:ext>
            </a:extLst>
          </p:cNvPr>
          <p:cNvSpPr txBox="1">
            <a:spLocks/>
          </p:cNvSpPr>
          <p:nvPr/>
        </p:nvSpPr>
        <p:spPr>
          <a:xfrm>
            <a:off x="1981200" y="2"/>
            <a:ext cx="10210800" cy="126893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200" dirty="0">
                <a:solidFill>
                  <a:schemeClr val="dk1"/>
                </a:solidFill>
              </a:rPr>
              <a:t>Daily Quiz </a:t>
            </a:r>
          </a:p>
        </p:txBody>
      </p:sp>
      <p:pic>
        <p:nvPicPr>
          <p:cNvPr id="2" name="Picture 1" descr="A black and red logo&#10;&#10;Description automatically generated">
            <a:extLst>
              <a:ext uri="{FF2B5EF4-FFF2-40B4-BE49-F238E27FC236}">
                <a16:creationId xmlns:a16="http://schemas.microsoft.com/office/drawing/2014/main" id="{BA29F58C-F045-3B49-6827-B3E7F3B1F1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1" name="TextBox 110">
            <a:extLst>
              <a:ext uri="{FF2B5EF4-FFF2-40B4-BE49-F238E27FC236}">
                <a16:creationId xmlns:a16="http://schemas.microsoft.com/office/drawing/2014/main" id="{DDEF2F68-A60B-EA5C-0A07-C5E66022D1D7}"/>
              </a:ext>
            </a:extLst>
          </p:cNvPr>
          <p:cNvSpPr txBox="1"/>
          <p:nvPr/>
        </p:nvSpPr>
        <p:spPr>
          <a:xfrm>
            <a:off x="609600" y="2142494"/>
            <a:ext cx="11353800" cy="430887"/>
          </a:xfrm>
          <a:prstGeom prst="rect">
            <a:avLst/>
          </a:prstGeom>
          <a:noFill/>
        </p:spPr>
        <p:txBody>
          <a:bodyPr wrap="square">
            <a:spAutoFit/>
          </a:bodyPr>
          <a:lstStyle/>
          <a:p>
            <a:pPr marL="342900" indent="-342900">
              <a:spcBef>
                <a:spcPct val="20000"/>
              </a:spcBef>
              <a:defRPr/>
            </a:pPr>
            <a:r>
              <a:rPr kumimoji="0" lang="en-US" sz="2200" b="1" i="0" u="sng" strike="noStrike" kern="1200" cap="none" spc="0" normalizeH="0" baseline="0" noProof="0" dirty="0">
                <a:ln>
                  <a:noFill/>
                </a:ln>
                <a:solidFill>
                  <a:schemeClr val="tx1"/>
                </a:solidFill>
                <a:effectLst/>
                <a:uLnTx/>
                <a:uFillTx/>
                <a:latin typeface="+mn-lt"/>
                <a:ea typeface="+mn-ea"/>
                <a:cs typeface="+mn-cs"/>
              </a:rPr>
              <a:t> </a:t>
            </a:r>
          </a:p>
        </p:txBody>
      </p:sp>
      <p:sp>
        <p:nvSpPr>
          <p:cNvPr id="8" name="TextBox 7">
            <a:extLst>
              <a:ext uri="{FF2B5EF4-FFF2-40B4-BE49-F238E27FC236}">
                <a16:creationId xmlns:a16="http://schemas.microsoft.com/office/drawing/2014/main" id="{B3A51123-998B-587C-BCF1-5E9C9671DE97}"/>
              </a:ext>
            </a:extLst>
          </p:cNvPr>
          <p:cNvSpPr txBox="1"/>
          <p:nvPr/>
        </p:nvSpPr>
        <p:spPr>
          <a:xfrm>
            <a:off x="1130300" y="1366164"/>
            <a:ext cx="8286750" cy="5078313"/>
          </a:xfrm>
          <a:prstGeom prst="rect">
            <a:avLst/>
          </a:prstGeom>
          <a:noFill/>
        </p:spPr>
        <p:txBody>
          <a:bodyPr wrap="square">
            <a:spAutoFit/>
          </a:bodyPr>
          <a:lstStyle/>
          <a:p>
            <a:r>
              <a:rPr lang="en-IN" b="1" dirty="0"/>
              <a:t>Which allocation strategy minimizes wasted space?</a:t>
            </a:r>
            <a:endParaRPr lang="en-IN" dirty="0"/>
          </a:p>
          <a:p>
            <a:pPr>
              <a:buFont typeface="Arial" panose="020B0604020202020204" pitchFamily="34" charset="0"/>
              <a:buChar char="•"/>
            </a:pPr>
            <a:r>
              <a:rPr lang="en-IN" dirty="0"/>
              <a:t>A) </a:t>
            </a:r>
            <a:r>
              <a:rPr lang="en-IN" b="1" dirty="0"/>
              <a:t>Best Fit</a:t>
            </a:r>
          </a:p>
          <a:p>
            <a:pPr>
              <a:buFont typeface="Arial" panose="020B0604020202020204" pitchFamily="34" charset="0"/>
              <a:buChar char="•"/>
            </a:pPr>
            <a:r>
              <a:rPr lang="en-IN" dirty="0"/>
              <a:t>B) First Fit</a:t>
            </a:r>
          </a:p>
          <a:p>
            <a:pPr>
              <a:buFont typeface="Arial" panose="020B0604020202020204" pitchFamily="34" charset="0"/>
              <a:buChar char="•"/>
            </a:pPr>
            <a:r>
              <a:rPr lang="en-IN" dirty="0"/>
              <a:t>C) Worst Fit</a:t>
            </a:r>
          </a:p>
          <a:p>
            <a:pPr>
              <a:buFont typeface="Arial" panose="020B0604020202020204" pitchFamily="34" charset="0"/>
              <a:buChar char="•"/>
            </a:pPr>
            <a:r>
              <a:rPr lang="en-IN" dirty="0"/>
              <a:t>D) Random Fit</a:t>
            </a:r>
          </a:p>
          <a:p>
            <a:endParaRPr lang="en-IN" dirty="0"/>
          </a:p>
          <a:p>
            <a:r>
              <a:rPr lang="en-IN" b="1" dirty="0"/>
              <a:t>In paging, a logical address is divided into:</a:t>
            </a:r>
            <a:endParaRPr lang="en-IN" dirty="0"/>
          </a:p>
          <a:p>
            <a:pPr>
              <a:buFont typeface="Arial" panose="020B0604020202020204" pitchFamily="34" charset="0"/>
              <a:buChar char="•"/>
            </a:pPr>
            <a:r>
              <a:rPr lang="en-IN" dirty="0"/>
              <a:t>A) Frame number and offset</a:t>
            </a:r>
          </a:p>
          <a:p>
            <a:pPr>
              <a:buFont typeface="Arial" panose="020B0604020202020204" pitchFamily="34" charset="0"/>
              <a:buChar char="•"/>
            </a:pPr>
            <a:r>
              <a:rPr lang="en-IN" dirty="0"/>
              <a:t>B</a:t>
            </a:r>
            <a:r>
              <a:rPr lang="en-IN" b="1" dirty="0"/>
              <a:t>) Page number and offset</a:t>
            </a:r>
          </a:p>
          <a:p>
            <a:pPr>
              <a:buFont typeface="Arial" panose="020B0604020202020204" pitchFamily="34" charset="0"/>
              <a:buChar char="•"/>
            </a:pPr>
            <a:r>
              <a:rPr lang="en-IN" dirty="0"/>
              <a:t>C) Segment number and page number</a:t>
            </a:r>
          </a:p>
          <a:p>
            <a:pPr>
              <a:buFont typeface="Arial" panose="020B0604020202020204" pitchFamily="34" charset="0"/>
              <a:buChar char="•"/>
            </a:pPr>
            <a:r>
              <a:rPr lang="en-IN" dirty="0"/>
              <a:t>D) Segment number and offset</a:t>
            </a:r>
          </a:p>
          <a:p>
            <a:endParaRPr lang="en-IN" dirty="0"/>
          </a:p>
          <a:p>
            <a:r>
              <a:rPr lang="en-IN" b="1" dirty="0"/>
              <a:t>Virtual memory allows a program to:</a:t>
            </a:r>
            <a:endParaRPr lang="en-IN" dirty="0"/>
          </a:p>
          <a:p>
            <a:pPr>
              <a:buFont typeface="Arial" panose="020B0604020202020204" pitchFamily="34" charset="0"/>
              <a:buChar char="•"/>
            </a:pPr>
            <a:r>
              <a:rPr lang="en-IN" dirty="0"/>
              <a:t>A) Use less memory than physically available</a:t>
            </a:r>
          </a:p>
          <a:p>
            <a:pPr>
              <a:buFont typeface="Arial" panose="020B0604020202020204" pitchFamily="34" charset="0"/>
              <a:buChar char="•"/>
            </a:pPr>
            <a:r>
              <a:rPr lang="en-IN" dirty="0"/>
              <a:t>B) </a:t>
            </a:r>
            <a:r>
              <a:rPr lang="en-IN" b="1" dirty="0"/>
              <a:t>Run even if it exceeds physical memory</a:t>
            </a:r>
          </a:p>
          <a:p>
            <a:pPr>
              <a:buFont typeface="Arial" panose="020B0604020202020204" pitchFamily="34" charset="0"/>
              <a:buChar char="•"/>
            </a:pPr>
            <a:r>
              <a:rPr lang="en-IN" dirty="0"/>
              <a:t>C) Avoid all fragmentation</a:t>
            </a:r>
          </a:p>
          <a:p>
            <a:pPr>
              <a:buFont typeface="Arial" panose="020B0604020202020204" pitchFamily="34" charset="0"/>
              <a:buChar char="•"/>
            </a:pPr>
            <a:r>
              <a:rPr lang="en-IN" dirty="0"/>
              <a:t>D) None of the above</a:t>
            </a:r>
          </a:p>
          <a:p>
            <a:endParaRPr lang="en-IN" dirty="0"/>
          </a:p>
        </p:txBody>
      </p:sp>
    </p:spTree>
    <p:extLst>
      <p:ext uri="{BB962C8B-B14F-4D97-AF65-F5344CB8AC3E}">
        <p14:creationId xmlns:p14="http://schemas.microsoft.com/office/powerpoint/2010/main" val="193249095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9DA51-B8EE-BBD1-AC29-1F76BC9821E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7241D63-386E-06FA-BE94-F096F8D43D75}"/>
              </a:ext>
            </a:extLst>
          </p:cNvPr>
          <p:cNvSpPr>
            <a:spLocks noGrp="1"/>
          </p:cNvSpPr>
          <p:nvPr>
            <p:ph type="dt" sz="half" idx="10"/>
          </p:nvPr>
        </p:nvSpPr>
        <p:spPr/>
        <p:txBody>
          <a:bodyPr/>
          <a:lstStyle/>
          <a:p>
            <a:fld id="{A8B06885-17AC-4FFD-9616-07F5483E3CF0}" type="datetime2">
              <a:rPr lang="en-US" smtClean="0"/>
              <a:t>Monday, September 1, 2025</a:t>
            </a:fld>
            <a:endParaRPr lang="en-US"/>
          </a:p>
        </p:txBody>
      </p:sp>
      <p:sp>
        <p:nvSpPr>
          <p:cNvPr id="5" name="Footer Placeholder 4">
            <a:extLst>
              <a:ext uri="{FF2B5EF4-FFF2-40B4-BE49-F238E27FC236}">
                <a16:creationId xmlns:a16="http://schemas.microsoft.com/office/drawing/2014/main" id="{F29CC7BC-8DCA-489A-D65D-759F2A1B4925}"/>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F15C4105-FF41-2175-D05C-6A706FC5069E}"/>
              </a:ext>
            </a:extLst>
          </p:cNvPr>
          <p:cNvSpPr>
            <a:spLocks noGrp="1"/>
          </p:cNvSpPr>
          <p:nvPr>
            <p:ph type="sldNum" sz="quarter" idx="12"/>
          </p:nvPr>
        </p:nvSpPr>
        <p:spPr/>
        <p:txBody>
          <a:bodyPr/>
          <a:lstStyle/>
          <a:p>
            <a:fld id="{B6F15528-21DE-4FAA-801E-634DDDAF4B2B}" type="slidenum">
              <a:rPr lang="en-US" smtClean="0"/>
              <a:pPr/>
              <a:t>107</a:t>
            </a:fld>
            <a:endParaRPr lang="en-US" dirty="0"/>
          </a:p>
        </p:txBody>
      </p:sp>
      <p:sp>
        <p:nvSpPr>
          <p:cNvPr id="7" name="Title 1">
            <a:extLst>
              <a:ext uri="{FF2B5EF4-FFF2-40B4-BE49-F238E27FC236}">
                <a16:creationId xmlns:a16="http://schemas.microsoft.com/office/drawing/2014/main" id="{40043B53-9C02-577F-439F-00C32098BB03}"/>
              </a:ext>
            </a:extLst>
          </p:cNvPr>
          <p:cNvSpPr txBox="1">
            <a:spLocks/>
          </p:cNvSpPr>
          <p:nvPr/>
        </p:nvSpPr>
        <p:spPr>
          <a:xfrm>
            <a:off x="1981200" y="2"/>
            <a:ext cx="10210800" cy="126893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200" dirty="0">
                <a:solidFill>
                  <a:schemeClr val="dk1"/>
                </a:solidFill>
              </a:rPr>
              <a:t>Daily Quiz </a:t>
            </a:r>
          </a:p>
        </p:txBody>
      </p:sp>
      <p:pic>
        <p:nvPicPr>
          <p:cNvPr id="2" name="Picture 1" descr="A black and red logo&#10;&#10;Description automatically generated">
            <a:extLst>
              <a:ext uri="{FF2B5EF4-FFF2-40B4-BE49-F238E27FC236}">
                <a16:creationId xmlns:a16="http://schemas.microsoft.com/office/drawing/2014/main" id="{26799A7A-C9F7-FD35-288A-B9D0C4B2C6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1" name="TextBox 110">
            <a:extLst>
              <a:ext uri="{FF2B5EF4-FFF2-40B4-BE49-F238E27FC236}">
                <a16:creationId xmlns:a16="http://schemas.microsoft.com/office/drawing/2014/main" id="{0FEE8286-AFBB-92DD-1AA1-E24EF3ABFFED}"/>
              </a:ext>
            </a:extLst>
          </p:cNvPr>
          <p:cNvSpPr txBox="1"/>
          <p:nvPr/>
        </p:nvSpPr>
        <p:spPr>
          <a:xfrm>
            <a:off x="609600" y="2142494"/>
            <a:ext cx="11353800" cy="430887"/>
          </a:xfrm>
          <a:prstGeom prst="rect">
            <a:avLst/>
          </a:prstGeom>
          <a:noFill/>
        </p:spPr>
        <p:txBody>
          <a:bodyPr wrap="square">
            <a:spAutoFit/>
          </a:bodyPr>
          <a:lstStyle/>
          <a:p>
            <a:pPr marL="342900" indent="-342900">
              <a:spcBef>
                <a:spcPct val="20000"/>
              </a:spcBef>
              <a:defRPr/>
            </a:pPr>
            <a:r>
              <a:rPr kumimoji="0" lang="en-US" sz="2200" b="1" i="0" u="sng" strike="noStrike" kern="1200" cap="none" spc="0" normalizeH="0" baseline="0" noProof="0" dirty="0">
                <a:ln>
                  <a:noFill/>
                </a:ln>
                <a:solidFill>
                  <a:schemeClr val="tx1"/>
                </a:solidFill>
                <a:effectLst/>
                <a:uLnTx/>
                <a:uFillTx/>
                <a:latin typeface="+mn-lt"/>
                <a:ea typeface="+mn-ea"/>
                <a:cs typeface="+mn-cs"/>
              </a:rPr>
              <a:t> </a:t>
            </a:r>
          </a:p>
        </p:txBody>
      </p:sp>
      <p:sp>
        <p:nvSpPr>
          <p:cNvPr id="8" name="TextBox 7">
            <a:extLst>
              <a:ext uri="{FF2B5EF4-FFF2-40B4-BE49-F238E27FC236}">
                <a16:creationId xmlns:a16="http://schemas.microsoft.com/office/drawing/2014/main" id="{96D3C7B4-201F-E337-C40E-23729A497016}"/>
              </a:ext>
            </a:extLst>
          </p:cNvPr>
          <p:cNvSpPr txBox="1"/>
          <p:nvPr/>
        </p:nvSpPr>
        <p:spPr>
          <a:xfrm>
            <a:off x="1130300" y="1366164"/>
            <a:ext cx="8286750" cy="3970318"/>
          </a:xfrm>
          <a:prstGeom prst="rect">
            <a:avLst/>
          </a:prstGeom>
          <a:noFill/>
        </p:spPr>
        <p:txBody>
          <a:bodyPr wrap="square">
            <a:spAutoFit/>
          </a:bodyPr>
          <a:lstStyle/>
          <a:p>
            <a:r>
              <a:rPr lang="en-IN" b="1" dirty="0"/>
              <a:t>Which page replacement algorithm replaces the page that has been in memory the longest?</a:t>
            </a:r>
            <a:endParaRPr lang="en-IN" dirty="0"/>
          </a:p>
          <a:p>
            <a:pPr>
              <a:buFont typeface="Arial" panose="020B0604020202020204" pitchFamily="34" charset="0"/>
              <a:buChar char="•"/>
            </a:pPr>
            <a:r>
              <a:rPr lang="en-IN" dirty="0"/>
              <a:t>A) Optimal</a:t>
            </a:r>
          </a:p>
          <a:p>
            <a:pPr>
              <a:buFont typeface="Arial" panose="020B0604020202020204" pitchFamily="34" charset="0"/>
              <a:buChar char="•"/>
            </a:pPr>
            <a:r>
              <a:rPr lang="en-IN" b="1" dirty="0"/>
              <a:t>B) FIFO</a:t>
            </a:r>
          </a:p>
          <a:p>
            <a:pPr>
              <a:buFont typeface="Arial" panose="020B0604020202020204" pitchFamily="34" charset="0"/>
              <a:buChar char="•"/>
            </a:pPr>
            <a:r>
              <a:rPr lang="en-IN" dirty="0"/>
              <a:t>C) LRU</a:t>
            </a:r>
          </a:p>
          <a:p>
            <a:pPr>
              <a:buFont typeface="Arial" panose="020B0604020202020204" pitchFamily="34" charset="0"/>
              <a:buChar char="•"/>
            </a:pPr>
            <a:r>
              <a:rPr lang="en-IN" dirty="0"/>
              <a:t>D) LFU</a:t>
            </a:r>
          </a:p>
          <a:p>
            <a:endParaRPr lang="en-IN" dirty="0"/>
          </a:p>
          <a:p>
            <a:r>
              <a:rPr lang="en-IN" b="1" dirty="0"/>
              <a:t>Thrashing occurs when:</a:t>
            </a:r>
            <a:endParaRPr lang="en-IN" dirty="0"/>
          </a:p>
          <a:p>
            <a:pPr>
              <a:buFont typeface="Arial" panose="020B0604020202020204" pitchFamily="34" charset="0"/>
              <a:buChar char="•"/>
            </a:pPr>
            <a:r>
              <a:rPr lang="en-IN" dirty="0"/>
              <a:t>A) The CPU is underutilized</a:t>
            </a:r>
          </a:p>
          <a:p>
            <a:pPr>
              <a:buFont typeface="Arial" panose="020B0604020202020204" pitchFamily="34" charset="0"/>
              <a:buChar char="•"/>
            </a:pPr>
            <a:r>
              <a:rPr lang="en-IN" b="1" dirty="0"/>
              <a:t>B) Too many pages are replaced too frequently</a:t>
            </a:r>
          </a:p>
          <a:p>
            <a:pPr>
              <a:buFont typeface="Arial" panose="020B0604020202020204" pitchFamily="34" charset="0"/>
              <a:buChar char="•"/>
            </a:pPr>
            <a:r>
              <a:rPr lang="en-IN" dirty="0"/>
              <a:t>C) All pages are in memory</a:t>
            </a:r>
          </a:p>
          <a:p>
            <a:pPr>
              <a:buFont typeface="Arial" panose="020B0604020202020204" pitchFamily="34" charset="0"/>
              <a:buChar char="•"/>
            </a:pPr>
            <a:r>
              <a:rPr lang="en-IN" dirty="0"/>
              <a:t>D) The program has no working set</a:t>
            </a:r>
          </a:p>
          <a:p>
            <a:endParaRPr lang="en-IN" dirty="0"/>
          </a:p>
          <a:p>
            <a:endParaRPr lang="en-IN" dirty="0"/>
          </a:p>
        </p:txBody>
      </p:sp>
    </p:spTree>
    <p:extLst>
      <p:ext uri="{BB962C8B-B14F-4D97-AF65-F5344CB8AC3E}">
        <p14:creationId xmlns:p14="http://schemas.microsoft.com/office/powerpoint/2010/main" val="81975371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16A91-F161-9E9C-1786-67E9C056549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73582C7-686E-625F-4584-F80F5F8F3735}"/>
              </a:ext>
            </a:extLst>
          </p:cNvPr>
          <p:cNvSpPr>
            <a:spLocks noGrp="1"/>
          </p:cNvSpPr>
          <p:nvPr>
            <p:ph type="dt" sz="half" idx="10"/>
          </p:nvPr>
        </p:nvSpPr>
        <p:spPr/>
        <p:txBody>
          <a:bodyPr/>
          <a:lstStyle/>
          <a:p>
            <a:fld id="{B91483DB-4832-4237-BD6F-4E666F151DA2}" type="datetime2">
              <a:rPr lang="en-US" smtClean="0"/>
              <a:t>Monday, September 1, 2025</a:t>
            </a:fld>
            <a:endParaRPr lang="en-US"/>
          </a:p>
        </p:txBody>
      </p:sp>
      <p:sp>
        <p:nvSpPr>
          <p:cNvPr id="5" name="Footer Placeholder 4">
            <a:extLst>
              <a:ext uri="{FF2B5EF4-FFF2-40B4-BE49-F238E27FC236}">
                <a16:creationId xmlns:a16="http://schemas.microsoft.com/office/drawing/2014/main" id="{3A69400C-0286-5699-064E-B37A659C56C5}"/>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0D85C90C-36A7-4353-2F5C-B6BE15E62C76}"/>
              </a:ext>
            </a:extLst>
          </p:cNvPr>
          <p:cNvSpPr>
            <a:spLocks noGrp="1"/>
          </p:cNvSpPr>
          <p:nvPr>
            <p:ph type="sldNum" sz="quarter" idx="12"/>
          </p:nvPr>
        </p:nvSpPr>
        <p:spPr/>
        <p:txBody>
          <a:bodyPr/>
          <a:lstStyle/>
          <a:p>
            <a:fld id="{B6F15528-21DE-4FAA-801E-634DDDAF4B2B}" type="slidenum">
              <a:rPr lang="en-US" smtClean="0"/>
              <a:pPr/>
              <a:t>108</a:t>
            </a:fld>
            <a:endParaRPr lang="en-US" dirty="0"/>
          </a:p>
        </p:txBody>
      </p:sp>
      <p:sp>
        <p:nvSpPr>
          <p:cNvPr id="7" name="Title 1">
            <a:extLst>
              <a:ext uri="{FF2B5EF4-FFF2-40B4-BE49-F238E27FC236}">
                <a16:creationId xmlns:a16="http://schemas.microsoft.com/office/drawing/2014/main" id="{53910082-40D8-C370-D02C-0C50CBB7509E}"/>
              </a:ext>
            </a:extLst>
          </p:cNvPr>
          <p:cNvSpPr txBox="1">
            <a:spLocks/>
          </p:cNvSpPr>
          <p:nvPr/>
        </p:nvSpPr>
        <p:spPr>
          <a:xfrm>
            <a:off x="1981200" y="2"/>
            <a:ext cx="10210800" cy="126893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200" dirty="0">
                <a:solidFill>
                  <a:schemeClr val="dk1"/>
                </a:solidFill>
              </a:rPr>
              <a:t>MCQ</a:t>
            </a:r>
          </a:p>
        </p:txBody>
      </p:sp>
      <p:pic>
        <p:nvPicPr>
          <p:cNvPr id="2" name="Picture 1" descr="A black and red logo&#10;&#10;Description automatically generated">
            <a:extLst>
              <a:ext uri="{FF2B5EF4-FFF2-40B4-BE49-F238E27FC236}">
                <a16:creationId xmlns:a16="http://schemas.microsoft.com/office/drawing/2014/main" id="{841DA8A1-0E7E-F0A3-ACF6-3ADE60A32AF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1" name="TextBox 110">
            <a:extLst>
              <a:ext uri="{FF2B5EF4-FFF2-40B4-BE49-F238E27FC236}">
                <a16:creationId xmlns:a16="http://schemas.microsoft.com/office/drawing/2014/main" id="{E7184AAA-31B2-736C-4DC2-25543CFD3044}"/>
              </a:ext>
            </a:extLst>
          </p:cNvPr>
          <p:cNvSpPr txBox="1"/>
          <p:nvPr/>
        </p:nvSpPr>
        <p:spPr>
          <a:xfrm>
            <a:off x="609600" y="2142494"/>
            <a:ext cx="11353800" cy="430887"/>
          </a:xfrm>
          <a:prstGeom prst="rect">
            <a:avLst/>
          </a:prstGeom>
          <a:noFill/>
        </p:spPr>
        <p:txBody>
          <a:bodyPr wrap="square">
            <a:spAutoFit/>
          </a:bodyPr>
          <a:lstStyle/>
          <a:p>
            <a:pPr marL="342900" indent="-342900">
              <a:spcBef>
                <a:spcPct val="20000"/>
              </a:spcBef>
              <a:defRPr/>
            </a:pPr>
            <a:r>
              <a:rPr kumimoji="0" lang="en-US" sz="2200" b="1" i="0" u="sng" strike="noStrike" kern="1200" cap="none" spc="0" normalizeH="0" baseline="0" noProof="0" dirty="0">
                <a:ln>
                  <a:noFill/>
                </a:ln>
                <a:solidFill>
                  <a:schemeClr val="tx1"/>
                </a:solidFill>
                <a:effectLst/>
                <a:uLnTx/>
                <a:uFillTx/>
                <a:latin typeface="+mn-lt"/>
                <a:ea typeface="+mn-ea"/>
                <a:cs typeface="+mn-cs"/>
              </a:rPr>
              <a:t> </a:t>
            </a:r>
          </a:p>
        </p:txBody>
      </p:sp>
      <p:sp>
        <p:nvSpPr>
          <p:cNvPr id="8" name="TextBox 7">
            <a:extLst>
              <a:ext uri="{FF2B5EF4-FFF2-40B4-BE49-F238E27FC236}">
                <a16:creationId xmlns:a16="http://schemas.microsoft.com/office/drawing/2014/main" id="{A578A9F1-EE72-CEF9-E4EB-6115187CDE1B}"/>
              </a:ext>
            </a:extLst>
          </p:cNvPr>
          <p:cNvSpPr txBox="1"/>
          <p:nvPr/>
        </p:nvSpPr>
        <p:spPr>
          <a:xfrm>
            <a:off x="914400" y="1335268"/>
            <a:ext cx="10744200" cy="5632311"/>
          </a:xfrm>
          <a:prstGeom prst="rect">
            <a:avLst/>
          </a:prstGeom>
          <a:noFill/>
        </p:spPr>
        <p:txBody>
          <a:bodyPr wrap="square">
            <a:spAutoFit/>
          </a:bodyPr>
          <a:lstStyle/>
          <a:p>
            <a:r>
              <a:rPr lang="en-IN" b="1" dirty="0"/>
              <a:t>Which of the following techniques does the memory manager use to improve memory utilization?</a:t>
            </a:r>
            <a:endParaRPr lang="en-IN" dirty="0"/>
          </a:p>
          <a:p>
            <a:pPr>
              <a:buFont typeface="Arial" panose="020B0604020202020204" pitchFamily="34" charset="0"/>
              <a:buChar char="•"/>
            </a:pPr>
            <a:r>
              <a:rPr lang="en-IN" dirty="0"/>
              <a:t>A) Compaction</a:t>
            </a:r>
          </a:p>
          <a:p>
            <a:pPr>
              <a:buFont typeface="Arial" panose="020B0604020202020204" pitchFamily="34" charset="0"/>
              <a:buChar char="•"/>
            </a:pPr>
            <a:r>
              <a:rPr lang="en-IN" dirty="0"/>
              <a:t>B) Segmentation</a:t>
            </a:r>
          </a:p>
          <a:p>
            <a:pPr>
              <a:buFont typeface="Arial" panose="020B0604020202020204" pitchFamily="34" charset="0"/>
              <a:buChar char="•"/>
            </a:pPr>
            <a:r>
              <a:rPr lang="en-IN" dirty="0"/>
              <a:t>C) Paging</a:t>
            </a:r>
          </a:p>
          <a:p>
            <a:pPr>
              <a:buFont typeface="Arial" panose="020B0604020202020204" pitchFamily="34" charset="0"/>
              <a:buChar char="•"/>
            </a:pPr>
            <a:r>
              <a:rPr lang="en-IN" dirty="0"/>
              <a:t>D</a:t>
            </a:r>
            <a:r>
              <a:rPr lang="en-IN" b="1" dirty="0"/>
              <a:t>) All of the above</a:t>
            </a:r>
          </a:p>
          <a:p>
            <a:pPr>
              <a:buFont typeface="Arial" panose="020B0604020202020204" pitchFamily="34" charset="0"/>
              <a:buChar char="•"/>
            </a:pPr>
            <a:endParaRPr lang="en-IN" dirty="0"/>
          </a:p>
          <a:p>
            <a:r>
              <a:rPr lang="en-IN" b="1" dirty="0"/>
              <a:t>The role of the loader in memory management is to:</a:t>
            </a:r>
            <a:endParaRPr lang="en-IN" dirty="0"/>
          </a:p>
          <a:p>
            <a:pPr>
              <a:buFont typeface="Arial" panose="020B0604020202020204" pitchFamily="34" charset="0"/>
              <a:buChar char="•"/>
            </a:pPr>
            <a:r>
              <a:rPr lang="en-IN" dirty="0"/>
              <a:t>A) Execute instructions</a:t>
            </a:r>
          </a:p>
          <a:p>
            <a:pPr>
              <a:buFont typeface="Arial" panose="020B0604020202020204" pitchFamily="34" charset="0"/>
              <a:buChar char="•"/>
            </a:pPr>
            <a:r>
              <a:rPr lang="en-IN" dirty="0"/>
              <a:t>B) Translate logical addresses to physical addresses</a:t>
            </a:r>
          </a:p>
          <a:p>
            <a:pPr>
              <a:buFont typeface="Arial" panose="020B0604020202020204" pitchFamily="34" charset="0"/>
              <a:buChar char="•"/>
            </a:pPr>
            <a:r>
              <a:rPr lang="en-IN" dirty="0"/>
              <a:t>C) </a:t>
            </a:r>
            <a:r>
              <a:rPr lang="en-IN" b="1" dirty="0"/>
              <a:t>Load the program into memory</a:t>
            </a:r>
          </a:p>
          <a:p>
            <a:pPr>
              <a:buFont typeface="Arial" panose="020B0604020202020204" pitchFamily="34" charset="0"/>
              <a:buChar char="•"/>
            </a:pPr>
            <a:r>
              <a:rPr lang="en-IN" dirty="0"/>
              <a:t>D) Allocate memory to the process</a:t>
            </a:r>
          </a:p>
          <a:p>
            <a:pPr>
              <a:buFont typeface="Arial" panose="020B0604020202020204" pitchFamily="34" charset="0"/>
              <a:buChar char="•"/>
            </a:pPr>
            <a:endParaRPr lang="en-IN" dirty="0"/>
          </a:p>
          <a:p>
            <a:r>
              <a:rPr lang="en-IN" b="1" dirty="0"/>
              <a:t>Which of the following address binding techniques allows processes to be moved between memory locations during execution?</a:t>
            </a:r>
            <a:endParaRPr lang="en-IN" dirty="0"/>
          </a:p>
          <a:p>
            <a:pPr>
              <a:buFont typeface="Arial" panose="020B0604020202020204" pitchFamily="34" charset="0"/>
              <a:buChar char="•"/>
            </a:pPr>
            <a:r>
              <a:rPr lang="en-IN" dirty="0"/>
              <a:t>A) Compile-time</a:t>
            </a:r>
          </a:p>
          <a:p>
            <a:pPr>
              <a:buFont typeface="Arial" panose="020B0604020202020204" pitchFamily="34" charset="0"/>
              <a:buChar char="•"/>
            </a:pPr>
            <a:r>
              <a:rPr lang="en-IN" dirty="0"/>
              <a:t>B) Load-time</a:t>
            </a:r>
          </a:p>
          <a:p>
            <a:pPr>
              <a:buFont typeface="Arial" panose="020B0604020202020204" pitchFamily="34" charset="0"/>
              <a:buChar char="•"/>
            </a:pPr>
            <a:r>
              <a:rPr lang="en-IN" dirty="0"/>
              <a:t>C) </a:t>
            </a:r>
            <a:r>
              <a:rPr lang="en-IN" b="1" dirty="0"/>
              <a:t>Execution-time</a:t>
            </a:r>
          </a:p>
          <a:p>
            <a:pPr>
              <a:buFont typeface="Arial" panose="020B0604020202020204" pitchFamily="34" charset="0"/>
              <a:buChar char="•"/>
            </a:pPr>
            <a:r>
              <a:rPr lang="en-IN" dirty="0"/>
              <a:t>D) Static binding</a:t>
            </a:r>
          </a:p>
          <a:p>
            <a:pPr>
              <a:buFont typeface="Arial" panose="020B0604020202020204" pitchFamily="34" charset="0"/>
              <a:buChar char="•"/>
            </a:pPr>
            <a:endParaRPr lang="en-IN" dirty="0"/>
          </a:p>
          <a:p>
            <a:pPr>
              <a:buFont typeface="Arial" panose="020B0604020202020204" pitchFamily="34" charset="0"/>
              <a:buChar char="•"/>
            </a:pPr>
            <a:endParaRPr lang="en-IN" dirty="0"/>
          </a:p>
        </p:txBody>
      </p:sp>
    </p:spTree>
    <p:extLst>
      <p:ext uri="{BB962C8B-B14F-4D97-AF65-F5344CB8AC3E}">
        <p14:creationId xmlns:p14="http://schemas.microsoft.com/office/powerpoint/2010/main" val="331456241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EDDD2-2E29-6DAC-A271-152CA7BF392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C9AF86A-780D-02E2-B46B-58591C6F6414}"/>
              </a:ext>
            </a:extLst>
          </p:cNvPr>
          <p:cNvSpPr>
            <a:spLocks noGrp="1"/>
          </p:cNvSpPr>
          <p:nvPr>
            <p:ph type="dt" sz="half" idx="10"/>
          </p:nvPr>
        </p:nvSpPr>
        <p:spPr/>
        <p:txBody>
          <a:bodyPr/>
          <a:lstStyle/>
          <a:p>
            <a:fld id="{F92F46D9-49F2-46A0-9CC7-AD6BB511424C}" type="datetime2">
              <a:rPr lang="en-US" smtClean="0"/>
              <a:t>Monday, September 1, 2025</a:t>
            </a:fld>
            <a:endParaRPr lang="en-US"/>
          </a:p>
        </p:txBody>
      </p:sp>
      <p:sp>
        <p:nvSpPr>
          <p:cNvPr id="5" name="Footer Placeholder 4">
            <a:extLst>
              <a:ext uri="{FF2B5EF4-FFF2-40B4-BE49-F238E27FC236}">
                <a16:creationId xmlns:a16="http://schemas.microsoft.com/office/drawing/2014/main" id="{A149AF49-9EDC-BAF6-CAF7-10C77353E4C3}"/>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5C2C223A-F12B-1F47-33C0-6E97D32E7076}"/>
              </a:ext>
            </a:extLst>
          </p:cNvPr>
          <p:cNvSpPr>
            <a:spLocks noGrp="1"/>
          </p:cNvSpPr>
          <p:nvPr>
            <p:ph type="sldNum" sz="quarter" idx="12"/>
          </p:nvPr>
        </p:nvSpPr>
        <p:spPr/>
        <p:txBody>
          <a:bodyPr/>
          <a:lstStyle/>
          <a:p>
            <a:fld id="{B6F15528-21DE-4FAA-801E-634DDDAF4B2B}" type="slidenum">
              <a:rPr lang="en-US" smtClean="0"/>
              <a:pPr/>
              <a:t>109</a:t>
            </a:fld>
            <a:endParaRPr lang="en-US" dirty="0"/>
          </a:p>
        </p:txBody>
      </p:sp>
      <p:sp>
        <p:nvSpPr>
          <p:cNvPr id="7" name="Title 1">
            <a:extLst>
              <a:ext uri="{FF2B5EF4-FFF2-40B4-BE49-F238E27FC236}">
                <a16:creationId xmlns:a16="http://schemas.microsoft.com/office/drawing/2014/main" id="{6CA1B8BD-C6FA-2756-77AB-45FC221C5D87}"/>
              </a:ext>
            </a:extLst>
          </p:cNvPr>
          <p:cNvSpPr txBox="1">
            <a:spLocks/>
          </p:cNvSpPr>
          <p:nvPr/>
        </p:nvSpPr>
        <p:spPr>
          <a:xfrm>
            <a:off x="1981200" y="2"/>
            <a:ext cx="10210800" cy="126893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pPr>
            <a:r>
              <a:rPr lang="en-US" sz="3200" dirty="0">
                <a:solidFill>
                  <a:schemeClr val="dk1"/>
                </a:solidFill>
              </a:rPr>
              <a:t>MCQ</a:t>
            </a:r>
          </a:p>
        </p:txBody>
      </p:sp>
      <p:pic>
        <p:nvPicPr>
          <p:cNvPr id="2" name="Picture 1" descr="A black and red logo&#10;&#10;Description automatically generated">
            <a:extLst>
              <a:ext uri="{FF2B5EF4-FFF2-40B4-BE49-F238E27FC236}">
                <a16:creationId xmlns:a16="http://schemas.microsoft.com/office/drawing/2014/main" id="{C813418F-D644-4CFE-288B-2DED0397FB2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1" name="TextBox 110">
            <a:extLst>
              <a:ext uri="{FF2B5EF4-FFF2-40B4-BE49-F238E27FC236}">
                <a16:creationId xmlns:a16="http://schemas.microsoft.com/office/drawing/2014/main" id="{EB2EC72A-6E77-4B25-D151-CA6797F3BF02}"/>
              </a:ext>
            </a:extLst>
          </p:cNvPr>
          <p:cNvSpPr txBox="1"/>
          <p:nvPr/>
        </p:nvSpPr>
        <p:spPr>
          <a:xfrm>
            <a:off x="609600" y="2142494"/>
            <a:ext cx="11353800" cy="430887"/>
          </a:xfrm>
          <a:prstGeom prst="rect">
            <a:avLst/>
          </a:prstGeom>
          <a:noFill/>
        </p:spPr>
        <p:txBody>
          <a:bodyPr wrap="square">
            <a:spAutoFit/>
          </a:bodyPr>
          <a:lstStyle/>
          <a:p>
            <a:pPr marL="342900" indent="-342900">
              <a:spcBef>
                <a:spcPct val="20000"/>
              </a:spcBef>
              <a:defRPr/>
            </a:pPr>
            <a:r>
              <a:rPr kumimoji="0" lang="en-US" sz="2200" b="1" i="0" u="sng" strike="noStrike" kern="1200" cap="none" spc="0" normalizeH="0" baseline="0" noProof="0" dirty="0">
                <a:ln>
                  <a:noFill/>
                </a:ln>
                <a:solidFill>
                  <a:schemeClr val="tx1"/>
                </a:solidFill>
                <a:effectLst/>
                <a:uLnTx/>
                <a:uFillTx/>
                <a:latin typeface="+mn-lt"/>
                <a:ea typeface="+mn-ea"/>
                <a:cs typeface="+mn-cs"/>
              </a:rPr>
              <a:t> </a:t>
            </a:r>
          </a:p>
        </p:txBody>
      </p:sp>
      <p:sp>
        <p:nvSpPr>
          <p:cNvPr id="8" name="TextBox 7">
            <a:extLst>
              <a:ext uri="{FF2B5EF4-FFF2-40B4-BE49-F238E27FC236}">
                <a16:creationId xmlns:a16="http://schemas.microsoft.com/office/drawing/2014/main" id="{D80184C6-3130-E602-9D67-4FB52C5D00E0}"/>
              </a:ext>
            </a:extLst>
          </p:cNvPr>
          <p:cNvSpPr txBox="1"/>
          <p:nvPr/>
        </p:nvSpPr>
        <p:spPr>
          <a:xfrm>
            <a:off x="914400" y="1335268"/>
            <a:ext cx="10744200" cy="5355312"/>
          </a:xfrm>
          <a:prstGeom prst="rect">
            <a:avLst/>
          </a:prstGeom>
          <a:noFill/>
        </p:spPr>
        <p:txBody>
          <a:bodyPr wrap="square">
            <a:spAutoFit/>
          </a:bodyPr>
          <a:lstStyle/>
          <a:p>
            <a:r>
              <a:rPr lang="en-IN" b="1" dirty="0"/>
              <a:t>What is a logical address?</a:t>
            </a:r>
            <a:endParaRPr lang="en-IN" dirty="0"/>
          </a:p>
          <a:p>
            <a:pPr>
              <a:buFont typeface="Arial" panose="020B0604020202020204" pitchFamily="34" charset="0"/>
              <a:buChar char="•"/>
            </a:pPr>
            <a:r>
              <a:rPr lang="en-IN" dirty="0"/>
              <a:t>A) The physical address of a process in memory</a:t>
            </a:r>
          </a:p>
          <a:p>
            <a:pPr>
              <a:buFont typeface="Arial" panose="020B0604020202020204" pitchFamily="34" charset="0"/>
              <a:buChar char="•"/>
            </a:pPr>
            <a:r>
              <a:rPr lang="en-IN" b="1" dirty="0"/>
              <a:t>B) The address generated by the CPU</a:t>
            </a:r>
          </a:p>
          <a:p>
            <a:pPr>
              <a:buFont typeface="Arial" panose="020B0604020202020204" pitchFamily="34" charset="0"/>
              <a:buChar char="•"/>
            </a:pPr>
            <a:r>
              <a:rPr lang="en-IN" dirty="0"/>
              <a:t>C) The address used by the memory unit to fetch data</a:t>
            </a:r>
          </a:p>
          <a:p>
            <a:pPr>
              <a:buFont typeface="Arial" panose="020B0604020202020204" pitchFamily="34" charset="0"/>
              <a:buChar char="•"/>
            </a:pPr>
            <a:r>
              <a:rPr lang="en-IN" dirty="0"/>
              <a:t>D) None of the above</a:t>
            </a:r>
          </a:p>
          <a:p>
            <a:endParaRPr lang="en-IN" dirty="0"/>
          </a:p>
          <a:p>
            <a:r>
              <a:rPr lang="en-IN" b="1" dirty="0"/>
              <a:t>In fixed partitioning, unused memory within a partition is called:</a:t>
            </a:r>
            <a:endParaRPr lang="en-IN" dirty="0"/>
          </a:p>
          <a:p>
            <a:pPr>
              <a:buFont typeface="Arial" panose="020B0604020202020204" pitchFamily="34" charset="0"/>
              <a:buChar char="•"/>
            </a:pPr>
            <a:r>
              <a:rPr lang="en-IN" dirty="0"/>
              <a:t>A) External fragmentation</a:t>
            </a:r>
          </a:p>
          <a:p>
            <a:pPr>
              <a:buFont typeface="Arial" panose="020B0604020202020204" pitchFamily="34" charset="0"/>
              <a:buChar char="•"/>
            </a:pPr>
            <a:r>
              <a:rPr lang="en-IN" dirty="0"/>
              <a:t>B) </a:t>
            </a:r>
            <a:r>
              <a:rPr lang="en-IN" b="1" dirty="0"/>
              <a:t>Internal fragmentation</a:t>
            </a:r>
          </a:p>
          <a:p>
            <a:pPr>
              <a:buFont typeface="Arial" panose="020B0604020202020204" pitchFamily="34" charset="0"/>
              <a:buChar char="•"/>
            </a:pPr>
            <a:r>
              <a:rPr lang="en-IN" dirty="0"/>
              <a:t>C) Page fault</a:t>
            </a:r>
          </a:p>
          <a:p>
            <a:pPr>
              <a:buFont typeface="Arial" panose="020B0604020202020204" pitchFamily="34" charset="0"/>
              <a:buChar char="•"/>
            </a:pPr>
            <a:r>
              <a:rPr lang="en-IN" dirty="0"/>
              <a:t>D) Thrashing</a:t>
            </a:r>
          </a:p>
          <a:p>
            <a:endParaRPr lang="en-IN" dirty="0"/>
          </a:p>
          <a:p>
            <a:r>
              <a:rPr lang="en-IN" b="1" dirty="0"/>
              <a:t>In paging, the size of a page is determined by:</a:t>
            </a:r>
            <a:endParaRPr lang="en-IN" dirty="0"/>
          </a:p>
          <a:p>
            <a:pPr>
              <a:buFont typeface="Arial" panose="020B0604020202020204" pitchFamily="34" charset="0"/>
              <a:buChar char="•"/>
            </a:pPr>
            <a:r>
              <a:rPr lang="en-IN" dirty="0"/>
              <a:t>A) Operating system</a:t>
            </a:r>
          </a:p>
          <a:p>
            <a:pPr>
              <a:buFont typeface="Arial" panose="020B0604020202020204" pitchFamily="34" charset="0"/>
              <a:buChar char="•"/>
            </a:pPr>
            <a:r>
              <a:rPr lang="en-IN" dirty="0"/>
              <a:t>B) Processor architecture</a:t>
            </a:r>
          </a:p>
          <a:p>
            <a:pPr>
              <a:buFont typeface="Arial" panose="020B0604020202020204" pitchFamily="34" charset="0"/>
              <a:buChar char="•"/>
            </a:pPr>
            <a:r>
              <a:rPr lang="en-IN" dirty="0"/>
              <a:t>C) </a:t>
            </a:r>
            <a:r>
              <a:rPr lang="en-IN" b="1" dirty="0"/>
              <a:t>Both A and B</a:t>
            </a:r>
          </a:p>
          <a:p>
            <a:pPr>
              <a:buFont typeface="Arial" panose="020B0604020202020204" pitchFamily="34" charset="0"/>
              <a:buChar char="•"/>
            </a:pPr>
            <a:r>
              <a:rPr lang="en-IN" dirty="0"/>
              <a:t>D) Compiler</a:t>
            </a:r>
          </a:p>
          <a:p>
            <a:endParaRPr lang="en-IN" dirty="0"/>
          </a:p>
          <a:p>
            <a:pPr>
              <a:buFont typeface="Arial" panose="020B0604020202020204" pitchFamily="34" charset="0"/>
              <a:buChar char="•"/>
            </a:pPr>
            <a:endParaRPr lang="en-IN" dirty="0"/>
          </a:p>
        </p:txBody>
      </p:sp>
    </p:spTree>
    <p:extLst>
      <p:ext uri="{BB962C8B-B14F-4D97-AF65-F5344CB8AC3E}">
        <p14:creationId xmlns:p14="http://schemas.microsoft.com/office/powerpoint/2010/main" val="43031573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B46ED-475F-EBB6-C151-B3A76695675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BDF5ADA-6615-47F0-4DBC-1DCECD6F3B84}"/>
              </a:ext>
            </a:extLst>
          </p:cNvPr>
          <p:cNvSpPr>
            <a:spLocks noGrp="1"/>
          </p:cNvSpPr>
          <p:nvPr>
            <p:ph type="dt" sz="half" idx="10"/>
          </p:nvPr>
        </p:nvSpPr>
        <p:spPr/>
        <p:txBody>
          <a:bodyPr/>
          <a:lstStyle/>
          <a:p>
            <a:fld id="{A63360C4-737E-4A9F-A305-4BB3BC83BD66}" type="datetime2">
              <a:rPr lang="en-US" smtClean="0"/>
              <a:t>Monday, September 1, 2025</a:t>
            </a:fld>
            <a:endParaRPr lang="en-US"/>
          </a:p>
        </p:txBody>
      </p:sp>
      <p:sp>
        <p:nvSpPr>
          <p:cNvPr id="5" name="Footer Placeholder 4">
            <a:extLst>
              <a:ext uri="{FF2B5EF4-FFF2-40B4-BE49-F238E27FC236}">
                <a16:creationId xmlns:a16="http://schemas.microsoft.com/office/drawing/2014/main" id="{090E711F-FFD9-F1F7-DDB6-7A9386F741B5}"/>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157035A6-0333-8082-C2E9-D73BA1988F33}"/>
              </a:ext>
            </a:extLst>
          </p:cNvPr>
          <p:cNvSpPr>
            <a:spLocks noGrp="1"/>
          </p:cNvSpPr>
          <p:nvPr>
            <p:ph type="sldNum" sz="quarter" idx="12"/>
          </p:nvPr>
        </p:nvSpPr>
        <p:spPr/>
        <p:txBody>
          <a:bodyPr/>
          <a:lstStyle/>
          <a:p>
            <a:fld id="{B6F15528-21DE-4FAA-801E-634DDDAF4B2B}" type="slidenum">
              <a:rPr lang="en-US" smtClean="0"/>
              <a:pPr/>
              <a:t>110</a:t>
            </a:fld>
            <a:endParaRPr lang="en-US" dirty="0"/>
          </a:p>
        </p:txBody>
      </p:sp>
      <p:sp>
        <p:nvSpPr>
          <p:cNvPr id="7" name="Title 1">
            <a:extLst>
              <a:ext uri="{FF2B5EF4-FFF2-40B4-BE49-F238E27FC236}">
                <a16:creationId xmlns:a16="http://schemas.microsoft.com/office/drawing/2014/main" id="{6F28969C-E0FE-076F-EFDA-AE106649B484}"/>
              </a:ext>
            </a:extLst>
          </p:cNvPr>
          <p:cNvSpPr txBox="1">
            <a:spLocks/>
          </p:cNvSpPr>
          <p:nvPr/>
        </p:nvSpPr>
        <p:spPr>
          <a:xfrm>
            <a:off x="1981200" y="2"/>
            <a:ext cx="10210800" cy="126893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nSpc>
                <a:spcPct val="150000"/>
              </a:lnSpc>
            </a:pPr>
            <a:r>
              <a:rPr lang="en-US" sz="3200" dirty="0">
                <a:solidFill>
                  <a:schemeClr val="dk1"/>
                </a:solidFill>
              </a:rPr>
              <a:t>Weekly Assignment</a:t>
            </a:r>
          </a:p>
        </p:txBody>
      </p:sp>
      <p:pic>
        <p:nvPicPr>
          <p:cNvPr id="2" name="Picture 1" descr="A black and red logo&#10;&#10;Description automatically generated">
            <a:extLst>
              <a:ext uri="{FF2B5EF4-FFF2-40B4-BE49-F238E27FC236}">
                <a16:creationId xmlns:a16="http://schemas.microsoft.com/office/drawing/2014/main" id="{CFAE9FFD-0FBB-CE74-3280-98E3C695AF7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1" name="TextBox 110">
            <a:extLst>
              <a:ext uri="{FF2B5EF4-FFF2-40B4-BE49-F238E27FC236}">
                <a16:creationId xmlns:a16="http://schemas.microsoft.com/office/drawing/2014/main" id="{20B8703A-13A6-3C9E-3843-56D3968DBAC1}"/>
              </a:ext>
            </a:extLst>
          </p:cNvPr>
          <p:cNvSpPr txBox="1"/>
          <p:nvPr/>
        </p:nvSpPr>
        <p:spPr>
          <a:xfrm>
            <a:off x="609600" y="2142494"/>
            <a:ext cx="11353800" cy="430887"/>
          </a:xfrm>
          <a:prstGeom prst="rect">
            <a:avLst/>
          </a:prstGeom>
          <a:noFill/>
        </p:spPr>
        <p:txBody>
          <a:bodyPr wrap="square">
            <a:spAutoFit/>
          </a:bodyPr>
          <a:lstStyle/>
          <a:p>
            <a:pPr marL="342900" indent="-342900">
              <a:spcBef>
                <a:spcPct val="20000"/>
              </a:spcBef>
              <a:defRPr/>
            </a:pPr>
            <a:r>
              <a:rPr kumimoji="0" lang="en-US" sz="2200" b="1" i="0" u="sng" strike="noStrike" kern="1200" cap="none" spc="0" normalizeH="0" baseline="0" noProof="0" dirty="0">
                <a:ln>
                  <a:noFill/>
                </a:ln>
                <a:solidFill>
                  <a:schemeClr val="tx1"/>
                </a:solidFill>
                <a:effectLst/>
                <a:uLnTx/>
                <a:uFillTx/>
                <a:latin typeface="+mn-lt"/>
                <a:ea typeface="+mn-ea"/>
                <a:cs typeface="+mn-cs"/>
              </a:rPr>
              <a:t> </a:t>
            </a:r>
          </a:p>
        </p:txBody>
      </p:sp>
      <p:sp>
        <p:nvSpPr>
          <p:cNvPr id="3" name="TextBox 2">
            <a:extLst>
              <a:ext uri="{FF2B5EF4-FFF2-40B4-BE49-F238E27FC236}">
                <a16:creationId xmlns:a16="http://schemas.microsoft.com/office/drawing/2014/main" id="{65F0A585-DACA-ACC3-D72D-B9620327F244}"/>
              </a:ext>
            </a:extLst>
          </p:cNvPr>
          <p:cNvSpPr txBox="1"/>
          <p:nvPr/>
        </p:nvSpPr>
        <p:spPr>
          <a:xfrm>
            <a:off x="1373039" y="2145039"/>
            <a:ext cx="9826921" cy="2603790"/>
          </a:xfrm>
          <a:prstGeom prst="rect">
            <a:avLst/>
          </a:prstGeom>
          <a:noFill/>
        </p:spPr>
        <p:txBody>
          <a:bodyPr wrap="none" rtlCol="0">
            <a:spAutoFit/>
          </a:bodyPr>
          <a:lstStyle/>
          <a:p>
            <a:pPr marL="457200" lvl="0" indent="-457200">
              <a:lnSpc>
                <a:spcPct val="150000"/>
              </a:lnSpc>
              <a:spcBef>
                <a:spcPct val="20000"/>
              </a:spcBef>
              <a:buFont typeface="Arial" pitchFamily="34" charset="0"/>
              <a:buChar char="•"/>
              <a:defRPr/>
            </a:pPr>
            <a:r>
              <a:rPr lang="en-US" sz="2200" dirty="0"/>
              <a:t>Name  the common  strategies to select a free hole from a set of available holes.</a:t>
            </a:r>
          </a:p>
          <a:p>
            <a:pPr marL="457200" indent="-457200">
              <a:lnSpc>
                <a:spcPct val="150000"/>
              </a:lnSpc>
              <a:spcBef>
                <a:spcPct val="20000"/>
              </a:spcBef>
              <a:buFont typeface="Arial" pitchFamily="34" charset="0"/>
              <a:buChar char="•"/>
              <a:defRPr/>
            </a:pPr>
            <a:r>
              <a:rPr lang="en-US" sz="2200" dirty="0"/>
              <a:t>Explain Compaction.</a:t>
            </a:r>
            <a:endParaRPr lang="en-IN" sz="2200" dirty="0"/>
          </a:p>
          <a:p>
            <a:pPr marL="457200" indent="-457200">
              <a:lnSpc>
                <a:spcPct val="150000"/>
              </a:lnSpc>
              <a:spcBef>
                <a:spcPct val="20000"/>
              </a:spcBef>
              <a:buFont typeface="Arial" pitchFamily="34" charset="0"/>
              <a:buChar char="•"/>
              <a:defRPr/>
            </a:pPr>
            <a:r>
              <a:rPr lang="en-US" sz="2200" dirty="0"/>
              <a:t> Define Virtual Memory.</a:t>
            </a:r>
          </a:p>
          <a:p>
            <a:pPr marL="457200" indent="-457200">
              <a:lnSpc>
                <a:spcPct val="150000"/>
              </a:lnSpc>
              <a:spcBef>
                <a:spcPct val="20000"/>
              </a:spcBef>
              <a:buFont typeface="Arial" pitchFamily="34" charset="0"/>
              <a:buChar char="•"/>
              <a:defRPr/>
            </a:pPr>
            <a:r>
              <a:rPr lang="en-US" sz="2200" dirty="0"/>
              <a:t>Name the various page replacement algorithms used for page replacement.</a:t>
            </a:r>
            <a:endParaRPr lang="en-IN" sz="2200" dirty="0"/>
          </a:p>
          <a:p>
            <a:endParaRPr lang="en-US" dirty="0"/>
          </a:p>
        </p:txBody>
      </p:sp>
    </p:spTree>
    <p:extLst>
      <p:ext uri="{BB962C8B-B14F-4D97-AF65-F5344CB8AC3E}">
        <p14:creationId xmlns:p14="http://schemas.microsoft.com/office/powerpoint/2010/main" val="17770600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5454F05-964B-40CC-B583-90D6B28B9413}" type="datetime2">
              <a:rPr lang="en-US" smtClean="0"/>
              <a:t>Monday, September 1, 2025</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111</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sz="2800" dirty="0">
                <a:solidFill>
                  <a:schemeClr val="dk1"/>
                </a:solidFill>
              </a:rPr>
              <a:t>Old Question Papers</a:t>
            </a:r>
          </a:p>
        </p:txBody>
      </p:sp>
      <p:pic>
        <p:nvPicPr>
          <p:cNvPr id="3" name="Picture 2" descr="A black and red logo&#10;&#10;Description automatically generated">
            <a:extLst>
              <a:ext uri="{FF2B5EF4-FFF2-40B4-BE49-F238E27FC236}">
                <a16:creationId xmlns:a16="http://schemas.microsoft.com/office/drawing/2014/main" id="{1031CDC9-A15C-5FA6-BEB3-FAC8C829E8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9" name="Picture 3">
            <a:extLst>
              <a:ext uri="{FF2B5EF4-FFF2-40B4-BE49-F238E27FC236}">
                <a16:creationId xmlns:a16="http://schemas.microsoft.com/office/drawing/2014/main" id="{53BB54F1-585A-222F-9242-8CEEB2056F15}"/>
              </a:ext>
            </a:extLst>
          </p:cNvPr>
          <p:cNvPicPr>
            <a:picLocks noChangeAspect="1" noChangeArrowheads="1"/>
          </p:cNvPicPr>
          <p:nvPr/>
        </p:nvPicPr>
        <p:blipFill>
          <a:blip r:embed="rId3" cstate="print"/>
          <a:srcRect/>
          <a:stretch>
            <a:fillRect/>
          </a:stretch>
        </p:blipFill>
        <p:spPr bwMode="auto">
          <a:xfrm>
            <a:off x="2209800" y="1003299"/>
            <a:ext cx="7848600" cy="5245101"/>
          </a:xfrm>
          <a:prstGeom prst="rect">
            <a:avLst/>
          </a:prstGeom>
          <a:noFill/>
          <a:ln w="9525">
            <a:noFill/>
            <a:miter lim="800000"/>
            <a:headEnd/>
            <a:tailEnd/>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F987D-7E49-02F3-3785-CA88DD2C7E6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0BB56E5-DC94-2379-D6D6-367762893145}"/>
              </a:ext>
            </a:extLst>
          </p:cNvPr>
          <p:cNvSpPr>
            <a:spLocks noGrp="1"/>
          </p:cNvSpPr>
          <p:nvPr>
            <p:ph type="dt" sz="half" idx="10"/>
          </p:nvPr>
        </p:nvSpPr>
        <p:spPr/>
        <p:txBody>
          <a:bodyPr/>
          <a:lstStyle/>
          <a:p>
            <a:fld id="{3F656533-0D47-4BEA-9241-D7711FA629B2}" type="datetime2">
              <a:rPr lang="en-US" smtClean="0"/>
              <a:t>Monday, September 1, 2025</a:t>
            </a:fld>
            <a:endParaRPr lang="en-US"/>
          </a:p>
        </p:txBody>
      </p:sp>
      <p:sp>
        <p:nvSpPr>
          <p:cNvPr id="5" name="Footer Placeholder 4">
            <a:extLst>
              <a:ext uri="{FF2B5EF4-FFF2-40B4-BE49-F238E27FC236}">
                <a16:creationId xmlns:a16="http://schemas.microsoft.com/office/drawing/2014/main" id="{4AD8B580-EC9F-BFCD-B752-6FCC3A91BC67}"/>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B00BA210-B7F5-4228-3FC0-DC221C7DF94F}"/>
              </a:ext>
            </a:extLst>
          </p:cNvPr>
          <p:cNvSpPr>
            <a:spLocks noGrp="1"/>
          </p:cNvSpPr>
          <p:nvPr>
            <p:ph type="sldNum" sz="quarter" idx="12"/>
          </p:nvPr>
        </p:nvSpPr>
        <p:spPr/>
        <p:txBody>
          <a:bodyPr/>
          <a:lstStyle/>
          <a:p>
            <a:fld id="{B6F15528-21DE-4FAA-801E-634DDDAF4B2B}" type="slidenum">
              <a:rPr lang="en-US" smtClean="0"/>
              <a:pPr/>
              <a:t>112</a:t>
            </a:fld>
            <a:endParaRPr lang="en-US"/>
          </a:p>
        </p:txBody>
      </p:sp>
      <p:sp>
        <p:nvSpPr>
          <p:cNvPr id="7" name="Title 1">
            <a:extLst>
              <a:ext uri="{FF2B5EF4-FFF2-40B4-BE49-F238E27FC236}">
                <a16:creationId xmlns:a16="http://schemas.microsoft.com/office/drawing/2014/main" id="{E8374C45-0BBE-C6CA-4C8B-21AB70EC3BD9}"/>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sz="2800" dirty="0">
                <a:solidFill>
                  <a:schemeClr val="dk1"/>
                </a:solidFill>
              </a:rPr>
              <a:t>Old Question Papers</a:t>
            </a:r>
          </a:p>
        </p:txBody>
      </p:sp>
      <p:pic>
        <p:nvPicPr>
          <p:cNvPr id="3" name="Picture 2" descr="A black and red logo&#10;&#10;Description automatically generated">
            <a:extLst>
              <a:ext uri="{FF2B5EF4-FFF2-40B4-BE49-F238E27FC236}">
                <a16:creationId xmlns:a16="http://schemas.microsoft.com/office/drawing/2014/main" id="{EA05AF24-0C68-94E9-7010-91CE1C3688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2" name="Picture 3">
            <a:extLst>
              <a:ext uri="{FF2B5EF4-FFF2-40B4-BE49-F238E27FC236}">
                <a16:creationId xmlns:a16="http://schemas.microsoft.com/office/drawing/2014/main" id="{02FA088E-F6E7-C7D8-747C-3132E50A85B4}"/>
              </a:ext>
            </a:extLst>
          </p:cNvPr>
          <p:cNvPicPr>
            <a:picLocks noChangeAspect="1" noChangeArrowheads="1"/>
          </p:cNvPicPr>
          <p:nvPr/>
        </p:nvPicPr>
        <p:blipFill>
          <a:blip r:embed="rId3" cstate="print"/>
          <a:srcRect/>
          <a:stretch>
            <a:fillRect/>
          </a:stretch>
        </p:blipFill>
        <p:spPr bwMode="auto">
          <a:xfrm>
            <a:off x="2895600" y="935509"/>
            <a:ext cx="6721475" cy="5341025"/>
          </a:xfrm>
          <a:prstGeom prst="rect">
            <a:avLst/>
          </a:prstGeom>
          <a:noFill/>
          <a:ln w="9525">
            <a:noFill/>
            <a:miter lim="800000"/>
            <a:headEnd/>
            <a:tailEnd/>
          </a:ln>
        </p:spPr>
      </p:pic>
    </p:spTree>
    <p:extLst>
      <p:ext uri="{BB962C8B-B14F-4D97-AF65-F5344CB8AC3E}">
        <p14:creationId xmlns:p14="http://schemas.microsoft.com/office/powerpoint/2010/main" val="37549153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EA7CA-F3A7-5C47-6ACD-17A7FA085D2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46DE607-FE04-FE1B-DA1B-BC8224B2EE34}"/>
              </a:ext>
            </a:extLst>
          </p:cNvPr>
          <p:cNvSpPr>
            <a:spLocks noGrp="1"/>
          </p:cNvSpPr>
          <p:nvPr>
            <p:ph type="dt" sz="half" idx="10"/>
          </p:nvPr>
        </p:nvSpPr>
        <p:spPr/>
        <p:txBody>
          <a:bodyPr/>
          <a:lstStyle/>
          <a:p>
            <a:fld id="{29647BD6-7DBD-4C59-ADFD-DB61F64F0BDE}" type="datetime2">
              <a:rPr lang="en-US" smtClean="0"/>
              <a:t>Monday, September 1, 2025</a:t>
            </a:fld>
            <a:endParaRPr lang="en-US"/>
          </a:p>
        </p:txBody>
      </p:sp>
      <p:sp>
        <p:nvSpPr>
          <p:cNvPr id="5" name="Footer Placeholder 4">
            <a:extLst>
              <a:ext uri="{FF2B5EF4-FFF2-40B4-BE49-F238E27FC236}">
                <a16:creationId xmlns:a16="http://schemas.microsoft.com/office/drawing/2014/main" id="{EEBA1EBA-987C-FAEC-949B-3197794D0214}"/>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113536AF-6B47-90BD-58D8-0D6E8626163E}"/>
              </a:ext>
            </a:extLst>
          </p:cNvPr>
          <p:cNvSpPr>
            <a:spLocks noGrp="1"/>
          </p:cNvSpPr>
          <p:nvPr>
            <p:ph type="sldNum" sz="quarter" idx="12"/>
          </p:nvPr>
        </p:nvSpPr>
        <p:spPr/>
        <p:txBody>
          <a:bodyPr/>
          <a:lstStyle/>
          <a:p>
            <a:fld id="{B6F15528-21DE-4FAA-801E-634DDDAF4B2B}" type="slidenum">
              <a:rPr lang="en-US" smtClean="0"/>
              <a:pPr/>
              <a:t>113</a:t>
            </a:fld>
            <a:endParaRPr lang="en-US"/>
          </a:p>
        </p:txBody>
      </p:sp>
      <p:sp>
        <p:nvSpPr>
          <p:cNvPr id="7" name="Title 1">
            <a:extLst>
              <a:ext uri="{FF2B5EF4-FFF2-40B4-BE49-F238E27FC236}">
                <a16:creationId xmlns:a16="http://schemas.microsoft.com/office/drawing/2014/main" id="{93E86BE5-AA98-421C-0940-9AA3C0D5E8D5}"/>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sz="2800" dirty="0">
                <a:solidFill>
                  <a:schemeClr val="dk1"/>
                </a:solidFill>
              </a:rPr>
              <a:t>Old Question Papers</a:t>
            </a:r>
          </a:p>
        </p:txBody>
      </p:sp>
      <p:pic>
        <p:nvPicPr>
          <p:cNvPr id="3" name="Picture 2" descr="A black and red logo&#10;&#10;Description automatically generated">
            <a:extLst>
              <a:ext uri="{FF2B5EF4-FFF2-40B4-BE49-F238E27FC236}">
                <a16:creationId xmlns:a16="http://schemas.microsoft.com/office/drawing/2014/main" id="{923C8980-2680-3406-D287-3578A325F25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8" name="Picture 3">
            <a:extLst>
              <a:ext uri="{FF2B5EF4-FFF2-40B4-BE49-F238E27FC236}">
                <a16:creationId xmlns:a16="http://schemas.microsoft.com/office/drawing/2014/main" id="{889CDD96-2BBF-83DF-E57E-791050175681}"/>
              </a:ext>
            </a:extLst>
          </p:cNvPr>
          <p:cNvPicPr>
            <a:picLocks noChangeAspect="1" noChangeArrowheads="1"/>
          </p:cNvPicPr>
          <p:nvPr/>
        </p:nvPicPr>
        <p:blipFill>
          <a:blip r:embed="rId3" cstate="print"/>
          <a:srcRect/>
          <a:stretch>
            <a:fillRect/>
          </a:stretch>
        </p:blipFill>
        <p:spPr bwMode="auto">
          <a:xfrm>
            <a:off x="2857676" y="1079500"/>
            <a:ext cx="7302324" cy="5168901"/>
          </a:xfrm>
          <a:prstGeom prst="rect">
            <a:avLst/>
          </a:prstGeom>
          <a:noFill/>
          <a:ln w="9525">
            <a:noFill/>
            <a:miter lim="800000"/>
            <a:headEnd/>
            <a:tailEnd/>
          </a:ln>
        </p:spPr>
      </p:pic>
    </p:spTree>
    <p:extLst>
      <p:ext uri="{BB962C8B-B14F-4D97-AF65-F5344CB8AC3E}">
        <p14:creationId xmlns:p14="http://schemas.microsoft.com/office/powerpoint/2010/main" val="263692726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E2DBF-2763-0346-2A56-89F90DDD958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87E4672-70B8-6527-3435-96EE4AD0E0F7}"/>
              </a:ext>
            </a:extLst>
          </p:cNvPr>
          <p:cNvSpPr>
            <a:spLocks noGrp="1"/>
          </p:cNvSpPr>
          <p:nvPr>
            <p:ph type="dt" sz="half" idx="10"/>
          </p:nvPr>
        </p:nvSpPr>
        <p:spPr/>
        <p:txBody>
          <a:bodyPr/>
          <a:lstStyle/>
          <a:p>
            <a:fld id="{ABD0E0FB-DC0E-45A4-8912-ABA188F46634}" type="datetime2">
              <a:rPr lang="en-US" smtClean="0"/>
              <a:t>Monday, September 1, 2025</a:t>
            </a:fld>
            <a:endParaRPr lang="en-US"/>
          </a:p>
        </p:txBody>
      </p:sp>
      <p:sp>
        <p:nvSpPr>
          <p:cNvPr id="5" name="Footer Placeholder 4">
            <a:extLst>
              <a:ext uri="{FF2B5EF4-FFF2-40B4-BE49-F238E27FC236}">
                <a16:creationId xmlns:a16="http://schemas.microsoft.com/office/drawing/2014/main" id="{3F0525C9-A918-CCAF-D8C7-1627A863BEA5}"/>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7DFEAB0C-51B2-9AA3-7385-D2273E133F4A}"/>
              </a:ext>
            </a:extLst>
          </p:cNvPr>
          <p:cNvSpPr>
            <a:spLocks noGrp="1"/>
          </p:cNvSpPr>
          <p:nvPr>
            <p:ph type="sldNum" sz="quarter" idx="12"/>
          </p:nvPr>
        </p:nvSpPr>
        <p:spPr/>
        <p:txBody>
          <a:bodyPr/>
          <a:lstStyle/>
          <a:p>
            <a:fld id="{B6F15528-21DE-4FAA-801E-634DDDAF4B2B}" type="slidenum">
              <a:rPr lang="en-US" smtClean="0"/>
              <a:pPr/>
              <a:t>114</a:t>
            </a:fld>
            <a:endParaRPr lang="en-US"/>
          </a:p>
        </p:txBody>
      </p:sp>
      <p:sp>
        <p:nvSpPr>
          <p:cNvPr id="7" name="Title 1">
            <a:extLst>
              <a:ext uri="{FF2B5EF4-FFF2-40B4-BE49-F238E27FC236}">
                <a16:creationId xmlns:a16="http://schemas.microsoft.com/office/drawing/2014/main" id="{38840C4C-39D8-208B-FDDE-1D0A5A114BC9}"/>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sz="2800" dirty="0">
                <a:solidFill>
                  <a:schemeClr val="dk1"/>
                </a:solidFill>
              </a:rPr>
              <a:t>Old Question Papers</a:t>
            </a:r>
          </a:p>
        </p:txBody>
      </p:sp>
      <p:pic>
        <p:nvPicPr>
          <p:cNvPr id="3" name="Picture 2" descr="A black and red logo&#10;&#10;Description automatically generated">
            <a:extLst>
              <a:ext uri="{FF2B5EF4-FFF2-40B4-BE49-F238E27FC236}">
                <a16:creationId xmlns:a16="http://schemas.microsoft.com/office/drawing/2014/main" id="{A17AC946-855B-E5A7-045C-AB5D16681B5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2" name="Picture 2">
            <a:extLst>
              <a:ext uri="{FF2B5EF4-FFF2-40B4-BE49-F238E27FC236}">
                <a16:creationId xmlns:a16="http://schemas.microsoft.com/office/drawing/2014/main" id="{714E0FB7-3033-FE70-6BE6-698A9AB436CB}"/>
              </a:ext>
            </a:extLst>
          </p:cNvPr>
          <p:cNvPicPr>
            <a:picLocks noChangeAspect="1" noChangeArrowheads="1"/>
          </p:cNvPicPr>
          <p:nvPr/>
        </p:nvPicPr>
        <p:blipFill>
          <a:blip r:embed="rId3" cstate="print"/>
          <a:srcRect/>
          <a:stretch>
            <a:fillRect/>
          </a:stretch>
        </p:blipFill>
        <p:spPr bwMode="auto">
          <a:xfrm>
            <a:off x="2768600" y="1016000"/>
            <a:ext cx="7879187" cy="4445000"/>
          </a:xfrm>
          <a:prstGeom prst="rect">
            <a:avLst/>
          </a:prstGeom>
          <a:noFill/>
          <a:ln w="9525">
            <a:noFill/>
            <a:miter lim="800000"/>
            <a:headEnd/>
            <a:tailEnd/>
          </a:ln>
        </p:spPr>
      </p:pic>
    </p:spTree>
    <p:extLst>
      <p:ext uri="{BB962C8B-B14F-4D97-AF65-F5344CB8AC3E}">
        <p14:creationId xmlns:p14="http://schemas.microsoft.com/office/powerpoint/2010/main" val="228720634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48B13-48ED-501A-7A7F-49968A214BE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8CDF095-FCA8-F313-5AB6-079A358E834E}"/>
              </a:ext>
            </a:extLst>
          </p:cNvPr>
          <p:cNvSpPr>
            <a:spLocks noGrp="1"/>
          </p:cNvSpPr>
          <p:nvPr>
            <p:ph type="dt" sz="half" idx="10"/>
          </p:nvPr>
        </p:nvSpPr>
        <p:spPr/>
        <p:txBody>
          <a:bodyPr/>
          <a:lstStyle/>
          <a:p>
            <a:fld id="{ABD0E0FB-DC0E-45A4-8912-ABA188F46634}" type="datetime2">
              <a:rPr lang="en-US" smtClean="0"/>
              <a:t>Monday, September 1, 2025</a:t>
            </a:fld>
            <a:endParaRPr lang="en-US"/>
          </a:p>
        </p:txBody>
      </p:sp>
      <p:sp>
        <p:nvSpPr>
          <p:cNvPr id="5" name="Footer Placeholder 4">
            <a:extLst>
              <a:ext uri="{FF2B5EF4-FFF2-40B4-BE49-F238E27FC236}">
                <a16:creationId xmlns:a16="http://schemas.microsoft.com/office/drawing/2014/main" id="{CBAA1C46-E024-8D60-7CCE-4967C071BF3F}"/>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9976F86F-96DB-F0FB-63BB-E0BFF2F83969}"/>
              </a:ext>
            </a:extLst>
          </p:cNvPr>
          <p:cNvSpPr>
            <a:spLocks noGrp="1"/>
          </p:cNvSpPr>
          <p:nvPr>
            <p:ph type="sldNum" sz="quarter" idx="12"/>
          </p:nvPr>
        </p:nvSpPr>
        <p:spPr/>
        <p:txBody>
          <a:bodyPr/>
          <a:lstStyle/>
          <a:p>
            <a:fld id="{B6F15528-21DE-4FAA-801E-634DDDAF4B2B}" type="slidenum">
              <a:rPr lang="en-US" smtClean="0"/>
              <a:pPr/>
              <a:t>115</a:t>
            </a:fld>
            <a:endParaRPr lang="en-US"/>
          </a:p>
        </p:txBody>
      </p:sp>
      <p:sp>
        <p:nvSpPr>
          <p:cNvPr id="7" name="Title 1">
            <a:extLst>
              <a:ext uri="{FF2B5EF4-FFF2-40B4-BE49-F238E27FC236}">
                <a16:creationId xmlns:a16="http://schemas.microsoft.com/office/drawing/2014/main" id="{5EA36FBD-9951-A6C2-2C8A-0A84B12859B0}"/>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endParaRPr lang="en-US" sz="3200" dirty="0"/>
          </a:p>
          <a:p>
            <a:r>
              <a:rPr lang="en-US" sz="3200" dirty="0"/>
              <a:t>Glossary Questions</a:t>
            </a:r>
          </a:p>
          <a:p>
            <a:endParaRPr lang="en-US" sz="3200" dirty="0">
              <a:solidFill>
                <a:schemeClr val="dk1"/>
              </a:solidFill>
            </a:endParaRPr>
          </a:p>
        </p:txBody>
      </p:sp>
      <p:pic>
        <p:nvPicPr>
          <p:cNvPr id="3" name="Picture 2" descr="A black and red logo&#10;&#10;Description automatically generated">
            <a:extLst>
              <a:ext uri="{FF2B5EF4-FFF2-40B4-BE49-F238E27FC236}">
                <a16:creationId xmlns:a16="http://schemas.microsoft.com/office/drawing/2014/main" id="{5067EFD5-7145-D182-40E7-AE73289442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TextBox 8">
            <a:extLst>
              <a:ext uri="{FF2B5EF4-FFF2-40B4-BE49-F238E27FC236}">
                <a16:creationId xmlns:a16="http://schemas.microsoft.com/office/drawing/2014/main" id="{19DB59D5-DDBD-3B90-90A7-1E4EBFC0E8E4}"/>
              </a:ext>
            </a:extLst>
          </p:cNvPr>
          <p:cNvSpPr txBox="1"/>
          <p:nvPr/>
        </p:nvSpPr>
        <p:spPr>
          <a:xfrm>
            <a:off x="1447800" y="1066799"/>
            <a:ext cx="10287000" cy="4976362"/>
          </a:xfrm>
          <a:prstGeom prst="rect">
            <a:avLst/>
          </a:prstGeom>
          <a:noFill/>
        </p:spPr>
        <p:txBody>
          <a:bodyPr wrap="square">
            <a:spAutoFit/>
          </a:bodyPr>
          <a:lstStyle/>
          <a:p>
            <a:pPr marL="342900" lvl="0" indent="-342900">
              <a:lnSpc>
                <a:spcPct val="107000"/>
              </a:lnSpc>
              <a:spcAft>
                <a:spcPts val="800"/>
              </a:spcAft>
              <a:buFont typeface="+mj-lt"/>
              <a:buAutoNum type="arabicPeriod"/>
            </a:pPr>
            <a:r>
              <a:rPr lang="en-IN" sz="2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What is memory management in operating systems and types of memory management techniques?</a:t>
            </a:r>
            <a:endParaRPr lang="en-IN"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Font typeface="+mj-lt"/>
              <a:buAutoNum type="arabicPeriod"/>
            </a:pPr>
            <a:r>
              <a:rPr lang="en-IN" sz="2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Define address binding. What are the different stages of address binding?</a:t>
            </a:r>
            <a:endParaRPr lang="en-IN"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Font typeface="+mj-lt"/>
              <a:buAutoNum type="arabicPeriod"/>
            </a:pPr>
            <a:r>
              <a:rPr lang="en-IN" sz="2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Difference between logical and physical address?</a:t>
            </a:r>
            <a:endParaRPr lang="en-IN"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Font typeface="+mj-lt"/>
              <a:buAutoNum type="arabicPeriod"/>
            </a:pPr>
            <a:r>
              <a:rPr lang="en-IN" sz="2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What are contiguous and non-contiguous memory allocation?</a:t>
            </a:r>
            <a:endParaRPr lang="en-IN"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Font typeface="+mj-lt"/>
              <a:buAutoNum type="arabicPeriod"/>
            </a:pPr>
            <a:r>
              <a:rPr lang="en-IN" sz="2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Define fixed partitioning in memory management.</a:t>
            </a:r>
            <a:endParaRPr lang="en-IN"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Font typeface="+mj-lt"/>
              <a:buAutoNum type="arabicPeriod"/>
            </a:pPr>
            <a:r>
              <a:rPr lang="en-IN" sz="2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What is variable partitioning and how is it better than fixed partitioning?</a:t>
            </a:r>
            <a:endParaRPr lang="en-IN"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Font typeface="+mj-lt"/>
              <a:buAutoNum type="arabicPeriod"/>
            </a:pPr>
            <a:r>
              <a:rPr lang="en-IN" sz="2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What is paging in memory management?</a:t>
            </a:r>
            <a:endParaRPr lang="en-IN"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Font typeface="+mj-lt"/>
              <a:buAutoNum type="arabicPeriod"/>
            </a:pPr>
            <a:r>
              <a:rPr lang="en-IN" sz="2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Define segmentation. How does it differ from paging?</a:t>
            </a:r>
            <a:endParaRPr lang="en-IN"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Font typeface="+mj-lt"/>
              <a:buAutoNum type="arabicPeriod"/>
            </a:pPr>
            <a:r>
              <a:rPr lang="en-IN" sz="2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What is virtual memory?</a:t>
            </a:r>
            <a:endParaRPr lang="en-IN"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Font typeface="+mj-lt"/>
              <a:buAutoNum type="arabicPeriod"/>
            </a:pPr>
            <a:r>
              <a:rPr lang="en-IN" sz="2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Explain demand paging. How does it work?</a:t>
            </a:r>
            <a:endParaRPr lang="en-IN" sz="2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261153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85C28-984D-F375-94EC-A637B1A2D7F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7C156C4-0E92-BB50-C4A7-2146390CADB2}"/>
              </a:ext>
            </a:extLst>
          </p:cNvPr>
          <p:cNvSpPr>
            <a:spLocks noGrp="1"/>
          </p:cNvSpPr>
          <p:nvPr>
            <p:ph type="dt" sz="half" idx="10"/>
          </p:nvPr>
        </p:nvSpPr>
        <p:spPr/>
        <p:txBody>
          <a:bodyPr/>
          <a:lstStyle/>
          <a:p>
            <a:fld id="{B0419B76-E028-4E00-B893-A2DB2B43EC4F}" type="datetime2">
              <a:rPr lang="en-US" smtClean="0"/>
              <a:t>Monday, September 1, 2025</a:t>
            </a:fld>
            <a:endParaRPr lang="en-US"/>
          </a:p>
        </p:txBody>
      </p:sp>
      <p:sp>
        <p:nvSpPr>
          <p:cNvPr id="5" name="Footer Placeholder 4">
            <a:extLst>
              <a:ext uri="{FF2B5EF4-FFF2-40B4-BE49-F238E27FC236}">
                <a16:creationId xmlns:a16="http://schemas.microsoft.com/office/drawing/2014/main" id="{8BA9181E-26D1-B603-DE14-41E674346C3E}"/>
              </a:ext>
            </a:extLst>
          </p:cNvPr>
          <p:cNvSpPr>
            <a:spLocks noGrp="1"/>
          </p:cNvSpPr>
          <p:nvPr>
            <p:ph type="ftr" sz="quarter" idx="11"/>
          </p:nvPr>
        </p:nvSpPr>
        <p:spPr>
          <a:xfrm>
            <a:off x="4343400" y="6248401"/>
            <a:ext cx="4724400" cy="365125"/>
          </a:xfrm>
        </p:spPr>
        <p:txBody>
          <a:bodyPr/>
          <a:lstStyle/>
          <a:p>
            <a:r>
              <a:rPr lang="pt-BR"/>
              <a:t>Mr. Minhaj Nezami            BCSE0403 OS                Unit-4</a:t>
            </a:r>
            <a:endParaRPr lang="en-US" dirty="0"/>
          </a:p>
        </p:txBody>
      </p:sp>
      <p:sp>
        <p:nvSpPr>
          <p:cNvPr id="6" name="Slide Number Placeholder 5">
            <a:extLst>
              <a:ext uri="{FF2B5EF4-FFF2-40B4-BE49-F238E27FC236}">
                <a16:creationId xmlns:a16="http://schemas.microsoft.com/office/drawing/2014/main" id="{58AAD793-6383-E111-F8C6-8F42845A7BEE}"/>
              </a:ext>
            </a:extLst>
          </p:cNvPr>
          <p:cNvSpPr>
            <a:spLocks noGrp="1"/>
          </p:cNvSpPr>
          <p:nvPr>
            <p:ph type="sldNum" sz="quarter" idx="12"/>
          </p:nvPr>
        </p:nvSpPr>
        <p:spPr/>
        <p:txBody>
          <a:bodyPr/>
          <a:lstStyle/>
          <a:p>
            <a:fld id="{B6F15528-21DE-4FAA-801E-634DDDAF4B2B}" type="slidenum">
              <a:rPr lang="en-US" smtClean="0"/>
              <a:pPr/>
              <a:t>116</a:t>
            </a:fld>
            <a:endParaRPr lang="en-US"/>
          </a:p>
        </p:txBody>
      </p:sp>
      <p:sp>
        <p:nvSpPr>
          <p:cNvPr id="7" name="Title 1">
            <a:extLst>
              <a:ext uri="{FF2B5EF4-FFF2-40B4-BE49-F238E27FC236}">
                <a16:creationId xmlns:a16="http://schemas.microsoft.com/office/drawing/2014/main" id="{4D5B5409-61DF-F879-956A-633C38801C7D}"/>
              </a:ext>
            </a:extLst>
          </p:cNvPr>
          <p:cNvSpPr txBox="1">
            <a:spLocks/>
          </p:cNvSpPr>
          <p:nvPr/>
        </p:nvSpPr>
        <p:spPr>
          <a:xfrm>
            <a:off x="2895600" y="2"/>
            <a:ext cx="8839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lnSpc>
                <a:spcPct val="150000"/>
              </a:lnSpc>
              <a:spcBef>
                <a:spcPct val="0"/>
              </a:spcBef>
              <a:defRPr/>
            </a:pPr>
            <a:r>
              <a:rPr lang="en-US" sz="2800" dirty="0">
                <a:solidFill>
                  <a:schemeClr val="dk1"/>
                </a:solidFill>
              </a:rPr>
              <a:t>Expected Questions for University Exam </a:t>
            </a:r>
          </a:p>
        </p:txBody>
      </p:sp>
      <p:pic>
        <p:nvPicPr>
          <p:cNvPr id="3" name="Picture 2" descr="A black and red logo&#10;&#10;Description automatically generated">
            <a:extLst>
              <a:ext uri="{FF2B5EF4-FFF2-40B4-BE49-F238E27FC236}">
                <a16:creationId xmlns:a16="http://schemas.microsoft.com/office/drawing/2014/main" id="{B2B1673C-544D-1672-8EED-1EA700ED070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Box 7">
            <a:extLst>
              <a:ext uri="{FF2B5EF4-FFF2-40B4-BE49-F238E27FC236}">
                <a16:creationId xmlns:a16="http://schemas.microsoft.com/office/drawing/2014/main" id="{D0A8E5F8-A605-51A7-2216-F330F3C58B4C}"/>
              </a:ext>
            </a:extLst>
          </p:cNvPr>
          <p:cNvSpPr txBox="1"/>
          <p:nvPr/>
        </p:nvSpPr>
        <p:spPr>
          <a:xfrm>
            <a:off x="804716" y="1371600"/>
            <a:ext cx="10777684" cy="5109091"/>
          </a:xfrm>
          <a:prstGeom prst="rect">
            <a:avLst/>
          </a:prstGeom>
          <a:noFill/>
        </p:spPr>
        <p:txBody>
          <a:bodyPr wrap="square" rtlCol="0">
            <a:spAutoFit/>
          </a:bodyPr>
          <a:lstStyle/>
          <a:p>
            <a:pPr marL="457200" indent="-457200">
              <a:lnSpc>
                <a:spcPct val="100000"/>
              </a:lnSpc>
              <a:buFont typeface="+mj-lt"/>
              <a:buAutoNum type="arabicPeriod"/>
            </a:pPr>
            <a:r>
              <a:rPr lang="en-US" sz="2200" dirty="0"/>
              <a:t>Explain paging. Describe how logical address is translated to physical address in a paged system. </a:t>
            </a:r>
          </a:p>
          <a:p>
            <a:pPr marL="457200" indent="-457200">
              <a:lnSpc>
                <a:spcPct val="100000"/>
              </a:lnSpc>
              <a:buFont typeface="+mj-lt"/>
              <a:buAutoNum type="arabicPeriod"/>
            </a:pPr>
            <a:r>
              <a:rPr lang="en-US" sz="2200" dirty="0"/>
              <a:t>Explain thrashing. State the cause of thrashing and discuss its solution</a:t>
            </a:r>
          </a:p>
          <a:p>
            <a:pPr marL="457200" indent="-457200">
              <a:lnSpc>
                <a:spcPct val="100000"/>
              </a:lnSpc>
              <a:buFont typeface="+mj-lt"/>
              <a:buAutoNum type="arabicPeriod"/>
            </a:pPr>
            <a:r>
              <a:rPr lang="en-US" sz="2200" dirty="0"/>
              <a:t>Differentiate between internal fragmentation and external fragmentation.</a:t>
            </a:r>
            <a:endParaRPr lang="en-IN" sz="2200" dirty="0"/>
          </a:p>
          <a:p>
            <a:pPr marL="457200" indent="-457200">
              <a:lnSpc>
                <a:spcPct val="100000"/>
              </a:lnSpc>
              <a:buFont typeface="+mj-lt"/>
              <a:buAutoNum type="arabicPeriod"/>
            </a:pPr>
            <a:r>
              <a:rPr lang="en-US" sz="2200" dirty="0"/>
              <a:t>Define </a:t>
            </a:r>
            <a:r>
              <a:rPr lang="en-US" sz="2200" dirty="0" err="1"/>
              <a:t>Belady’s</a:t>
            </a:r>
            <a:r>
              <a:rPr lang="en-US" sz="2200" dirty="0"/>
              <a:t> anomaly.</a:t>
            </a:r>
          </a:p>
          <a:p>
            <a:pPr marL="457200" indent="-457200">
              <a:lnSpc>
                <a:spcPct val="100000"/>
              </a:lnSpc>
              <a:buFont typeface="+mj-lt"/>
              <a:buAutoNum type="arabicPeriod"/>
            </a:pPr>
            <a:r>
              <a:rPr lang="en-US" sz="2200" dirty="0"/>
              <a:t>Differentiate between the paging and segmentation.</a:t>
            </a:r>
          </a:p>
          <a:p>
            <a:pPr marL="457200" indent="-457200">
              <a:lnSpc>
                <a:spcPct val="100000"/>
              </a:lnSpc>
              <a:buFont typeface="+mj-lt"/>
              <a:buAutoNum type="arabicPeriod"/>
            </a:pPr>
            <a:r>
              <a:rPr lang="en-US" sz="2200" dirty="0"/>
              <a:t>When do page faults occur? Describe in detail the actions taken by the operating system when a page faults occur. </a:t>
            </a:r>
          </a:p>
          <a:p>
            <a:pPr>
              <a:buNone/>
            </a:pPr>
            <a:r>
              <a:rPr lang="en-US" sz="2200" dirty="0"/>
              <a:t>7. Consider the following reference string 1,3,2,4,0,1,5,6,0,1,2,3,0,5,6,4,2,1,3,2.7,3,2.</a:t>
            </a:r>
            <a:endParaRPr lang="en-IN" sz="2200" dirty="0"/>
          </a:p>
          <a:p>
            <a:pPr>
              <a:buNone/>
            </a:pPr>
            <a:r>
              <a:rPr lang="en-US" sz="2200" dirty="0"/>
              <a:t>How many page faults will occur for:                                      </a:t>
            </a:r>
            <a:endParaRPr lang="en-IN" sz="2200" dirty="0"/>
          </a:p>
          <a:p>
            <a:pPr marL="457200" indent="-457200"/>
            <a:r>
              <a:rPr lang="en-US" sz="2200" dirty="0"/>
              <a:t>FIFO Page Replacement</a:t>
            </a:r>
            <a:endParaRPr lang="en-IN" sz="2200" dirty="0"/>
          </a:p>
          <a:p>
            <a:pPr marL="457200" indent="-457200"/>
            <a:r>
              <a:rPr lang="en-US" sz="2200" dirty="0"/>
              <a:t>Optimal Page Replacement</a:t>
            </a:r>
            <a:endParaRPr lang="en-IN" sz="2200" dirty="0"/>
          </a:p>
          <a:p>
            <a:pPr marL="457200" indent="-457200"/>
            <a:r>
              <a:rPr lang="en-US" sz="2200" dirty="0"/>
              <a:t>LRU  Page Replacement</a:t>
            </a:r>
            <a:endParaRPr lang="en-IN" sz="2200" dirty="0"/>
          </a:p>
          <a:p>
            <a:pPr>
              <a:buNone/>
            </a:pPr>
            <a:r>
              <a:rPr lang="en-US" sz="2200" dirty="0"/>
              <a:t>Assuming three and four frames (initially empty)</a:t>
            </a:r>
          </a:p>
          <a:p>
            <a:endParaRPr lang="en-US" dirty="0"/>
          </a:p>
        </p:txBody>
      </p:sp>
    </p:spTree>
    <p:extLst>
      <p:ext uri="{BB962C8B-B14F-4D97-AF65-F5344CB8AC3E}">
        <p14:creationId xmlns:p14="http://schemas.microsoft.com/office/powerpoint/2010/main" val="37827579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3899</TotalTime>
  <Words>9615</Words>
  <Application>Microsoft Office PowerPoint</Application>
  <PresentationFormat>Widescreen</PresentationFormat>
  <Paragraphs>1422</Paragraphs>
  <Slides>116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116</vt:i4>
      </vt:variant>
    </vt:vector>
  </HeadingPairs>
  <TitlesOfParts>
    <vt:vector size="121" baseType="lpstr">
      <vt:lpstr>Arial</vt:lpstr>
      <vt:lpstr>Calibri</vt:lpstr>
      <vt:lpstr>Times New Roman</vt:lpstr>
      <vt:lpstr>Wingdings</vt:lpstr>
      <vt:lpstr>Office Theme</vt:lpstr>
      <vt:lpstr>Noida Institute of Engineering and Technology, Greater Noida</vt:lpstr>
      <vt:lpstr>Noida Institute of Engineering and Technology, Greater Noida</vt:lpstr>
      <vt:lpstr>Noida Institute of Engineering and Technology, Greater Noida</vt:lpstr>
      <vt:lpstr>Noida Institute of Engineering and Technology, Greater Noida</vt:lpstr>
      <vt:lpstr>PowerPoint Presentation</vt:lpstr>
      <vt:lpstr>PowerPoint Presentation</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Mr. Minhaj Nezami</cp:lastModifiedBy>
  <cp:revision>102</cp:revision>
  <dcterms:created xsi:type="dcterms:W3CDTF">2006-08-16T00:00:00Z</dcterms:created>
  <dcterms:modified xsi:type="dcterms:W3CDTF">2025-09-01T04:07:45Z</dcterms:modified>
</cp:coreProperties>
</file>